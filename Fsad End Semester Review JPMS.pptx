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docProps/custom.xml" ContentType="application/vnd.openxmlformats-officedocument.custom-properties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8288000" cy="10287000"/>
  <p:notesSz cx="18288000" cy="10287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 varScale="1">
        <p:scale>
          <a:sx n="42" d="100"/>
          <a:sy n="42" d="100"/>
        </p:scale>
        <p:origin x="-776" y="-100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71600" y="3188970"/>
            <a:ext cx="15544800" cy="21602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800" b="1" i="0">
                <a:solidFill>
                  <a:srgbClr val="0033CC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0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5/5/2026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1" i="0">
                <a:solidFill>
                  <a:srgbClr val="0033CC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30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5/5/2026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1" i="0">
                <a:solidFill>
                  <a:srgbClr val="0033CC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5/5/2026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16331437" y="1042689"/>
            <a:ext cx="914400" cy="211454"/>
          </a:xfrm>
          <a:custGeom>
            <a:avLst/>
            <a:gdLst/>
            <a:ahLst/>
            <a:cxnLst/>
            <a:rect l="l" t="t" r="r" b="b"/>
            <a:pathLst>
              <a:path w="914400" h="211455">
                <a:moveTo>
                  <a:pt x="114280" y="0"/>
                </a:moveTo>
                <a:lnTo>
                  <a:pt x="69787" y="8294"/>
                </a:lnTo>
                <a:lnTo>
                  <a:pt x="33462" y="30918"/>
                </a:lnTo>
                <a:lnTo>
                  <a:pt x="8977" y="64479"/>
                </a:lnTo>
                <a:lnTo>
                  <a:pt x="0" y="105589"/>
                </a:lnTo>
                <a:lnTo>
                  <a:pt x="8977" y="146699"/>
                </a:lnTo>
                <a:lnTo>
                  <a:pt x="33463" y="180261"/>
                </a:lnTo>
                <a:lnTo>
                  <a:pt x="69788" y="202884"/>
                </a:lnTo>
                <a:lnTo>
                  <a:pt x="114281" y="211178"/>
                </a:lnTo>
                <a:lnTo>
                  <a:pt x="158774" y="202884"/>
                </a:lnTo>
                <a:lnTo>
                  <a:pt x="195098" y="180261"/>
                </a:lnTo>
                <a:lnTo>
                  <a:pt x="219583" y="146699"/>
                </a:lnTo>
                <a:lnTo>
                  <a:pt x="228560" y="105589"/>
                </a:lnTo>
                <a:lnTo>
                  <a:pt x="219582" y="64479"/>
                </a:lnTo>
                <a:lnTo>
                  <a:pt x="195097" y="30918"/>
                </a:lnTo>
                <a:lnTo>
                  <a:pt x="158773" y="8294"/>
                </a:lnTo>
                <a:lnTo>
                  <a:pt x="114280" y="0"/>
                </a:lnTo>
                <a:close/>
              </a:path>
              <a:path w="914400" h="211455">
                <a:moveTo>
                  <a:pt x="799962" y="0"/>
                </a:moveTo>
                <a:lnTo>
                  <a:pt x="755461" y="8294"/>
                </a:lnTo>
                <a:lnTo>
                  <a:pt x="719138" y="30918"/>
                </a:lnTo>
                <a:lnTo>
                  <a:pt x="694658" y="64479"/>
                </a:lnTo>
                <a:lnTo>
                  <a:pt x="685684" y="105589"/>
                </a:lnTo>
                <a:lnTo>
                  <a:pt x="694658" y="146699"/>
                </a:lnTo>
                <a:lnTo>
                  <a:pt x="719139" y="180261"/>
                </a:lnTo>
                <a:lnTo>
                  <a:pt x="755462" y="202884"/>
                </a:lnTo>
                <a:lnTo>
                  <a:pt x="799963" y="211178"/>
                </a:lnTo>
                <a:lnTo>
                  <a:pt x="844448" y="202884"/>
                </a:lnTo>
                <a:lnTo>
                  <a:pt x="880773" y="180261"/>
                </a:lnTo>
                <a:lnTo>
                  <a:pt x="905262" y="146699"/>
                </a:lnTo>
                <a:lnTo>
                  <a:pt x="914242" y="105589"/>
                </a:lnTo>
                <a:lnTo>
                  <a:pt x="905262" y="64479"/>
                </a:lnTo>
                <a:lnTo>
                  <a:pt x="880772" y="30918"/>
                </a:lnTo>
                <a:lnTo>
                  <a:pt x="844447" y="8294"/>
                </a:lnTo>
                <a:lnTo>
                  <a:pt x="799962" y="0"/>
                </a:lnTo>
                <a:close/>
              </a:path>
              <a:path w="914400" h="211455">
                <a:moveTo>
                  <a:pt x="457125" y="0"/>
                </a:moveTo>
                <a:lnTo>
                  <a:pt x="412623" y="8294"/>
                </a:lnTo>
                <a:lnTo>
                  <a:pt x="376297" y="30918"/>
                </a:lnTo>
                <a:lnTo>
                  <a:pt x="351814" y="64479"/>
                </a:lnTo>
                <a:lnTo>
                  <a:pt x="342839" y="105589"/>
                </a:lnTo>
                <a:lnTo>
                  <a:pt x="351815" y="146699"/>
                </a:lnTo>
                <a:lnTo>
                  <a:pt x="376298" y="180261"/>
                </a:lnTo>
                <a:lnTo>
                  <a:pt x="412624" y="202884"/>
                </a:lnTo>
                <a:lnTo>
                  <a:pt x="457126" y="211178"/>
                </a:lnTo>
                <a:lnTo>
                  <a:pt x="501611" y="202884"/>
                </a:lnTo>
                <a:lnTo>
                  <a:pt x="537935" y="180261"/>
                </a:lnTo>
                <a:lnTo>
                  <a:pt x="562425" y="146699"/>
                </a:lnTo>
                <a:lnTo>
                  <a:pt x="571404" y="105589"/>
                </a:lnTo>
                <a:lnTo>
                  <a:pt x="562424" y="64479"/>
                </a:lnTo>
                <a:lnTo>
                  <a:pt x="537935" y="30918"/>
                </a:lnTo>
                <a:lnTo>
                  <a:pt x="501610" y="8294"/>
                </a:lnTo>
                <a:lnTo>
                  <a:pt x="457125" y="0"/>
                </a:lnTo>
                <a:close/>
              </a:path>
            </a:pathLst>
          </a:custGeom>
          <a:solidFill>
            <a:srgbClr val="FC61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16787875" y="1376157"/>
            <a:ext cx="1500505" cy="7544434"/>
          </a:xfrm>
          <a:custGeom>
            <a:avLst/>
            <a:gdLst/>
            <a:ahLst/>
            <a:cxnLst/>
            <a:rect l="l" t="t" r="r" b="b"/>
            <a:pathLst>
              <a:path w="1500505" h="7544434">
                <a:moveTo>
                  <a:pt x="1500123" y="0"/>
                </a:moveTo>
                <a:lnTo>
                  <a:pt x="1455491" y="47734"/>
                </a:lnTo>
                <a:lnTo>
                  <a:pt x="1425166" y="80867"/>
                </a:lnTo>
                <a:lnTo>
                  <a:pt x="1395110" y="114247"/>
                </a:lnTo>
                <a:lnTo>
                  <a:pt x="1365324" y="147873"/>
                </a:lnTo>
                <a:lnTo>
                  <a:pt x="1335809" y="181743"/>
                </a:lnTo>
                <a:lnTo>
                  <a:pt x="1306567" y="215855"/>
                </a:lnTo>
                <a:lnTo>
                  <a:pt x="1277600" y="250208"/>
                </a:lnTo>
                <a:lnTo>
                  <a:pt x="1248910" y="284799"/>
                </a:lnTo>
                <a:lnTo>
                  <a:pt x="1220498" y="319628"/>
                </a:lnTo>
                <a:lnTo>
                  <a:pt x="1192366" y="354693"/>
                </a:lnTo>
                <a:lnTo>
                  <a:pt x="1164516" y="389991"/>
                </a:lnTo>
                <a:lnTo>
                  <a:pt x="1136949" y="425521"/>
                </a:lnTo>
                <a:lnTo>
                  <a:pt x="1109668" y="461282"/>
                </a:lnTo>
                <a:lnTo>
                  <a:pt x="1082673" y="497271"/>
                </a:lnTo>
                <a:lnTo>
                  <a:pt x="1055967" y="533488"/>
                </a:lnTo>
                <a:lnTo>
                  <a:pt x="1029551" y="569929"/>
                </a:lnTo>
                <a:lnTo>
                  <a:pt x="1003427" y="606594"/>
                </a:lnTo>
                <a:lnTo>
                  <a:pt x="977596" y="643481"/>
                </a:lnTo>
                <a:lnTo>
                  <a:pt x="952061" y="680589"/>
                </a:lnTo>
                <a:lnTo>
                  <a:pt x="926823" y="717914"/>
                </a:lnTo>
                <a:lnTo>
                  <a:pt x="901884" y="755457"/>
                </a:lnTo>
                <a:lnTo>
                  <a:pt x="877245" y="793214"/>
                </a:lnTo>
                <a:lnTo>
                  <a:pt x="852909" y="831185"/>
                </a:lnTo>
                <a:lnTo>
                  <a:pt x="828876" y="869368"/>
                </a:lnTo>
                <a:lnTo>
                  <a:pt x="805149" y="907760"/>
                </a:lnTo>
                <a:lnTo>
                  <a:pt x="781729" y="946361"/>
                </a:lnTo>
                <a:lnTo>
                  <a:pt x="758618" y="985168"/>
                </a:lnTo>
                <a:lnTo>
                  <a:pt x="735818" y="1024181"/>
                </a:lnTo>
                <a:lnTo>
                  <a:pt x="713330" y="1063396"/>
                </a:lnTo>
                <a:lnTo>
                  <a:pt x="691157" y="1102813"/>
                </a:lnTo>
                <a:lnTo>
                  <a:pt x="669299" y="1142429"/>
                </a:lnTo>
                <a:lnTo>
                  <a:pt x="647758" y="1182243"/>
                </a:lnTo>
                <a:lnTo>
                  <a:pt x="626537" y="1222254"/>
                </a:lnTo>
                <a:lnTo>
                  <a:pt x="605637" y="1262460"/>
                </a:lnTo>
                <a:lnTo>
                  <a:pt x="585059" y="1302858"/>
                </a:lnTo>
                <a:lnTo>
                  <a:pt x="564806" y="1343448"/>
                </a:lnTo>
                <a:lnTo>
                  <a:pt x="544879" y="1384227"/>
                </a:lnTo>
                <a:lnTo>
                  <a:pt x="525280" y="1425194"/>
                </a:lnTo>
                <a:lnTo>
                  <a:pt x="506010" y="1466347"/>
                </a:lnTo>
                <a:lnTo>
                  <a:pt x="487071" y="1507684"/>
                </a:lnTo>
                <a:lnTo>
                  <a:pt x="468465" y="1549204"/>
                </a:lnTo>
                <a:lnTo>
                  <a:pt x="450193" y="1590905"/>
                </a:lnTo>
                <a:lnTo>
                  <a:pt x="432258" y="1632786"/>
                </a:lnTo>
                <a:lnTo>
                  <a:pt x="414661" y="1674844"/>
                </a:lnTo>
                <a:lnTo>
                  <a:pt x="397403" y="1717078"/>
                </a:lnTo>
                <a:lnTo>
                  <a:pt x="380487" y="1759486"/>
                </a:lnTo>
                <a:lnTo>
                  <a:pt x="363914" y="1802067"/>
                </a:lnTo>
                <a:lnTo>
                  <a:pt x="347685" y="1844818"/>
                </a:lnTo>
                <a:lnTo>
                  <a:pt x="331803" y="1887739"/>
                </a:lnTo>
                <a:lnTo>
                  <a:pt x="316270" y="1930826"/>
                </a:lnTo>
                <a:lnTo>
                  <a:pt x="301086" y="1974080"/>
                </a:lnTo>
                <a:lnTo>
                  <a:pt x="286254" y="2017497"/>
                </a:lnTo>
                <a:lnTo>
                  <a:pt x="271775" y="2061077"/>
                </a:lnTo>
                <a:lnTo>
                  <a:pt x="257651" y="2104818"/>
                </a:lnTo>
                <a:lnTo>
                  <a:pt x="243884" y="2148717"/>
                </a:lnTo>
                <a:lnTo>
                  <a:pt x="230475" y="2192773"/>
                </a:lnTo>
                <a:lnTo>
                  <a:pt x="217426" y="2236985"/>
                </a:lnTo>
                <a:lnTo>
                  <a:pt x="204739" y="2281351"/>
                </a:lnTo>
                <a:lnTo>
                  <a:pt x="192416" y="2325868"/>
                </a:lnTo>
                <a:lnTo>
                  <a:pt x="180458" y="2370536"/>
                </a:lnTo>
                <a:lnTo>
                  <a:pt x="168867" y="2415353"/>
                </a:lnTo>
                <a:lnTo>
                  <a:pt x="157644" y="2460316"/>
                </a:lnTo>
                <a:lnTo>
                  <a:pt x="146792" y="2505425"/>
                </a:lnTo>
                <a:lnTo>
                  <a:pt x="136312" y="2550678"/>
                </a:lnTo>
                <a:lnTo>
                  <a:pt x="126205" y="2596072"/>
                </a:lnTo>
                <a:lnTo>
                  <a:pt x="116474" y="2641606"/>
                </a:lnTo>
                <a:lnTo>
                  <a:pt x="107121" y="2687279"/>
                </a:lnTo>
                <a:lnTo>
                  <a:pt x="98146" y="2733088"/>
                </a:lnTo>
                <a:lnTo>
                  <a:pt x="89551" y="2779033"/>
                </a:lnTo>
                <a:lnTo>
                  <a:pt x="81339" y="2825111"/>
                </a:lnTo>
                <a:lnTo>
                  <a:pt x="73511" y="2871320"/>
                </a:lnTo>
                <a:lnTo>
                  <a:pt x="66069" y="2917659"/>
                </a:lnTo>
                <a:lnTo>
                  <a:pt x="59014" y="2964127"/>
                </a:lnTo>
                <a:lnTo>
                  <a:pt x="52348" y="3010721"/>
                </a:lnTo>
                <a:lnTo>
                  <a:pt x="46073" y="3057440"/>
                </a:lnTo>
                <a:lnTo>
                  <a:pt x="40190" y="3104282"/>
                </a:lnTo>
                <a:lnTo>
                  <a:pt x="34702" y="3151245"/>
                </a:lnTo>
                <a:lnTo>
                  <a:pt x="29609" y="3198328"/>
                </a:lnTo>
                <a:lnTo>
                  <a:pt x="24914" y="3245529"/>
                </a:lnTo>
                <a:lnTo>
                  <a:pt x="20619" y="3292847"/>
                </a:lnTo>
                <a:lnTo>
                  <a:pt x="16724" y="3340279"/>
                </a:lnTo>
                <a:lnTo>
                  <a:pt x="13232" y="3387823"/>
                </a:lnTo>
                <a:lnTo>
                  <a:pt x="10145" y="3435479"/>
                </a:lnTo>
                <a:lnTo>
                  <a:pt x="7463" y="3483245"/>
                </a:lnTo>
                <a:lnTo>
                  <a:pt x="5190" y="3531118"/>
                </a:lnTo>
                <a:lnTo>
                  <a:pt x="3326" y="3579097"/>
                </a:lnTo>
                <a:lnTo>
                  <a:pt x="1873" y="3627181"/>
                </a:lnTo>
                <a:lnTo>
                  <a:pt x="833" y="3675368"/>
                </a:lnTo>
                <a:lnTo>
                  <a:pt x="208" y="3723655"/>
                </a:lnTo>
                <a:lnTo>
                  <a:pt x="0" y="3772041"/>
                </a:lnTo>
                <a:lnTo>
                  <a:pt x="208" y="3820430"/>
                </a:lnTo>
                <a:lnTo>
                  <a:pt x="833" y="3868719"/>
                </a:lnTo>
                <a:lnTo>
                  <a:pt x="1873" y="3916908"/>
                </a:lnTo>
                <a:lnTo>
                  <a:pt x="3326" y="3964993"/>
                </a:lnTo>
                <a:lnTo>
                  <a:pt x="5190" y="4012974"/>
                </a:lnTo>
                <a:lnTo>
                  <a:pt x="7463" y="4060850"/>
                </a:lnTo>
                <a:lnTo>
                  <a:pt x="10145" y="4108617"/>
                </a:lnTo>
                <a:lnTo>
                  <a:pt x="13232" y="4156275"/>
                </a:lnTo>
                <a:lnTo>
                  <a:pt x="16724" y="4203821"/>
                </a:lnTo>
                <a:lnTo>
                  <a:pt x="20619" y="4251255"/>
                </a:lnTo>
                <a:lnTo>
                  <a:pt x="24914" y="4298574"/>
                </a:lnTo>
                <a:lnTo>
                  <a:pt x="29609" y="4345777"/>
                </a:lnTo>
                <a:lnTo>
                  <a:pt x="34702" y="4392861"/>
                </a:lnTo>
                <a:lnTo>
                  <a:pt x="40190" y="4439826"/>
                </a:lnTo>
                <a:lnTo>
                  <a:pt x="46073" y="4486670"/>
                </a:lnTo>
                <a:lnTo>
                  <a:pt x="52348" y="4533390"/>
                </a:lnTo>
                <a:lnTo>
                  <a:pt x="59014" y="4579986"/>
                </a:lnTo>
                <a:lnTo>
                  <a:pt x="66069" y="4626455"/>
                </a:lnTo>
                <a:lnTo>
                  <a:pt x="73511" y="4672796"/>
                </a:lnTo>
                <a:lnTo>
                  <a:pt x="81339" y="4719007"/>
                </a:lnTo>
                <a:lnTo>
                  <a:pt x="89551" y="4765086"/>
                </a:lnTo>
                <a:lnTo>
                  <a:pt x="98146" y="4811032"/>
                </a:lnTo>
                <a:lnTo>
                  <a:pt x="107121" y="4856842"/>
                </a:lnTo>
                <a:lnTo>
                  <a:pt x="116474" y="4902517"/>
                </a:lnTo>
                <a:lnTo>
                  <a:pt x="126205" y="4948052"/>
                </a:lnTo>
                <a:lnTo>
                  <a:pt x="136312" y="4993448"/>
                </a:lnTo>
                <a:lnTo>
                  <a:pt x="146792" y="5038701"/>
                </a:lnTo>
                <a:lnTo>
                  <a:pt x="157644" y="5083811"/>
                </a:lnTo>
                <a:lnTo>
                  <a:pt x="168867" y="5128776"/>
                </a:lnTo>
                <a:lnTo>
                  <a:pt x="180458" y="5173594"/>
                </a:lnTo>
                <a:lnTo>
                  <a:pt x="192416" y="5218263"/>
                </a:lnTo>
                <a:lnTo>
                  <a:pt x="204739" y="5262782"/>
                </a:lnTo>
                <a:lnTo>
                  <a:pt x="217426" y="5307148"/>
                </a:lnTo>
                <a:lnTo>
                  <a:pt x="230475" y="5351361"/>
                </a:lnTo>
                <a:lnTo>
                  <a:pt x="243884" y="5395419"/>
                </a:lnTo>
                <a:lnTo>
                  <a:pt x="257651" y="5439319"/>
                </a:lnTo>
                <a:lnTo>
                  <a:pt x="271775" y="5483060"/>
                </a:lnTo>
                <a:lnTo>
                  <a:pt x="286254" y="5526641"/>
                </a:lnTo>
                <a:lnTo>
                  <a:pt x="301086" y="5570060"/>
                </a:lnTo>
                <a:lnTo>
                  <a:pt x="316270" y="5613314"/>
                </a:lnTo>
                <a:lnTo>
                  <a:pt x="331803" y="5656403"/>
                </a:lnTo>
                <a:lnTo>
                  <a:pt x="347685" y="5699324"/>
                </a:lnTo>
                <a:lnTo>
                  <a:pt x="363914" y="5742076"/>
                </a:lnTo>
                <a:lnTo>
                  <a:pt x="380487" y="5784658"/>
                </a:lnTo>
                <a:lnTo>
                  <a:pt x="397403" y="5827067"/>
                </a:lnTo>
                <a:lnTo>
                  <a:pt x="414661" y="5869302"/>
                </a:lnTo>
                <a:lnTo>
                  <a:pt x="432258" y="5911360"/>
                </a:lnTo>
                <a:lnTo>
                  <a:pt x="450193" y="5953242"/>
                </a:lnTo>
                <a:lnTo>
                  <a:pt x="468465" y="5994943"/>
                </a:lnTo>
                <a:lnTo>
                  <a:pt x="487071" y="6036464"/>
                </a:lnTo>
                <a:lnTo>
                  <a:pt x="506010" y="6077802"/>
                </a:lnTo>
                <a:lnTo>
                  <a:pt x="525280" y="6118956"/>
                </a:lnTo>
                <a:lnTo>
                  <a:pt x="544879" y="6159924"/>
                </a:lnTo>
                <a:lnTo>
                  <a:pt x="564806" y="6200703"/>
                </a:lnTo>
                <a:lnTo>
                  <a:pt x="585059" y="6241294"/>
                </a:lnTo>
                <a:lnTo>
                  <a:pt x="605637" y="6281693"/>
                </a:lnTo>
                <a:lnTo>
                  <a:pt x="626537" y="6321899"/>
                </a:lnTo>
                <a:lnTo>
                  <a:pt x="647758" y="6361910"/>
                </a:lnTo>
                <a:lnTo>
                  <a:pt x="669299" y="6401725"/>
                </a:lnTo>
                <a:lnTo>
                  <a:pt x="691157" y="6441342"/>
                </a:lnTo>
                <a:lnTo>
                  <a:pt x="713330" y="6480759"/>
                </a:lnTo>
                <a:lnTo>
                  <a:pt x="735818" y="6519975"/>
                </a:lnTo>
                <a:lnTo>
                  <a:pt x="758618" y="6558988"/>
                </a:lnTo>
                <a:lnTo>
                  <a:pt x="781729" y="6597795"/>
                </a:lnTo>
                <a:lnTo>
                  <a:pt x="805149" y="6636396"/>
                </a:lnTo>
                <a:lnTo>
                  <a:pt x="828876" y="6674789"/>
                </a:lnTo>
                <a:lnTo>
                  <a:pt x="852909" y="6712972"/>
                </a:lnTo>
                <a:lnTo>
                  <a:pt x="877245" y="6750944"/>
                </a:lnTo>
                <a:lnTo>
                  <a:pt x="901884" y="6788701"/>
                </a:lnTo>
                <a:lnTo>
                  <a:pt x="926823" y="6826244"/>
                </a:lnTo>
                <a:lnTo>
                  <a:pt x="952061" y="6863570"/>
                </a:lnTo>
                <a:lnTo>
                  <a:pt x="977596" y="6900678"/>
                </a:lnTo>
                <a:lnTo>
                  <a:pt x="1003427" y="6937565"/>
                </a:lnTo>
                <a:lnTo>
                  <a:pt x="1029551" y="6974231"/>
                </a:lnTo>
                <a:lnTo>
                  <a:pt x="1055967" y="7010672"/>
                </a:lnTo>
                <a:lnTo>
                  <a:pt x="1082673" y="7046889"/>
                </a:lnTo>
                <a:lnTo>
                  <a:pt x="1109668" y="7082879"/>
                </a:lnTo>
                <a:lnTo>
                  <a:pt x="1136949" y="7118639"/>
                </a:lnTo>
                <a:lnTo>
                  <a:pt x="1164516" y="7154170"/>
                </a:lnTo>
                <a:lnTo>
                  <a:pt x="1192366" y="7189468"/>
                </a:lnTo>
                <a:lnTo>
                  <a:pt x="1220498" y="7224533"/>
                </a:lnTo>
                <a:lnTo>
                  <a:pt x="1248910" y="7259362"/>
                </a:lnTo>
                <a:lnTo>
                  <a:pt x="1277600" y="7293954"/>
                </a:lnTo>
                <a:lnTo>
                  <a:pt x="1306567" y="7328307"/>
                </a:lnTo>
                <a:lnTo>
                  <a:pt x="1335809" y="7362419"/>
                </a:lnTo>
                <a:lnTo>
                  <a:pt x="1365324" y="7396289"/>
                </a:lnTo>
                <a:lnTo>
                  <a:pt x="1395110" y="7429915"/>
                </a:lnTo>
                <a:lnTo>
                  <a:pt x="1425166" y="7463295"/>
                </a:lnTo>
                <a:lnTo>
                  <a:pt x="1455491" y="7496428"/>
                </a:lnTo>
                <a:lnTo>
                  <a:pt x="1486081" y="7529312"/>
                </a:lnTo>
                <a:lnTo>
                  <a:pt x="1500123" y="7544163"/>
                </a:lnTo>
              </a:path>
            </a:pathLst>
          </a:custGeom>
          <a:ln w="61912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1" i="0">
                <a:solidFill>
                  <a:srgbClr val="0033CC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5/5/2026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5/5/2026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557904" y="304799"/>
            <a:ext cx="11102340" cy="8175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800" b="1" i="0">
                <a:solidFill>
                  <a:srgbClr val="0033CC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2218689" y="2025967"/>
            <a:ext cx="14844394" cy="728471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0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5/5/2026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3637552" y="0"/>
            <a:ext cx="4650740" cy="1362075"/>
          </a:xfrm>
          <a:custGeom>
            <a:avLst/>
            <a:gdLst/>
            <a:ahLst/>
            <a:cxnLst/>
            <a:rect l="l" t="t" r="r" b="b"/>
            <a:pathLst>
              <a:path w="4650740" h="1362075">
                <a:moveTo>
                  <a:pt x="0" y="0"/>
                </a:moveTo>
                <a:lnTo>
                  <a:pt x="31449" y="27382"/>
                </a:lnTo>
                <a:lnTo>
                  <a:pt x="65561" y="56599"/>
                </a:lnTo>
                <a:lnTo>
                  <a:pt x="99914" y="85542"/>
                </a:lnTo>
                <a:lnTo>
                  <a:pt x="134506" y="114208"/>
                </a:lnTo>
                <a:lnTo>
                  <a:pt x="169335" y="142596"/>
                </a:lnTo>
                <a:lnTo>
                  <a:pt x="204399" y="170704"/>
                </a:lnTo>
                <a:lnTo>
                  <a:pt x="239697" y="198531"/>
                </a:lnTo>
                <a:lnTo>
                  <a:pt x="275228" y="226074"/>
                </a:lnTo>
                <a:lnTo>
                  <a:pt x="310988" y="253333"/>
                </a:lnTo>
                <a:lnTo>
                  <a:pt x="346978" y="280305"/>
                </a:lnTo>
                <a:lnTo>
                  <a:pt x="383194" y="306989"/>
                </a:lnTo>
                <a:lnTo>
                  <a:pt x="419636" y="333383"/>
                </a:lnTo>
                <a:lnTo>
                  <a:pt x="456301" y="359485"/>
                </a:lnTo>
                <a:lnTo>
                  <a:pt x="493188" y="385294"/>
                </a:lnTo>
                <a:lnTo>
                  <a:pt x="530295" y="410807"/>
                </a:lnTo>
                <a:lnTo>
                  <a:pt x="567621" y="436024"/>
                </a:lnTo>
                <a:lnTo>
                  <a:pt x="605163" y="460942"/>
                </a:lnTo>
                <a:lnTo>
                  <a:pt x="642921" y="485560"/>
                </a:lnTo>
                <a:lnTo>
                  <a:pt x="680892" y="509876"/>
                </a:lnTo>
                <a:lnTo>
                  <a:pt x="719074" y="533889"/>
                </a:lnTo>
                <a:lnTo>
                  <a:pt x="757467" y="557596"/>
                </a:lnTo>
                <a:lnTo>
                  <a:pt x="796067" y="580996"/>
                </a:lnTo>
                <a:lnTo>
                  <a:pt x="834875" y="604088"/>
                </a:lnTo>
                <a:lnTo>
                  <a:pt x="873887" y="626869"/>
                </a:lnTo>
                <a:lnTo>
                  <a:pt x="913102" y="649338"/>
                </a:lnTo>
                <a:lnTo>
                  <a:pt x="952519" y="671493"/>
                </a:lnTo>
                <a:lnTo>
                  <a:pt x="992135" y="693333"/>
                </a:lnTo>
                <a:lnTo>
                  <a:pt x="1031950" y="714855"/>
                </a:lnTo>
                <a:lnTo>
                  <a:pt x="1071961" y="736058"/>
                </a:lnTo>
                <a:lnTo>
                  <a:pt x="1112166" y="756941"/>
                </a:lnTo>
                <a:lnTo>
                  <a:pt x="1152565" y="777501"/>
                </a:lnTo>
                <a:lnTo>
                  <a:pt x="1193154" y="797738"/>
                </a:lnTo>
                <a:lnTo>
                  <a:pt x="1233933" y="817648"/>
                </a:lnTo>
                <a:lnTo>
                  <a:pt x="1274900" y="837231"/>
                </a:lnTo>
                <a:lnTo>
                  <a:pt x="1316053" y="856485"/>
                </a:lnTo>
                <a:lnTo>
                  <a:pt x="1357391" y="875408"/>
                </a:lnTo>
                <a:lnTo>
                  <a:pt x="1398911" y="893999"/>
                </a:lnTo>
                <a:lnTo>
                  <a:pt x="1440612" y="912255"/>
                </a:lnTo>
                <a:lnTo>
                  <a:pt x="1482492" y="930175"/>
                </a:lnTo>
                <a:lnTo>
                  <a:pt x="1524550" y="947758"/>
                </a:lnTo>
                <a:lnTo>
                  <a:pt x="1566784" y="965001"/>
                </a:lnTo>
                <a:lnTo>
                  <a:pt x="1609192" y="981903"/>
                </a:lnTo>
                <a:lnTo>
                  <a:pt x="1651773" y="998463"/>
                </a:lnTo>
                <a:lnTo>
                  <a:pt x="1694524" y="1014677"/>
                </a:lnTo>
                <a:lnTo>
                  <a:pt x="1737445" y="1030546"/>
                </a:lnTo>
                <a:lnTo>
                  <a:pt x="1780533" y="1046067"/>
                </a:lnTo>
                <a:lnTo>
                  <a:pt x="1823786" y="1061238"/>
                </a:lnTo>
                <a:lnTo>
                  <a:pt x="1867204" y="1076058"/>
                </a:lnTo>
                <a:lnTo>
                  <a:pt x="1910784" y="1090525"/>
                </a:lnTo>
                <a:lnTo>
                  <a:pt x="1954524" y="1104637"/>
                </a:lnTo>
                <a:lnTo>
                  <a:pt x="1998423" y="1118393"/>
                </a:lnTo>
                <a:lnTo>
                  <a:pt x="2042480" y="1131790"/>
                </a:lnTo>
                <a:lnTo>
                  <a:pt x="2086691" y="1144828"/>
                </a:lnTo>
                <a:lnTo>
                  <a:pt x="2131057" y="1157504"/>
                </a:lnTo>
                <a:lnTo>
                  <a:pt x="2175575" y="1169818"/>
                </a:lnTo>
                <a:lnTo>
                  <a:pt x="2220243" y="1181766"/>
                </a:lnTo>
                <a:lnTo>
                  <a:pt x="2265059" y="1193347"/>
                </a:lnTo>
                <a:lnTo>
                  <a:pt x="2310023" y="1204560"/>
                </a:lnTo>
                <a:lnTo>
                  <a:pt x="2355132" y="1215404"/>
                </a:lnTo>
                <a:lnTo>
                  <a:pt x="2400384" y="1225875"/>
                </a:lnTo>
                <a:lnTo>
                  <a:pt x="2445778" y="1235973"/>
                </a:lnTo>
                <a:lnTo>
                  <a:pt x="2491313" y="1245696"/>
                </a:lnTo>
                <a:lnTo>
                  <a:pt x="2536985" y="1255042"/>
                </a:lnTo>
                <a:lnTo>
                  <a:pt x="2582795" y="1264009"/>
                </a:lnTo>
                <a:lnTo>
                  <a:pt x="2628739" y="1272597"/>
                </a:lnTo>
                <a:lnTo>
                  <a:pt x="2674817" y="1280802"/>
                </a:lnTo>
                <a:lnTo>
                  <a:pt x="2721026" y="1288624"/>
                </a:lnTo>
                <a:lnTo>
                  <a:pt x="2767366" y="1296060"/>
                </a:lnTo>
                <a:lnTo>
                  <a:pt x="2813833" y="1303109"/>
                </a:lnTo>
                <a:lnTo>
                  <a:pt x="2860427" y="1309769"/>
                </a:lnTo>
                <a:lnTo>
                  <a:pt x="2907146" y="1316039"/>
                </a:lnTo>
                <a:lnTo>
                  <a:pt x="2953988" y="1321917"/>
                </a:lnTo>
                <a:lnTo>
                  <a:pt x="3000952" y="1327401"/>
                </a:lnTo>
                <a:lnTo>
                  <a:pt x="3048035" y="1332489"/>
                </a:lnTo>
                <a:lnTo>
                  <a:pt x="3095236" y="1337180"/>
                </a:lnTo>
                <a:lnTo>
                  <a:pt x="3142553" y="1341473"/>
                </a:lnTo>
                <a:lnTo>
                  <a:pt x="3189985" y="1345364"/>
                </a:lnTo>
                <a:lnTo>
                  <a:pt x="3237530" y="1348853"/>
                </a:lnTo>
                <a:lnTo>
                  <a:pt x="3285186" y="1351938"/>
                </a:lnTo>
                <a:lnTo>
                  <a:pt x="3332951" y="1354617"/>
                </a:lnTo>
                <a:lnTo>
                  <a:pt x="3380825" y="1356889"/>
                </a:lnTo>
                <a:lnTo>
                  <a:pt x="3428804" y="1358751"/>
                </a:lnTo>
                <a:lnTo>
                  <a:pt x="3476888" y="1360202"/>
                </a:lnTo>
                <a:lnTo>
                  <a:pt x="3525074" y="1361241"/>
                </a:lnTo>
                <a:lnTo>
                  <a:pt x="3573361" y="1361866"/>
                </a:lnTo>
                <a:lnTo>
                  <a:pt x="3621748" y="1362075"/>
                </a:lnTo>
                <a:lnTo>
                  <a:pt x="3670134" y="1361866"/>
                </a:lnTo>
                <a:lnTo>
                  <a:pt x="3718422" y="1361241"/>
                </a:lnTo>
                <a:lnTo>
                  <a:pt x="3766608" y="1360202"/>
                </a:lnTo>
                <a:lnTo>
                  <a:pt x="3814692" y="1358751"/>
                </a:lnTo>
                <a:lnTo>
                  <a:pt x="3862671" y="1356889"/>
                </a:lnTo>
                <a:lnTo>
                  <a:pt x="3910544" y="1354617"/>
                </a:lnTo>
                <a:lnTo>
                  <a:pt x="3958310" y="1351938"/>
                </a:lnTo>
                <a:lnTo>
                  <a:pt x="4005966" y="1348853"/>
                </a:lnTo>
                <a:lnTo>
                  <a:pt x="4053511" y="1345364"/>
                </a:lnTo>
                <a:lnTo>
                  <a:pt x="4100943" y="1341473"/>
                </a:lnTo>
                <a:lnTo>
                  <a:pt x="4148260" y="1337180"/>
                </a:lnTo>
                <a:lnTo>
                  <a:pt x="4195461" y="1332489"/>
                </a:lnTo>
                <a:lnTo>
                  <a:pt x="4242544" y="1327401"/>
                </a:lnTo>
                <a:lnTo>
                  <a:pt x="4289507" y="1321917"/>
                </a:lnTo>
                <a:lnTo>
                  <a:pt x="4336349" y="1316039"/>
                </a:lnTo>
                <a:lnTo>
                  <a:pt x="4383068" y="1309769"/>
                </a:lnTo>
                <a:lnTo>
                  <a:pt x="4429662" y="1303109"/>
                </a:lnTo>
                <a:lnTo>
                  <a:pt x="4476130" y="1296060"/>
                </a:lnTo>
                <a:lnTo>
                  <a:pt x="4522469" y="1288624"/>
                </a:lnTo>
                <a:lnTo>
                  <a:pt x="4568679" y="1280802"/>
                </a:lnTo>
                <a:lnTo>
                  <a:pt x="4614756" y="1272597"/>
                </a:lnTo>
                <a:lnTo>
                  <a:pt x="4650448" y="1265926"/>
                </a:lnTo>
              </a:path>
            </a:pathLst>
          </a:custGeom>
          <a:ln w="514350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0" y="912687"/>
            <a:ext cx="1028700" cy="6404610"/>
          </a:xfrm>
          <a:custGeom>
            <a:avLst/>
            <a:gdLst/>
            <a:ahLst/>
            <a:cxnLst/>
            <a:rect l="l" t="t" r="r" b="b"/>
            <a:pathLst>
              <a:path w="1028700" h="6404609">
                <a:moveTo>
                  <a:pt x="0" y="6404224"/>
                </a:moveTo>
                <a:lnTo>
                  <a:pt x="26110" y="6367559"/>
                </a:lnTo>
                <a:lnTo>
                  <a:pt x="51919" y="6330672"/>
                </a:lnTo>
                <a:lnTo>
                  <a:pt x="77432" y="6293564"/>
                </a:lnTo>
                <a:lnTo>
                  <a:pt x="102649" y="6256239"/>
                </a:lnTo>
                <a:lnTo>
                  <a:pt x="127567" y="6218696"/>
                </a:lnTo>
                <a:lnTo>
                  <a:pt x="152185" y="6180939"/>
                </a:lnTo>
                <a:lnTo>
                  <a:pt x="176501" y="6142968"/>
                </a:lnTo>
                <a:lnTo>
                  <a:pt x="200514" y="6104785"/>
                </a:lnTo>
                <a:lnTo>
                  <a:pt x="224221" y="6066393"/>
                </a:lnTo>
                <a:lnTo>
                  <a:pt x="247621" y="6027792"/>
                </a:lnTo>
                <a:lnTo>
                  <a:pt x="270713" y="5988985"/>
                </a:lnTo>
                <a:lnTo>
                  <a:pt x="293494" y="5949973"/>
                </a:lnTo>
                <a:lnTo>
                  <a:pt x="315963" y="5910757"/>
                </a:lnTo>
                <a:lnTo>
                  <a:pt x="338118" y="5871341"/>
                </a:lnTo>
                <a:lnTo>
                  <a:pt x="359958" y="5831724"/>
                </a:lnTo>
                <a:lnTo>
                  <a:pt x="381480" y="5791910"/>
                </a:lnTo>
                <a:lnTo>
                  <a:pt x="402683" y="5751899"/>
                </a:lnTo>
                <a:lnTo>
                  <a:pt x="423566" y="5711693"/>
                </a:lnTo>
                <a:lnTo>
                  <a:pt x="444126" y="5671295"/>
                </a:lnTo>
                <a:lnTo>
                  <a:pt x="464363" y="5630705"/>
                </a:lnTo>
                <a:lnTo>
                  <a:pt x="484273" y="5589926"/>
                </a:lnTo>
                <a:lnTo>
                  <a:pt x="503856" y="5548959"/>
                </a:lnTo>
                <a:lnTo>
                  <a:pt x="523110" y="5507806"/>
                </a:lnTo>
                <a:lnTo>
                  <a:pt x="542033" y="5466469"/>
                </a:lnTo>
                <a:lnTo>
                  <a:pt x="560624" y="5424949"/>
                </a:lnTo>
                <a:lnTo>
                  <a:pt x="578880" y="5383248"/>
                </a:lnTo>
                <a:lnTo>
                  <a:pt x="596800" y="5341367"/>
                </a:lnTo>
                <a:lnTo>
                  <a:pt x="614383" y="5299309"/>
                </a:lnTo>
                <a:lnTo>
                  <a:pt x="631626" y="5257075"/>
                </a:lnTo>
                <a:lnTo>
                  <a:pt x="648528" y="5214667"/>
                </a:lnTo>
                <a:lnTo>
                  <a:pt x="665088" y="5172086"/>
                </a:lnTo>
                <a:lnTo>
                  <a:pt x="681302" y="5129335"/>
                </a:lnTo>
                <a:lnTo>
                  <a:pt x="697171" y="5086415"/>
                </a:lnTo>
                <a:lnTo>
                  <a:pt x="712692" y="5043327"/>
                </a:lnTo>
                <a:lnTo>
                  <a:pt x="727863" y="5000073"/>
                </a:lnTo>
                <a:lnTo>
                  <a:pt x="742683" y="4956656"/>
                </a:lnTo>
                <a:lnTo>
                  <a:pt x="757150" y="4913076"/>
                </a:lnTo>
                <a:lnTo>
                  <a:pt x="771262" y="4869336"/>
                </a:lnTo>
                <a:lnTo>
                  <a:pt x="785018" y="4825436"/>
                </a:lnTo>
                <a:lnTo>
                  <a:pt x="798415" y="4781380"/>
                </a:lnTo>
                <a:lnTo>
                  <a:pt x="811453" y="4737168"/>
                </a:lnTo>
                <a:lnTo>
                  <a:pt x="824129" y="4692803"/>
                </a:lnTo>
                <a:lnTo>
                  <a:pt x="836443" y="4648285"/>
                </a:lnTo>
                <a:lnTo>
                  <a:pt x="848391" y="4603617"/>
                </a:lnTo>
                <a:lnTo>
                  <a:pt x="859972" y="4558800"/>
                </a:lnTo>
                <a:lnTo>
                  <a:pt x="871185" y="4513837"/>
                </a:lnTo>
                <a:lnTo>
                  <a:pt x="882029" y="4468728"/>
                </a:lnTo>
                <a:lnTo>
                  <a:pt x="892500" y="4423476"/>
                </a:lnTo>
                <a:lnTo>
                  <a:pt x="902598" y="4378081"/>
                </a:lnTo>
                <a:lnTo>
                  <a:pt x="912321" y="4332547"/>
                </a:lnTo>
                <a:lnTo>
                  <a:pt x="921667" y="4286874"/>
                </a:lnTo>
                <a:lnTo>
                  <a:pt x="930634" y="4241065"/>
                </a:lnTo>
                <a:lnTo>
                  <a:pt x="939222" y="4195120"/>
                </a:lnTo>
                <a:lnTo>
                  <a:pt x="947427" y="4149043"/>
                </a:lnTo>
                <a:lnTo>
                  <a:pt x="955249" y="4102833"/>
                </a:lnTo>
                <a:lnTo>
                  <a:pt x="962685" y="4056494"/>
                </a:lnTo>
                <a:lnTo>
                  <a:pt x="969734" y="4010026"/>
                </a:lnTo>
                <a:lnTo>
                  <a:pt x="976394" y="3963432"/>
                </a:lnTo>
                <a:lnTo>
                  <a:pt x="982664" y="3916713"/>
                </a:lnTo>
                <a:lnTo>
                  <a:pt x="988542" y="3869871"/>
                </a:lnTo>
                <a:lnTo>
                  <a:pt x="994026" y="3822908"/>
                </a:lnTo>
                <a:lnTo>
                  <a:pt x="999114" y="3775825"/>
                </a:lnTo>
                <a:lnTo>
                  <a:pt x="1003805" y="3728624"/>
                </a:lnTo>
                <a:lnTo>
                  <a:pt x="1008098" y="3681306"/>
                </a:lnTo>
                <a:lnTo>
                  <a:pt x="1011989" y="3633875"/>
                </a:lnTo>
                <a:lnTo>
                  <a:pt x="1015478" y="3586330"/>
                </a:lnTo>
                <a:lnTo>
                  <a:pt x="1018563" y="3538674"/>
                </a:lnTo>
                <a:lnTo>
                  <a:pt x="1021242" y="3490908"/>
                </a:lnTo>
                <a:lnTo>
                  <a:pt x="1023514" y="3443035"/>
                </a:lnTo>
                <a:lnTo>
                  <a:pt x="1025376" y="3395056"/>
                </a:lnTo>
                <a:lnTo>
                  <a:pt x="1026827" y="3346972"/>
                </a:lnTo>
                <a:lnTo>
                  <a:pt x="1027866" y="3298786"/>
                </a:lnTo>
                <a:lnTo>
                  <a:pt x="1028491" y="3250498"/>
                </a:lnTo>
                <a:lnTo>
                  <a:pt x="1028700" y="3202112"/>
                </a:lnTo>
                <a:lnTo>
                  <a:pt x="1028491" y="3153725"/>
                </a:lnTo>
                <a:lnTo>
                  <a:pt x="1027866" y="3105438"/>
                </a:lnTo>
                <a:lnTo>
                  <a:pt x="1026827" y="3057251"/>
                </a:lnTo>
                <a:lnTo>
                  <a:pt x="1025376" y="3009168"/>
                </a:lnTo>
                <a:lnTo>
                  <a:pt x="1023514" y="2961188"/>
                </a:lnTo>
                <a:lnTo>
                  <a:pt x="1021242" y="2913315"/>
                </a:lnTo>
                <a:lnTo>
                  <a:pt x="1018563" y="2865550"/>
                </a:lnTo>
                <a:lnTo>
                  <a:pt x="1015478" y="2817894"/>
                </a:lnTo>
                <a:lnTo>
                  <a:pt x="1011989" y="2770349"/>
                </a:lnTo>
                <a:lnTo>
                  <a:pt x="1008098" y="2722917"/>
                </a:lnTo>
                <a:lnTo>
                  <a:pt x="1003805" y="2675600"/>
                </a:lnTo>
                <a:lnTo>
                  <a:pt x="999114" y="2628399"/>
                </a:lnTo>
                <a:lnTo>
                  <a:pt x="994026" y="2581316"/>
                </a:lnTo>
                <a:lnTo>
                  <a:pt x="988542" y="2534352"/>
                </a:lnTo>
                <a:lnTo>
                  <a:pt x="982664" y="2487510"/>
                </a:lnTo>
                <a:lnTo>
                  <a:pt x="976394" y="2440791"/>
                </a:lnTo>
                <a:lnTo>
                  <a:pt x="969734" y="2394197"/>
                </a:lnTo>
                <a:lnTo>
                  <a:pt x="962685" y="2347730"/>
                </a:lnTo>
                <a:lnTo>
                  <a:pt x="955249" y="2301390"/>
                </a:lnTo>
                <a:lnTo>
                  <a:pt x="947427" y="2255181"/>
                </a:lnTo>
                <a:lnTo>
                  <a:pt x="939222" y="2209103"/>
                </a:lnTo>
                <a:lnTo>
                  <a:pt x="930634" y="2163159"/>
                </a:lnTo>
                <a:lnTo>
                  <a:pt x="921667" y="2117349"/>
                </a:lnTo>
                <a:lnTo>
                  <a:pt x="912321" y="2071676"/>
                </a:lnTo>
                <a:lnTo>
                  <a:pt x="902598" y="2026142"/>
                </a:lnTo>
                <a:lnTo>
                  <a:pt x="892500" y="1980748"/>
                </a:lnTo>
                <a:lnTo>
                  <a:pt x="882029" y="1935496"/>
                </a:lnTo>
                <a:lnTo>
                  <a:pt x="871185" y="1890387"/>
                </a:lnTo>
                <a:lnTo>
                  <a:pt x="859972" y="1845423"/>
                </a:lnTo>
                <a:lnTo>
                  <a:pt x="848391" y="1800607"/>
                </a:lnTo>
                <a:lnTo>
                  <a:pt x="836443" y="1755939"/>
                </a:lnTo>
                <a:lnTo>
                  <a:pt x="824129" y="1711421"/>
                </a:lnTo>
                <a:lnTo>
                  <a:pt x="811453" y="1667055"/>
                </a:lnTo>
                <a:lnTo>
                  <a:pt x="798415" y="1622844"/>
                </a:lnTo>
                <a:lnTo>
                  <a:pt x="785018" y="1578787"/>
                </a:lnTo>
                <a:lnTo>
                  <a:pt x="771262" y="1534888"/>
                </a:lnTo>
                <a:lnTo>
                  <a:pt x="757150" y="1491148"/>
                </a:lnTo>
                <a:lnTo>
                  <a:pt x="742683" y="1447568"/>
                </a:lnTo>
                <a:lnTo>
                  <a:pt x="727863" y="1404150"/>
                </a:lnTo>
                <a:lnTo>
                  <a:pt x="712692" y="1360897"/>
                </a:lnTo>
                <a:lnTo>
                  <a:pt x="697171" y="1317809"/>
                </a:lnTo>
                <a:lnTo>
                  <a:pt x="681302" y="1274888"/>
                </a:lnTo>
                <a:lnTo>
                  <a:pt x="665088" y="1232137"/>
                </a:lnTo>
                <a:lnTo>
                  <a:pt x="648528" y="1189556"/>
                </a:lnTo>
                <a:lnTo>
                  <a:pt x="631626" y="1147148"/>
                </a:lnTo>
                <a:lnTo>
                  <a:pt x="614383" y="1104914"/>
                </a:lnTo>
                <a:lnTo>
                  <a:pt x="596800" y="1062856"/>
                </a:lnTo>
                <a:lnTo>
                  <a:pt x="578880" y="1020976"/>
                </a:lnTo>
                <a:lnTo>
                  <a:pt x="560624" y="979275"/>
                </a:lnTo>
                <a:lnTo>
                  <a:pt x="542033" y="937755"/>
                </a:lnTo>
                <a:lnTo>
                  <a:pt x="523110" y="896417"/>
                </a:lnTo>
                <a:lnTo>
                  <a:pt x="503856" y="855264"/>
                </a:lnTo>
                <a:lnTo>
                  <a:pt x="484273" y="814297"/>
                </a:lnTo>
                <a:lnTo>
                  <a:pt x="464363" y="773518"/>
                </a:lnTo>
                <a:lnTo>
                  <a:pt x="444126" y="732928"/>
                </a:lnTo>
                <a:lnTo>
                  <a:pt x="423566" y="692530"/>
                </a:lnTo>
                <a:lnTo>
                  <a:pt x="402683" y="652325"/>
                </a:lnTo>
                <a:lnTo>
                  <a:pt x="381480" y="612314"/>
                </a:lnTo>
                <a:lnTo>
                  <a:pt x="359958" y="572499"/>
                </a:lnTo>
                <a:lnTo>
                  <a:pt x="338118" y="532883"/>
                </a:lnTo>
                <a:lnTo>
                  <a:pt x="315963" y="493466"/>
                </a:lnTo>
                <a:lnTo>
                  <a:pt x="293494" y="454251"/>
                </a:lnTo>
                <a:lnTo>
                  <a:pt x="270713" y="415239"/>
                </a:lnTo>
                <a:lnTo>
                  <a:pt x="247621" y="376431"/>
                </a:lnTo>
                <a:lnTo>
                  <a:pt x="224221" y="337831"/>
                </a:lnTo>
                <a:lnTo>
                  <a:pt x="200514" y="299438"/>
                </a:lnTo>
                <a:lnTo>
                  <a:pt x="176501" y="261256"/>
                </a:lnTo>
                <a:lnTo>
                  <a:pt x="152185" y="223285"/>
                </a:lnTo>
                <a:lnTo>
                  <a:pt x="127567" y="185527"/>
                </a:lnTo>
                <a:lnTo>
                  <a:pt x="102649" y="147985"/>
                </a:lnTo>
                <a:lnTo>
                  <a:pt x="77432" y="110659"/>
                </a:lnTo>
                <a:lnTo>
                  <a:pt x="51919" y="73552"/>
                </a:lnTo>
                <a:lnTo>
                  <a:pt x="26110" y="36665"/>
                </a:lnTo>
                <a:lnTo>
                  <a:pt x="0" y="0"/>
                </a:lnTo>
              </a:path>
            </a:pathLst>
          </a:custGeom>
          <a:ln w="514350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783871" y="388006"/>
            <a:ext cx="4364438" cy="1072870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2240026" y="1624012"/>
            <a:ext cx="14185900" cy="5175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200" b="1" spc="-50" dirty="0">
                <a:latin typeface="Cambria"/>
                <a:cs typeface="Cambria"/>
              </a:rPr>
              <a:t>Vel</a:t>
            </a:r>
            <a:r>
              <a:rPr sz="3200" b="1" spc="-55" dirty="0">
                <a:latin typeface="Cambria"/>
                <a:cs typeface="Cambria"/>
              </a:rPr>
              <a:t> </a:t>
            </a:r>
            <a:r>
              <a:rPr sz="3200" b="1" spc="-60" dirty="0">
                <a:latin typeface="Cambria"/>
                <a:cs typeface="Cambria"/>
              </a:rPr>
              <a:t>Tech</a:t>
            </a:r>
            <a:r>
              <a:rPr sz="3200" b="1" spc="-80" dirty="0">
                <a:latin typeface="Cambria"/>
                <a:cs typeface="Cambria"/>
              </a:rPr>
              <a:t> </a:t>
            </a:r>
            <a:r>
              <a:rPr sz="3200" b="1" spc="-10" dirty="0">
                <a:latin typeface="Cambria"/>
                <a:cs typeface="Cambria"/>
              </a:rPr>
              <a:t>Rangarajan</a:t>
            </a:r>
            <a:r>
              <a:rPr sz="3200" b="1" spc="-90" dirty="0">
                <a:latin typeface="Cambria"/>
                <a:cs typeface="Cambria"/>
              </a:rPr>
              <a:t> </a:t>
            </a:r>
            <a:r>
              <a:rPr sz="3200" b="1" spc="-80" dirty="0">
                <a:latin typeface="Cambria"/>
                <a:cs typeface="Cambria"/>
              </a:rPr>
              <a:t>Dr.</a:t>
            </a:r>
            <a:r>
              <a:rPr sz="3200" b="1" spc="-95" dirty="0">
                <a:latin typeface="Cambria"/>
                <a:cs typeface="Cambria"/>
              </a:rPr>
              <a:t> </a:t>
            </a:r>
            <a:r>
              <a:rPr sz="3200" b="1" dirty="0">
                <a:latin typeface="Cambria"/>
                <a:cs typeface="Cambria"/>
              </a:rPr>
              <a:t>Sagunthala</a:t>
            </a:r>
            <a:r>
              <a:rPr sz="3200" b="1" spc="-35" dirty="0">
                <a:latin typeface="Cambria"/>
                <a:cs typeface="Cambria"/>
              </a:rPr>
              <a:t> </a:t>
            </a:r>
            <a:r>
              <a:rPr sz="3200" b="1" dirty="0">
                <a:latin typeface="Cambria"/>
                <a:cs typeface="Cambria"/>
              </a:rPr>
              <a:t>R&amp;D</a:t>
            </a:r>
            <a:r>
              <a:rPr sz="3200" b="1" spc="-55" dirty="0">
                <a:latin typeface="Cambria"/>
                <a:cs typeface="Cambria"/>
              </a:rPr>
              <a:t> </a:t>
            </a:r>
            <a:r>
              <a:rPr sz="3200" b="1" dirty="0">
                <a:latin typeface="Cambria"/>
                <a:cs typeface="Cambria"/>
              </a:rPr>
              <a:t>Institute</a:t>
            </a:r>
            <a:r>
              <a:rPr sz="3200" b="1" spc="-90" dirty="0">
                <a:latin typeface="Cambria"/>
                <a:cs typeface="Cambria"/>
              </a:rPr>
              <a:t> </a:t>
            </a:r>
            <a:r>
              <a:rPr sz="3200" b="1" dirty="0">
                <a:latin typeface="Cambria"/>
                <a:cs typeface="Cambria"/>
              </a:rPr>
              <a:t>of</a:t>
            </a:r>
            <a:r>
              <a:rPr sz="3200" b="1" spc="-100" dirty="0">
                <a:latin typeface="Cambria"/>
                <a:cs typeface="Cambria"/>
              </a:rPr>
              <a:t> </a:t>
            </a:r>
            <a:r>
              <a:rPr sz="3200" b="1" dirty="0">
                <a:latin typeface="Cambria"/>
                <a:cs typeface="Cambria"/>
              </a:rPr>
              <a:t>Science</a:t>
            </a:r>
            <a:r>
              <a:rPr sz="3200" b="1" spc="-90" dirty="0">
                <a:latin typeface="Cambria"/>
                <a:cs typeface="Cambria"/>
              </a:rPr>
              <a:t> </a:t>
            </a:r>
            <a:r>
              <a:rPr sz="3200" b="1" dirty="0">
                <a:latin typeface="Cambria"/>
                <a:cs typeface="Cambria"/>
              </a:rPr>
              <a:t>and</a:t>
            </a:r>
            <a:r>
              <a:rPr sz="3200" b="1" spc="-80" dirty="0">
                <a:latin typeface="Cambria"/>
                <a:cs typeface="Cambria"/>
              </a:rPr>
              <a:t> </a:t>
            </a:r>
            <a:r>
              <a:rPr sz="3200" b="1" spc="-10" dirty="0">
                <a:latin typeface="Cambria"/>
                <a:cs typeface="Cambria"/>
              </a:rPr>
              <a:t>Technology</a:t>
            </a:r>
            <a:endParaRPr sz="3200">
              <a:latin typeface="Cambria"/>
              <a:cs typeface="Cambria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7166609" y="2119947"/>
            <a:ext cx="432308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dirty="0">
                <a:solidFill>
                  <a:srgbClr val="000000"/>
                </a:solidFill>
                <a:latin typeface="Cambria"/>
                <a:cs typeface="Cambria"/>
              </a:rPr>
              <a:t>School</a:t>
            </a:r>
            <a:r>
              <a:rPr sz="3600" spc="-25" dirty="0">
                <a:solidFill>
                  <a:srgbClr val="000000"/>
                </a:solidFill>
                <a:latin typeface="Cambria"/>
                <a:cs typeface="Cambria"/>
              </a:rPr>
              <a:t> </a:t>
            </a:r>
            <a:r>
              <a:rPr sz="3600" dirty="0">
                <a:solidFill>
                  <a:srgbClr val="000000"/>
                </a:solidFill>
                <a:latin typeface="Cambria"/>
                <a:cs typeface="Cambria"/>
              </a:rPr>
              <a:t>of</a:t>
            </a:r>
            <a:r>
              <a:rPr sz="3600" spc="-10" dirty="0">
                <a:solidFill>
                  <a:srgbClr val="000000"/>
                </a:solidFill>
                <a:latin typeface="Cambria"/>
                <a:cs typeface="Cambria"/>
              </a:rPr>
              <a:t> Computing</a:t>
            </a:r>
            <a:endParaRPr sz="3600">
              <a:latin typeface="Cambria"/>
              <a:cs typeface="Cambri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195954" y="2495627"/>
            <a:ext cx="12256770" cy="4099560"/>
          </a:xfrm>
          <a:prstGeom prst="rect">
            <a:avLst/>
          </a:prstGeom>
        </p:spPr>
        <p:txBody>
          <a:bodyPr vert="horz" wrap="square" lIns="0" tIns="183515" rIns="0" bIns="0" rtlCol="0">
            <a:spAutoFit/>
          </a:bodyPr>
          <a:lstStyle/>
          <a:p>
            <a:pPr marL="1270" algn="ctr">
              <a:lnSpc>
                <a:spcPct val="100000"/>
              </a:lnSpc>
              <a:spcBef>
                <a:spcPts val="1445"/>
              </a:spcBef>
            </a:pPr>
            <a:r>
              <a:rPr sz="3200" b="1" dirty="0">
                <a:latin typeface="Cambria"/>
                <a:cs typeface="Cambria"/>
              </a:rPr>
              <a:t>Department</a:t>
            </a:r>
            <a:r>
              <a:rPr sz="3200" b="1" spc="-85" dirty="0">
                <a:latin typeface="Cambria"/>
                <a:cs typeface="Cambria"/>
              </a:rPr>
              <a:t> </a:t>
            </a:r>
            <a:r>
              <a:rPr sz="3200" b="1" dirty="0">
                <a:latin typeface="Cambria"/>
                <a:cs typeface="Cambria"/>
              </a:rPr>
              <a:t>of</a:t>
            </a:r>
            <a:r>
              <a:rPr sz="3200" b="1" spc="-40" dirty="0">
                <a:latin typeface="Cambria"/>
                <a:cs typeface="Cambria"/>
              </a:rPr>
              <a:t> </a:t>
            </a:r>
            <a:r>
              <a:rPr sz="3200" b="1" spc="-10" dirty="0">
                <a:latin typeface="Cambria"/>
                <a:cs typeface="Cambria"/>
              </a:rPr>
              <a:t>Computer</a:t>
            </a:r>
            <a:r>
              <a:rPr sz="3200" b="1" spc="-95" dirty="0">
                <a:latin typeface="Cambria"/>
                <a:cs typeface="Cambria"/>
              </a:rPr>
              <a:t> </a:t>
            </a:r>
            <a:r>
              <a:rPr sz="3200" b="1" dirty="0">
                <a:latin typeface="Cambria"/>
                <a:cs typeface="Cambria"/>
              </a:rPr>
              <a:t>Science</a:t>
            </a:r>
            <a:r>
              <a:rPr sz="3200" b="1" spc="-95" dirty="0">
                <a:latin typeface="Cambria"/>
                <a:cs typeface="Cambria"/>
              </a:rPr>
              <a:t> </a:t>
            </a:r>
            <a:r>
              <a:rPr sz="3200" b="1" dirty="0">
                <a:latin typeface="Cambria"/>
                <a:cs typeface="Cambria"/>
              </a:rPr>
              <a:t>and</a:t>
            </a:r>
            <a:r>
              <a:rPr sz="3200" b="1" spc="-80" dirty="0">
                <a:latin typeface="Cambria"/>
                <a:cs typeface="Cambria"/>
              </a:rPr>
              <a:t> </a:t>
            </a:r>
            <a:r>
              <a:rPr sz="3200" b="1" spc="-10" dirty="0">
                <a:latin typeface="Cambria"/>
                <a:cs typeface="Cambria"/>
              </a:rPr>
              <a:t>Engineering</a:t>
            </a:r>
            <a:endParaRPr sz="3200">
              <a:latin typeface="Cambria"/>
              <a:cs typeface="Cambria"/>
            </a:endParaRPr>
          </a:p>
          <a:p>
            <a:pPr algn="ctr">
              <a:lnSpc>
                <a:spcPct val="100000"/>
              </a:lnSpc>
              <a:spcBef>
                <a:spcPts val="1170"/>
              </a:spcBef>
            </a:pPr>
            <a:r>
              <a:rPr sz="2750" b="1" spc="254" dirty="0">
                <a:solidFill>
                  <a:srgbClr val="0033CC"/>
                </a:solidFill>
                <a:latin typeface="Cambria"/>
                <a:cs typeface="Cambria"/>
              </a:rPr>
              <a:t>10211CS224</a:t>
            </a:r>
            <a:r>
              <a:rPr sz="2750" b="1" spc="335" dirty="0">
                <a:solidFill>
                  <a:srgbClr val="0033CC"/>
                </a:solidFill>
                <a:latin typeface="Cambria"/>
                <a:cs typeface="Cambria"/>
              </a:rPr>
              <a:t> </a:t>
            </a:r>
            <a:r>
              <a:rPr sz="2750" b="1" spc="275" dirty="0">
                <a:solidFill>
                  <a:srgbClr val="0033CC"/>
                </a:solidFill>
                <a:latin typeface="Cambria"/>
                <a:cs typeface="Cambria"/>
              </a:rPr>
              <a:t>/</a:t>
            </a:r>
            <a:r>
              <a:rPr sz="2750" b="1" spc="360" dirty="0">
                <a:solidFill>
                  <a:srgbClr val="0033CC"/>
                </a:solidFill>
                <a:latin typeface="Cambria"/>
                <a:cs typeface="Cambria"/>
              </a:rPr>
              <a:t> </a:t>
            </a:r>
            <a:r>
              <a:rPr sz="2750" b="1" spc="275" dirty="0">
                <a:solidFill>
                  <a:srgbClr val="0033CC"/>
                </a:solidFill>
                <a:latin typeface="Cambria"/>
                <a:cs typeface="Cambria"/>
              </a:rPr>
              <a:t>FULL</a:t>
            </a:r>
            <a:r>
              <a:rPr sz="2750" b="1" spc="395" dirty="0">
                <a:solidFill>
                  <a:srgbClr val="0033CC"/>
                </a:solidFill>
                <a:latin typeface="Cambria"/>
                <a:cs typeface="Cambria"/>
              </a:rPr>
              <a:t> </a:t>
            </a:r>
            <a:r>
              <a:rPr sz="2750" b="1" spc="325" dirty="0">
                <a:solidFill>
                  <a:srgbClr val="0033CC"/>
                </a:solidFill>
                <a:latin typeface="Cambria"/>
                <a:cs typeface="Cambria"/>
              </a:rPr>
              <a:t>STACK</a:t>
            </a:r>
            <a:r>
              <a:rPr sz="2750" b="1" spc="400" dirty="0">
                <a:solidFill>
                  <a:srgbClr val="0033CC"/>
                </a:solidFill>
                <a:latin typeface="Cambria"/>
                <a:cs typeface="Cambria"/>
              </a:rPr>
              <a:t> </a:t>
            </a:r>
            <a:r>
              <a:rPr sz="2750" b="1" spc="220" dirty="0">
                <a:solidFill>
                  <a:srgbClr val="0033CC"/>
                </a:solidFill>
                <a:latin typeface="Cambria"/>
                <a:cs typeface="Cambria"/>
              </a:rPr>
              <a:t>APPLICATION</a:t>
            </a:r>
            <a:r>
              <a:rPr sz="2750" b="1" spc="350" dirty="0">
                <a:solidFill>
                  <a:srgbClr val="0033CC"/>
                </a:solidFill>
                <a:latin typeface="Cambria"/>
                <a:cs typeface="Cambria"/>
              </a:rPr>
              <a:t> </a:t>
            </a:r>
            <a:r>
              <a:rPr sz="2750" b="1" spc="290" dirty="0">
                <a:solidFill>
                  <a:srgbClr val="0033CC"/>
                </a:solidFill>
                <a:latin typeface="Cambria"/>
                <a:cs typeface="Cambria"/>
              </a:rPr>
              <a:t>DEVELOPMENT</a:t>
            </a:r>
            <a:r>
              <a:rPr sz="2750" b="1" spc="380" dirty="0">
                <a:solidFill>
                  <a:srgbClr val="0033CC"/>
                </a:solidFill>
                <a:latin typeface="Cambria"/>
                <a:cs typeface="Cambria"/>
              </a:rPr>
              <a:t> </a:t>
            </a:r>
            <a:r>
              <a:rPr sz="2750" b="1" spc="155" dirty="0">
                <a:solidFill>
                  <a:srgbClr val="0033CC"/>
                </a:solidFill>
                <a:latin typeface="Cambria"/>
                <a:cs typeface="Cambria"/>
              </a:rPr>
              <a:t>(JAVA)</a:t>
            </a:r>
            <a:endParaRPr sz="2750">
              <a:latin typeface="Cambria"/>
              <a:cs typeface="Cambria"/>
            </a:endParaRPr>
          </a:p>
          <a:p>
            <a:pPr marL="6985" algn="ctr">
              <a:lnSpc>
                <a:spcPct val="100000"/>
              </a:lnSpc>
              <a:spcBef>
                <a:spcPts val="1605"/>
              </a:spcBef>
            </a:pPr>
            <a:r>
              <a:rPr sz="3600" b="1" dirty="0">
                <a:solidFill>
                  <a:srgbClr val="C00000"/>
                </a:solidFill>
                <a:latin typeface="Arial"/>
                <a:cs typeface="Arial"/>
              </a:rPr>
              <a:t>END</a:t>
            </a:r>
            <a:r>
              <a:rPr sz="3600" b="1" spc="-3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3600" b="1" dirty="0">
                <a:solidFill>
                  <a:srgbClr val="C00000"/>
                </a:solidFill>
                <a:latin typeface="Arial"/>
                <a:cs typeface="Arial"/>
              </a:rPr>
              <a:t>SEMESTER</a:t>
            </a:r>
            <a:r>
              <a:rPr sz="3600" b="1" spc="-2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3600" b="1" dirty="0">
                <a:solidFill>
                  <a:srgbClr val="C00000"/>
                </a:solidFill>
                <a:latin typeface="Arial"/>
                <a:cs typeface="Arial"/>
              </a:rPr>
              <a:t>PROJECT </a:t>
            </a:r>
            <a:r>
              <a:rPr sz="3600" b="1" spc="-10" dirty="0">
                <a:solidFill>
                  <a:srgbClr val="C00000"/>
                </a:solidFill>
                <a:latin typeface="Arial"/>
                <a:cs typeface="Arial"/>
              </a:rPr>
              <a:t>REVIEW</a:t>
            </a:r>
            <a:endParaRPr sz="36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70"/>
              </a:spcBef>
            </a:pPr>
            <a:endParaRPr sz="3600">
              <a:latin typeface="Arial"/>
              <a:cs typeface="Arial"/>
            </a:endParaRPr>
          </a:p>
          <a:p>
            <a:pPr marL="6985" algn="ctr">
              <a:lnSpc>
                <a:spcPct val="100000"/>
              </a:lnSpc>
            </a:pPr>
            <a:r>
              <a:rPr sz="3600" b="1" dirty="0">
                <a:solidFill>
                  <a:srgbClr val="C00000"/>
                </a:solidFill>
                <a:latin typeface="Arial"/>
                <a:cs typeface="Arial"/>
              </a:rPr>
              <a:t>Date:</a:t>
            </a:r>
            <a:r>
              <a:rPr sz="3600" b="1" spc="-2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3600" b="1" dirty="0">
                <a:solidFill>
                  <a:srgbClr val="C00000"/>
                </a:solidFill>
                <a:latin typeface="Arial"/>
                <a:cs typeface="Arial"/>
              </a:rPr>
              <a:t>06-</a:t>
            </a:r>
            <a:r>
              <a:rPr sz="3600" b="1" spc="-10" dirty="0">
                <a:solidFill>
                  <a:srgbClr val="C00000"/>
                </a:solidFill>
                <a:latin typeface="Arial"/>
                <a:cs typeface="Arial"/>
              </a:rPr>
              <a:t>05-</a:t>
            </a:r>
            <a:r>
              <a:rPr sz="3600" b="1" spc="-20" dirty="0">
                <a:solidFill>
                  <a:srgbClr val="C00000"/>
                </a:solidFill>
                <a:latin typeface="Arial"/>
                <a:cs typeface="Arial"/>
              </a:rPr>
              <a:t>2026</a:t>
            </a:r>
            <a:endParaRPr sz="3600">
              <a:latin typeface="Arial"/>
              <a:cs typeface="Arial"/>
            </a:endParaRPr>
          </a:p>
          <a:p>
            <a:pPr marL="147320" algn="ctr">
              <a:lnSpc>
                <a:spcPct val="100000"/>
              </a:lnSpc>
              <a:spcBef>
                <a:spcPts val="4020"/>
              </a:spcBef>
            </a:pPr>
            <a:r>
              <a:rPr sz="3200" b="1" dirty="0">
                <a:solidFill>
                  <a:srgbClr val="0033CC"/>
                </a:solidFill>
                <a:latin typeface="Times New Roman"/>
                <a:cs typeface="Times New Roman"/>
              </a:rPr>
              <a:t>JOB</a:t>
            </a:r>
            <a:r>
              <a:rPr sz="3200" b="1" spc="-85" dirty="0">
                <a:solidFill>
                  <a:srgbClr val="0033CC"/>
                </a:solidFill>
                <a:latin typeface="Times New Roman"/>
                <a:cs typeface="Times New Roman"/>
              </a:rPr>
              <a:t> PORTAL</a:t>
            </a:r>
            <a:r>
              <a:rPr sz="3200" b="1" spc="-185" dirty="0">
                <a:solidFill>
                  <a:srgbClr val="0033CC"/>
                </a:solidFill>
                <a:latin typeface="Times New Roman"/>
                <a:cs typeface="Times New Roman"/>
              </a:rPr>
              <a:t> </a:t>
            </a:r>
            <a:r>
              <a:rPr sz="3200" b="1" spc="-10" dirty="0">
                <a:solidFill>
                  <a:srgbClr val="0033CC"/>
                </a:solidFill>
                <a:latin typeface="Times New Roman"/>
                <a:cs typeface="Times New Roman"/>
              </a:rPr>
              <a:t>MANAGEMENT</a:t>
            </a:r>
            <a:r>
              <a:rPr sz="3200" b="1" spc="-70" dirty="0">
                <a:solidFill>
                  <a:srgbClr val="0033CC"/>
                </a:solidFill>
                <a:latin typeface="Times New Roman"/>
                <a:cs typeface="Times New Roman"/>
              </a:rPr>
              <a:t> </a:t>
            </a:r>
            <a:r>
              <a:rPr sz="3200" b="1" spc="-10" dirty="0">
                <a:solidFill>
                  <a:srgbClr val="0033CC"/>
                </a:solidFill>
                <a:latin typeface="Times New Roman"/>
                <a:cs typeface="Times New Roman"/>
              </a:rPr>
              <a:t>SYSTEM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73137" y="7755763"/>
            <a:ext cx="7866063" cy="1398460"/>
          </a:xfrm>
          <a:prstGeom prst="rect">
            <a:avLst/>
          </a:prstGeom>
        </p:spPr>
        <p:txBody>
          <a:bodyPr vert="horz" wrap="square" lIns="0" tIns="2419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5"/>
              </a:spcBef>
            </a:pPr>
            <a:r>
              <a:rPr sz="3000" b="1" spc="-10" dirty="0">
                <a:latin typeface="Cambria"/>
                <a:cs typeface="Cambria"/>
              </a:rPr>
              <a:t>Presented</a:t>
            </a:r>
            <a:r>
              <a:rPr sz="3000" b="1" spc="-110" dirty="0">
                <a:latin typeface="Cambria"/>
                <a:cs typeface="Cambria"/>
              </a:rPr>
              <a:t> </a:t>
            </a:r>
            <a:r>
              <a:rPr sz="3000" b="1" spc="-25" dirty="0">
                <a:latin typeface="Cambria"/>
                <a:cs typeface="Cambria"/>
              </a:rPr>
              <a:t>By:</a:t>
            </a:r>
            <a:endParaRPr sz="30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1800"/>
              </a:spcBef>
            </a:pPr>
            <a:r>
              <a:rPr lang="en-US" sz="3000" spc="-20" dirty="0" err="1" smtClean="0">
                <a:latin typeface="Cambria"/>
                <a:cs typeface="Cambria"/>
              </a:rPr>
              <a:t>I.Keerthi</a:t>
            </a:r>
            <a:r>
              <a:rPr lang="en-US" sz="3000" spc="-20" dirty="0" smtClean="0">
                <a:latin typeface="Cambria"/>
                <a:cs typeface="Cambria"/>
              </a:rPr>
              <a:t> </a:t>
            </a:r>
            <a:r>
              <a:rPr lang="en-US" sz="3000" spc="-20" dirty="0" err="1" smtClean="0">
                <a:latin typeface="Cambria"/>
                <a:cs typeface="Cambria"/>
              </a:rPr>
              <a:t>Sree</a:t>
            </a:r>
            <a:r>
              <a:rPr sz="3000" spc="-20" smtClean="0">
                <a:latin typeface="Cambria"/>
                <a:cs typeface="Cambria"/>
              </a:rPr>
              <a:t>–</a:t>
            </a:r>
            <a:r>
              <a:rPr sz="3000" spc="-45" smtClean="0">
                <a:latin typeface="Cambria"/>
                <a:cs typeface="Cambria"/>
              </a:rPr>
              <a:t> </a:t>
            </a:r>
            <a:r>
              <a:rPr sz="3000" smtClean="0">
                <a:latin typeface="Cambria"/>
                <a:cs typeface="Cambria"/>
              </a:rPr>
              <a:t>V</a:t>
            </a:r>
            <a:r>
              <a:rPr lang="en-US" sz="3000" dirty="0" smtClean="0">
                <a:latin typeface="Cambria"/>
                <a:cs typeface="Cambria"/>
              </a:rPr>
              <a:t>TU</a:t>
            </a:r>
            <a:r>
              <a:rPr sz="3000" smtClean="0">
                <a:latin typeface="Cambria"/>
                <a:cs typeface="Cambria"/>
              </a:rPr>
              <a:t>2</a:t>
            </a:r>
            <a:r>
              <a:rPr lang="en-US" sz="3000" dirty="0" smtClean="0">
                <a:latin typeface="Cambria"/>
                <a:cs typeface="Cambria"/>
              </a:rPr>
              <a:t>4645</a:t>
            </a:r>
            <a:r>
              <a:rPr sz="3000" spc="-70" smtClean="0">
                <a:latin typeface="Cambria"/>
                <a:cs typeface="Cambria"/>
              </a:rPr>
              <a:t> </a:t>
            </a:r>
            <a:r>
              <a:rPr sz="3000">
                <a:latin typeface="Cambria"/>
                <a:cs typeface="Cambria"/>
              </a:rPr>
              <a:t>–</a:t>
            </a:r>
            <a:r>
              <a:rPr sz="3000" spc="-45">
                <a:latin typeface="Cambria"/>
                <a:cs typeface="Cambria"/>
              </a:rPr>
              <a:t> </a:t>
            </a:r>
            <a:r>
              <a:rPr sz="3000" spc="-10" smtClean="0">
                <a:latin typeface="Cambria"/>
                <a:cs typeface="Cambria"/>
              </a:rPr>
              <a:t>23UECS0</a:t>
            </a:r>
            <a:r>
              <a:rPr lang="en-US" sz="3000" spc="-10" dirty="0" smtClean="0">
                <a:latin typeface="Cambria"/>
                <a:cs typeface="Cambria"/>
              </a:rPr>
              <a:t>215</a:t>
            </a:r>
            <a:endParaRPr sz="3000">
              <a:latin typeface="Cambria"/>
              <a:cs typeface="Cambri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1029568" y="7764081"/>
            <a:ext cx="5544820" cy="20847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50100"/>
              </a:lnSpc>
              <a:spcBef>
                <a:spcPts val="95"/>
              </a:spcBef>
            </a:pPr>
            <a:r>
              <a:rPr sz="3000" b="1" dirty="0">
                <a:latin typeface="Cambria"/>
                <a:cs typeface="Cambria"/>
              </a:rPr>
              <a:t>Courses</a:t>
            </a:r>
            <a:r>
              <a:rPr sz="3000" b="1" spc="-75" dirty="0">
                <a:latin typeface="Cambria"/>
                <a:cs typeface="Cambria"/>
              </a:rPr>
              <a:t> </a:t>
            </a:r>
            <a:r>
              <a:rPr sz="3000" b="1" dirty="0">
                <a:latin typeface="Cambria"/>
                <a:cs typeface="Cambria"/>
              </a:rPr>
              <a:t>Handling</a:t>
            </a:r>
            <a:r>
              <a:rPr sz="3000" b="1" spc="-160" dirty="0">
                <a:latin typeface="Cambria"/>
                <a:cs typeface="Cambria"/>
              </a:rPr>
              <a:t> </a:t>
            </a:r>
            <a:r>
              <a:rPr sz="3000" b="1" spc="-10" dirty="0">
                <a:latin typeface="Cambria"/>
                <a:cs typeface="Cambria"/>
              </a:rPr>
              <a:t>Faculty: </a:t>
            </a:r>
            <a:r>
              <a:rPr sz="3000" spc="-20" dirty="0">
                <a:latin typeface="Cambria"/>
                <a:cs typeface="Cambria"/>
              </a:rPr>
              <a:t>Dr.S.Hemamalini </a:t>
            </a:r>
            <a:r>
              <a:rPr sz="3000" dirty="0">
                <a:latin typeface="Cambria"/>
                <a:cs typeface="Cambria"/>
              </a:rPr>
              <a:t>–</a:t>
            </a:r>
            <a:r>
              <a:rPr sz="3000" spc="-55" dirty="0">
                <a:latin typeface="Cambria"/>
                <a:cs typeface="Cambria"/>
              </a:rPr>
              <a:t> </a:t>
            </a:r>
            <a:r>
              <a:rPr sz="3000" spc="-10" dirty="0">
                <a:latin typeface="Cambria"/>
                <a:cs typeface="Cambria"/>
              </a:rPr>
              <a:t>Assistant Professor(Senior</a:t>
            </a:r>
            <a:r>
              <a:rPr sz="3000" spc="30" dirty="0">
                <a:latin typeface="Cambria"/>
                <a:cs typeface="Cambria"/>
              </a:rPr>
              <a:t> </a:t>
            </a:r>
            <a:r>
              <a:rPr sz="3000" spc="-25" dirty="0">
                <a:latin typeface="Cambria"/>
                <a:cs typeface="Cambria"/>
              </a:rPr>
              <a:t>Grade)-</a:t>
            </a:r>
            <a:r>
              <a:rPr sz="3000" spc="-10" dirty="0">
                <a:latin typeface="Cambria"/>
                <a:cs typeface="Cambria"/>
              </a:rPr>
              <a:t>M.E,Ph.D</a:t>
            </a:r>
            <a:endParaRPr sz="3000">
              <a:latin typeface="Cambria"/>
              <a:cs typeface="Cambri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289810" y="7002780"/>
            <a:ext cx="5620385" cy="33401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000" b="1" dirty="0">
                <a:latin typeface="Cambria"/>
                <a:cs typeface="Cambria"/>
              </a:rPr>
              <a:t>SDG:</a:t>
            </a:r>
            <a:r>
              <a:rPr sz="2000" b="1" spc="-65" dirty="0">
                <a:latin typeface="Cambria"/>
                <a:cs typeface="Cambria"/>
              </a:rPr>
              <a:t> </a:t>
            </a:r>
            <a:r>
              <a:rPr sz="2000" b="1" dirty="0">
                <a:latin typeface="Cambria"/>
                <a:cs typeface="Cambria"/>
              </a:rPr>
              <a:t>9</a:t>
            </a:r>
            <a:r>
              <a:rPr sz="2000" b="1" spc="-30" dirty="0">
                <a:latin typeface="Cambria"/>
                <a:cs typeface="Cambria"/>
              </a:rPr>
              <a:t> </a:t>
            </a:r>
            <a:r>
              <a:rPr sz="2000" b="1" dirty="0">
                <a:latin typeface="Cambria"/>
                <a:cs typeface="Cambria"/>
              </a:rPr>
              <a:t>–</a:t>
            </a:r>
            <a:r>
              <a:rPr sz="2000" b="1" spc="-40" dirty="0">
                <a:latin typeface="Cambria"/>
                <a:cs typeface="Cambria"/>
              </a:rPr>
              <a:t> </a:t>
            </a:r>
            <a:r>
              <a:rPr sz="2000" b="1" spc="-25" dirty="0">
                <a:latin typeface="Cambria"/>
                <a:cs typeface="Cambria"/>
              </a:rPr>
              <a:t>Industry,</a:t>
            </a:r>
            <a:r>
              <a:rPr sz="2000" b="1" spc="-35" dirty="0">
                <a:latin typeface="Cambria"/>
                <a:cs typeface="Cambria"/>
              </a:rPr>
              <a:t> </a:t>
            </a:r>
            <a:r>
              <a:rPr sz="2000" b="1" dirty="0">
                <a:latin typeface="Cambria"/>
                <a:cs typeface="Cambria"/>
              </a:rPr>
              <a:t>Innovation</a:t>
            </a:r>
            <a:r>
              <a:rPr sz="2000" b="1" spc="-40" dirty="0">
                <a:latin typeface="Cambria"/>
                <a:cs typeface="Cambria"/>
              </a:rPr>
              <a:t> </a:t>
            </a:r>
            <a:r>
              <a:rPr sz="2000" b="1" dirty="0">
                <a:latin typeface="Cambria"/>
                <a:cs typeface="Cambria"/>
              </a:rPr>
              <a:t>and</a:t>
            </a:r>
            <a:r>
              <a:rPr sz="2000" b="1" spc="-20" dirty="0">
                <a:latin typeface="Cambria"/>
                <a:cs typeface="Cambria"/>
              </a:rPr>
              <a:t> </a:t>
            </a:r>
            <a:r>
              <a:rPr sz="2000" b="1" spc="-10" dirty="0">
                <a:latin typeface="Cambria"/>
                <a:cs typeface="Cambria"/>
              </a:rPr>
              <a:t>Infrastructure</a:t>
            </a:r>
            <a:endParaRPr sz="20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6331437" y="927832"/>
            <a:ext cx="914400" cy="203200"/>
          </a:xfrm>
          <a:custGeom>
            <a:avLst/>
            <a:gdLst/>
            <a:ahLst/>
            <a:cxnLst/>
            <a:rect l="l" t="t" r="r" b="b"/>
            <a:pathLst>
              <a:path w="914400" h="203200">
                <a:moveTo>
                  <a:pt x="114280" y="0"/>
                </a:moveTo>
                <a:lnTo>
                  <a:pt x="69787" y="7962"/>
                </a:lnTo>
                <a:lnTo>
                  <a:pt x="33462" y="29680"/>
                </a:lnTo>
                <a:lnTo>
                  <a:pt x="8977" y="61899"/>
                </a:lnTo>
                <a:lnTo>
                  <a:pt x="0" y="101365"/>
                </a:lnTo>
                <a:lnTo>
                  <a:pt x="8977" y="140829"/>
                </a:lnTo>
                <a:lnTo>
                  <a:pt x="33463" y="173048"/>
                </a:lnTo>
                <a:lnTo>
                  <a:pt x="69788" y="194766"/>
                </a:lnTo>
                <a:lnTo>
                  <a:pt x="114281" y="202729"/>
                </a:lnTo>
                <a:lnTo>
                  <a:pt x="158774" y="194766"/>
                </a:lnTo>
                <a:lnTo>
                  <a:pt x="195098" y="173048"/>
                </a:lnTo>
                <a:lnTo>
                  <a:pt x="219583" y="140829"/>
                </a:lnTo>
                <a:lnTo>
                  <a:pt x="228560" y="101365"/>
                </a:lnTo>
                <a:lnTo>
                  <a:pt x="219582" y="61899"/>
                </a:lnTo>
                <a:lnTo>
                  <a:pt x="195097" y="29680"/>
                </a:lnTo>
                <a:lnTo>
                  <a:pt x="158773" y="7962"/>
                </a:lnTo>
                <a:lnTo>
                  <a:pt x="114280" y="0"/>
                </a:lnTo>
                <a:close/>
              </a:path>
              <a:path w="914400" h="203200">
                <a:moveTo>
                  <a:pt x="799962" y="0"/>
                </a:moveTo>
                <a:lnTo>
                  <a:pt x="755461" y="7962"/>
                </a:lnTo>
                <a:lnTo>
                  <a:pt x="719138" y="29680"/>
                </a:lnTo>
                <a:lnTo>
                  <a:pt x="694658" y="61899"/>
                </a:lnTo>
                <a:lnTo>
                  <a:pt x="685684" y="101365"/>
                </a:lnTo>
                <a:lnTo>
                  <a:pt x="694658" y="140829"/>
                </a:lnTo>
                <a:lnTo>
                  <a:pt x="719139" y="173048"/>
                </a:lnTo>
                <a:lnTo>
                  <a:pt x="755462" y="194766"/>
                </a:lnTo>
                <a:lnTo>
                  <a:pt x="799963" y="202729"/>
                </a:lnTo>
                <a:lnTo>
                  <a:pt x="844448" y="194766"/>
                </a:lnTo>
                <a:lnTo>
                  <a:pt x="880773" y="173048"/>
                </a:lnTo>
                <a:lnTo>
                  <a:pt x="905262" y="140829"/>
                </a:lnTo>
                <a:lnTo>
                  <a:pt x="914242" y="101365"/>
                </a:lnTo>
                <a:lnTo>
                  <a:pt x="905262" y="61899"/>
                </a:lnTo>
                <a:lnTo>
                  <a:pt x="880772" y="29680"/>
                </a:lnTo>
                <a:lnTo>
                  <a:pt x="844447" y="7962"/>
                </a:lnTo>
                <a:lnTo>
                  <a:pt x="799962" y="0"/>
                </a:lnTo>
                <a:close/>
              </a:path>
              <a:path w="914400" h="203200">
                <a:moveTo>
                  <a:pt x="457125" y="0"/>
                </a:moveTo>
                <a:lnTo>
                  <a:pt x="412623" y="7962"/>
                </a:lnTo>
                <a:lnTo>
                  <a:pt x="376297" y="29680"/>
                </a:lnTo>
                <a:lnTo>
                  <a:pt x="351814" y="61899"/>
                </a:lnTo>
                <a:lnTo>
                  <a:pt x="342839" y="101365"/>
                </a:lnTo>
                <a:lnTo>
                  <a:pt x="351815" y="140829"/>
                </a:lnTo>
                <a:lnTo>
                  <a:pt x="376298" y="173048"/>
                </a:lnTo>
                <a:lnTo>
                  <a:pt x="412624" y="194766"/>
                </a:lnTo>
                <a:lnTo>
                  <a:pt x="457126" y="202729"/>
                </a:lnTo>
                <a:lnTo>
                  <a:pt x="501611" y="194766"/>
                </a:lnTo>
                <a:lnTo>
                  <a:pt x="537935" y="173048"/>
                </a:lnTo>
                <a:lnTo>
                  <a:pt x="562425" y="140829"/>
                </a:lnTo>
                <a:lnTo>
                  <a:pt x="571404" y="101365"/>
                </a:lnTo>
                <a:lnTo>
                  <a:pt x="562424" y="61899"/>
                </a:lnTo>
                <a:lnTo>
                  <a:pt x="537935" y="29680"/>
                </a:lnTo>
                <a:lnTo>
                  <a:pt x="501610" y="7962"/>
                </a:lnTo>
                <a:lnTo>
                  <a:pt x="457125" y="0"/>
                </a:lnTo>
                <a:close/>
              </a:path>
            </a:pathLst>
          </a:custGeom>
          <a:solidFill>
            <a:srgbClr val="FC61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704850" y="1952625"/>
            <a:ext cx="990600" cy="990600"/>
          </a:xfrm>
          <a:custGeom>
            <a:avLst/>
            <a:gdLst/>
            <a:ahLst/>
            <a:cxnLst/>
            <a:rect l="l" t="t" r="r" b="b"/>
            <a:pathLst>
              <a:path w="990600" h="990600">
                <a:moveTo>
                  <a:pt x="495300" y="0"/>
                </a:moveTo>
                <a:lnTo>
                  <a:pt x="447599" y="2267"/>
                </a:lnTo>
                <a:lnTo>
                  <a:pt x="401181" y="8930"/>
                </a:lnTo>
                <a:lnTo>
                  <a:pt x="356254" y="19782"/>
                </a:lnTo>
                <a:lnTo>
                  <a:pt x="313025" y="34615"/>
                </a:lnTo>
                <a:lnTo>
                  <a:pt x="271701" y="53222"/>
                </a:lnTo>
                <a:lnTo>
                  <a:pt x="232490" y="75394"/>
                </a:lnTo>
                <a:lnTo>
                  <a:pt x="195600" y="100925"/>
                </a:lnTo>
                <a:lnTo>
                  <a:pt x="161238" y="129607"/>
                </a:lnTo>
                <a:lnTo>
                  <a:pt x="129612" y="161233"/>
                </a:lnTo>
                <a:lnTo>
                  <a:pt x="100929" y="195594"/>
                </a:lnTo>
                <a:lnTo>
                  <a:pt x="75397" y="232484"/>
                </a:lnTo>
                <a:lnTo>
                  <a:pt x="53224" y="271695"/>
                </a:lnTo>
                <a:lnTo>
                  <a:pt x="34617" y="313019"/>
                </a:lnTo>
                <a:lnTo>
                  <a:pt x="19783" y="356249"/>
                </a:lnTo>
                <a:lnTo>
                  <a:pt x="8931" y="401178"/>
                </a:lnTo>
                <a:lnTo>
                  <a:pt x="2267" y="447597"/>
                </a:lnTo>
                <a:lnTo>
                  <a:pt x="0" y="495300"/>
                </a:lnTo>
                <a:lnTo>
                  <a:pt x="2267" y="543002"/>
                </a:lnTo>
                <a:lnTo>
                  <a:pt x="8931" y="589421"/>
                </a:lnTo>
                <a:lnTo>
                  <a:pt x="19783" y="634350"/>
                </a:lnTo>
                <a:lnTo>
                  <a:pt x="34617" y="677580"/>
                </a:lnTo>
                <a:lnTo>
                  <a:pt x="53224" y="718904"/>
                </a:lnTo>
                <a:lnTo>
                  <a:pt x="75397" y="758115"/>
                </a:lnTo>
                <a:lnTo>
                  <a:pt x="100929" y="795005"/>
                </a:lnTo>
                <a:lnTo>
                  <a:pt x="129612" y="829366"/>
                </a:lnTo>
                <a:lnTo>
                  <a:pt x="161238" y="860992"/>
                </a:lnTo>
                <a:lnTo>
                  <a:pt x="195600" y="889674"/>
                </a:lnTo>
                <a:lnTo>
                  <a:pt x="232490" y="915205"/>
                </a:lnTo>
                <a:lnTo>
                  <a:pt x="271701" y="937377"/>
                </a:lnTo>
                <a:lnTo>
                  <a:pt x="313025" y="955984"/>
                </a:lnTo>
                <a:lnTo>
                  <a:pt x="356254" y="970817"/>
                </a:lnTo>
                <a:lnTo>
                  <a:pt x="401181" y="981669"/>
                </a:lnTo>
                <a:lnTo>
                  <a:pt x="447599" y="988332"/>
                </a:lnTo>
                <a:lnTo>
                  <a:pt x="495300" y="990600"/>
                </a:lnTo>
                <a:lnTo>
                  <a:pt x="543002" y="988332"/>
                </a:lnTo>
                <a:lnTo>
                  <a:pt x="589421" y="981669"/>
                </a:lnTo>
                <a:lnTo>
                  <a:pt x="634350" y="970817"/>
                </a:lnTo>
                <a:lnTo>
                  <a:pt x="677580" y="955984"/>
                </a:lnTo>
                <a:lnTo>
                  <a:pt x="718904" y="937377"/>
                </a:lnTo>
                <a:lnTo>
                  <a:pt x="758115" y="915205"/>
                </a:lnTo>
                <a:lnTo>
                  <a:pt x="795005" y="889674"/>
                </a:lnTo>
                <a:lnTo>
                  <a:pt x="829366" y="860992"/>
                </a:lnTo>
                <a:lnTo>
                  <a:pt x="860992" y="829366"/>
                </a:lnTo>
                <a:lnTo>
                  <a:pt x="889674" y="795005"/>
                </a:lnTo>
                <a:lnTo>
                  <a:pt x="915205" y="758115"/>
                </a:lnTo>
                <a:lnTo>
                  <a:pt x="937377" y="718904"/>
                </a:lnTo>
                <a:lnTo>
                  <a:pt x="955984" y="677580"/>
                </a:lnTo>
                <a:lnTo>
                  <a:pt x="970817" y="634350"/>
                </a:lnTo>
                <a:lnTo>
                  <a:pt x="981669" y="589421"/>
                </a:lnTo>
                <a:lnTo>
                  <a:pt x="988332" y="543002"/>
                </a:lnTo>
                <a:lnTo>
                  <a:pt x="990600" y="495300"/>
                </a:lnTo>
                <a:lnTo>
                  <a:pt x="988332" y="447597"/>
                </a:lnTo>
                <a:lnTo>
                  <a:pt x="981669" y="401178"/>
                </a:lnTo>
                <a:lnTo>
                  <a:pt x="970817" y="356249"/>
                </a:lnTo>
                <a:lnTo>
                  <a:pt x="955984" y="313019"/>
                </a:lnTo>
                <a:lnTo>
                  <a:pt x="937377" y="271695"/>
                </a:lnTo>
                <a:lnTo>
                  <a:pt x="915205" y="232484"/>
                </a:lnTo>
                <a:lnTo>
                  <a:pt x="889674" y="195594"/>
                </a:lnTo>
                <a:lnTo>
                  <a:pt x="860992" y="161233"/>
                </a:lnTo>
                <a:lnTo>
                  <a:pt x="829366" y="129607"/>
                </a:lnTo>
                <a:lnTo>
                  <a:pt x="795005" y="100925"/>
                </a:lnTo>
                <a:lnTo>
                  <a:pt x="758115" y="75394"/>
                </a:lnTo>
                <a:lnTo>
                  <a:pt x="718904" y="53222"/>
                </a:lnTo>
                <a:lnTo>
                  <a:pt x="677580" y="34615"/>
                </a:lnTo>
                <a:lnTo>
                  <a:pt x="634350" y="19782"/>
                </a:lnTo>
                <a:lnTo>
                  <a:pt x="589421" y="8930"/>
                </a:lnTo>
                <a:lnTo>
                  <a:pt x="543002" y="2267"/>
                </a:lnTo>
                <a:lnTo>
                  <a:pt x="495300" y="0"/>
                </a:lnTo>
                <a:close/>
              </a:path>
            </a:pathLst>
          </a:custGeom>
          <a:solidFill>
            <a:srgbClr val="FC61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115694" y="2199957"/>
            <a:ext cx="174625" cy="4375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700" b="1" i="1" spc="-480" dirty="0">
                <a:solidFill>
                  <a:srgbClr val="FFFDFD"/>
                </a:solidFill>
                <a:latin typeface="Trebuchet MS"/>
                <a:cs typeface="Trebuchet MS"/>
              </a:rPr>
              <a:t>1</a:t>
            </a:r>
            <a:endParaRPr sz="2700">
              <a:latin typeface="Trebuchet MS"/>
              <a:cs typeface="Trebuchet MS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957262" y="4453001"/>
            <a:ext cx="505459" cy="542925"/>
          </a:xfrm>
          <a:custGeom>
            <a:avLst/>
            <a:gdLst/>
            <a:ahLst/>
            <a:cxnLst/>
            <a:rect l="l" t="t" r="r" b="b"/>
            <a:pathLst>
              <a:path w="505459" h="542925">
                <a:moveTo>
                  <a:pt x="252412" y="0"/>
                </a:moveTo>
                <a:lnTo>
                  <a:pt x="207039" y="4369"/>
                </a:lnTo>
                <a:lnTo>
                  <a:pt x="164335" y="16968"/>
                </a:lnTo>
                <a:lnTo>
                  <a:pt x="125013" y="37032"/>
                </a:lnTo>
                <a:lnTo>
                  <a:pt x="89784" y="63797"/>
                </a:lnTo>
                <a:lnTo>
                  <a:pt x="59362" y="96499"/>
                </a:lnTo>
                <a:lnTo>
                  <a:pt x="34460" y="134375"/>
                </a:lnTo>
                <a:lnTo>
                  <a:pt x="15791" y="176659"/>
                </a:lnTo>
                <a:lnTo>
                  <a:pt x="4066" y="222589"/>
                </a:lnTo>
                <a:lnTo>
                  <a:pt x="0" y="271399"/>
                </a:lnTo>
                <a:lnTo>
                  <a:pt x="4066" y="320213"/>
                </a:lnTo>
                <a:lnTo>
                  <a:pt x="15791" y="366154"/>
                </a:lnTo>
                <a:lnTo>
                  <a:pt x="34460" y="408455"/>
                </a:lnTo>
                <a:lnTo>
                  <a:pt x="59362" y="446350"/>
                </a:lnTo>
                <a:lnTo>
                  <a:pt x="89784" y="479074"/>
                </a:lnTo>
                <a:lnTo>
                  <a:pt x="125013" y="505859"/>
                </a:lnTo>
                <a:lnTo>
                  <a:pt x="164335" y="525940"/>
                </a:lnTo>
                <a:lnTo>
                  <a:pt x="207039" y="538551"/>
                </a:lnTo>
                <a:lnTo>
                  <a:pt x="252412" y="542925"/>
                </a:lnTo>
                <a:lnTo>
                  <a:pt x="297797" y="538551"/>
                </a:lnTo>
                <a:lnTo>
                  <a:pt x="340512" y="525940"/>
                </a:lnTo>
                <a:lnTo>
                  <a:pt x="379845" y="505859"/>
                </a:lnTo>
                <a:lnTo>
                  <a:pt x="415082" y="479074"/>
                </a:lnTo>
                <a:lnTo>
                  <a:pt x="445511" y="446350"/>
                </a:lnTo>
                <a:lnTo>
                  <a:pt x="470419" y="408455"/>
                </a:lnTo>
                <a:lnTo>
                  <a:pt x="489093" y="366154"/>
                </a:lnTo>
                <a:lnTo>
                  <a:pt x="500821" y="320213"/>
                </a:lnTo>
                <a:lnTo>
                  <a:pt x="504888" y="271399"/>
                </a:lnTo>
                <a:lnTo>
                  <a:pt x="500821" y="222589"/>
                </a:lnTo>
                <a:lnTo>
                  <a:pt x="489093" y="176659"/>
                </a:lnTo>
                <a:lnTo>
                  <a:pt x="470419" y="134375"/>
                </a:lnTo>
                <a:lnTo>
                  <a:pt x="445511" y="96499"/>
                </a:lnTo>
                <a:lnTo>
                  <a:pt x="415082" y="63797"/>
                </a:lnTo>
                <a:lnTo>
                  <a:pt x="379845" y="37032"/>
                </a:lnTo>
                <a:lnTo>
                  <a:pt x="340512" y="16968"/>
                </a:lnTo>
                <a:lnTo>
                  <a:pt x="297797" y="4369"/>
                </a:lnTo>
                <a:lnTo>
                  <a:pt x="252412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118869" y="4571047"/>
            <a:ext cx="170180" cy="2889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700" b="1" i="1" spc="80" dirty="0">
                <a:solidFill>
                  <a:srgbClr val="181818"/>
                </a:solidFill>
                <a:latin typeface="Trebuchet MS"/>
                <a:cs typeface="Trebuchet MS"/>
              </a:rPr>
              <a:t>4</a:t>
            </a:r>
            <a:endParaRPr sz="1700">
              <a:latin typeface="Trebuchet MS"/>
              <a:cs typeface="Trebuchet MS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957262" y="3109976"/>
            <a:ext cx="505459" cy="542925"/>
          </a:xfrm>
          <a:custGeom>
            <a:avLst/>
            <a:gdLst/>
            <a:ahLst/>
            <a:cxnLst/>
            <a:rect l="l" t="t" r="r" b="b"/>
            <a:pathLst>
              <a:path w="505459" h="542925">
                <a:moveTo>
                  <a:pt x="252412" y="0"/>
                </a:moveTo>
                <a:lnTo>
                  <a:pt x="207039" y="4369"/>
                </a:lnTo>
                <a:lnTo>
                  <a:pt x="164335" y="16968"/>
                </a:lnTo>
                <a:lnTo>
                  <a:pt x="125013" y="37032"/>
                </a:lnTo>
                <a:lnTo>
                  <a:pt x="89784" y="63797"/>
                </a:lnTo>
                <a:lnTo>
                  <a:pt x="59362" y="96499"/>
                </a:lnTo>
                <a:lnTo>
                  <a:pt x="34460" y="134375"/>
                </a:lnTo>
                <a:lnTo>
                  <a:pt x="15791" y="176659"/>
                </a:lnTo>
                <a:lnTo>
                  <a:pt x="4066" y="222589"/>
                </a:lnTo>
                <a:lnTo>
                  <a:pt x="0" y="271399"/>
                </a:lnTo>
                <a:lnTo>
                  <a:pt x="4066" y="320208"/>
                </a:lnTo>
                <a:lnTo>
                  <a:pt x="15791" y="366138"/>
                </a:lnTo>
                <a:lnTo>
                  <a:pt x="34460" y="408422"/>
                </a:lnTo>
                <a:lnTo>
                  <a:pt x="59362" y="446298"/>
                </a:lnTo>
                <a:lnTo>
                  <a:pt x="89784" y="479000"/>
                </a:lnTo>
                <a:lnTo>
                  <a:pt x="125013" y="505765"/>
                </a:lnTo>
                <a:lnTo>
                  <a:pt x="164335" y="525829"/>
                </a:lnTo>
                <a:lnTo>
                  <a:pt x="207039" y="538428"/>
                </a:lnTo>
                <a:lnTo>
                  <a:pt x="252412" y="542798"/>
                </a:lnTo>
                <a:lnTo>
                  <a:pt x="297797" y="538428"/>
                </a:lnTo>
                <a:lnTo>
                  <a:pt x="340512" y="525829"/>
                </a:lnTo>
                <a:lnTo>
                  <a:pt x="379845" y="505765"/>
                </a:lnTo>
                <a:lnTo>
                  <a:pt x="415082" y="479000"/>
                </a:lnTo>
                <a:lnTo>
                  <a:pt x="445511" y="446298"/>
                </a:lnTo>
                <a:lnTo>
                  <a:pt x="470419" y="408422"/>
                </a:lnTo>
                <a:lnTo>
                  <a:pt x="489093" y="366138"/>
                </a:lnTo>
                <a:lnTo>
                  <a:pt x="500821" y="320208"/>
                </a:lnTo>
                <a:lnTo>
                  <a:pt x="504888" y="271399"/>
                </a:lnTo>
                <a:lnTo>
                  <a:pt x="500821" y="222589"/>
                </a:lnTo>
                <a:lnTo>
                  <a:pt x="489093" y="176659"/>
                </a:lnTo>
                <a:lnTo>
                  <a:pt x="470419" y="134375"/>
                </a:lnTo>
                <a:lnTo>
                  <a:pt x="445511" y="96499"/>
                </a:lnTo>
                <a:lnTo>
                  <a:pt x="415082" y="63797"/>
                </a:lnTo>
                <a:lnTo>
                  <a:pt x="379845" y="37032"/>
                </a:lnTo>
                <a:lnTo>
                  <a:pt x="340512" y="16968"/>
                </a:lnTo>
                <a:lnTo>
                  <a:pt x="297797" y="4369"/>
                </a:lnTo>
                <a:lnTo>
                  <a:pt x="252412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1123632" y="3229927"/>
            <a:ext cx="160655" cy="2889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700" b="1" i="1" spc="10" dirty="0">
                <a:solidFill>
                  <a:srgbClr val="181818"/>
                </a:solidFill>
                <a:latin typeface="Trebuchet MS"/>
                <a:cs typeface="Trebuchet MS"/>
              </a:rPr>
              <a:t>2</a:t>
            </a:r>
            <a:endParaRPr sz="1700">
              <a:latin typeface="Trebuchet MS"/>
              <a:cs typeface="Trebuchet MS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957262" y="5119751"/>
            <a:ext cx="505459" cy="542925"/>
          </a:xfrm>
          <a:custGeom>
            <a:avLst/>
            <a:gdLst/>
            <a:ahLst/>
            <a:cxnLst/>
            <a:rect l="l" t="t" r="r" b="b"/>
            <a:pathLst>
              <a:path w="505459" h="542925">
                <a:moveTo>
                  <a:pt x="252412" y="0"/>
                </a:moveTo>
                <a:lnTo>
                  <a:pt x="207039" y="4369"/>
                </a:lnTo>
                <a:lnTo>
                  <a:pt x="164335" y="16968"/>
                </a:lnTo>
                <a:lnTo>
                  <a:pt x="125013" y="37032"/>
                </a:lnTo>
                <a:lnTo>
                  <a:pt x="89784" y="63797"/>
                </a:lnTo>
                <a:lnTo>
                  <a:pt x="59362" y="96499"/>
                </a:lnTo>
                <a:lnTo>
                  <a:pt x="34460" y="134375"/>
                </a:lnTo>
                <a:lnTo>
                  <a:pt x="15791" y="176659"/>
                </a:lnTo>
                <a:lnTo>
                  <a:pt x="4066" y="222589"/>
                </a:lnTo>
                <a:lnTo>
                  <a:pt x="0" y="271399"/>
                </a:lnTo>
                <a:lnTo>
                  <a:pt x="4066" y="320213"/>
                </a:lnTo>
                <a:lnTo>
                  <a:pt x="15791" y="366154"/>
                </a:lnTo>
                <a:lnTo>
                  <a:pt x="34460" y="408455"/>
                </a:lnTo>
                <a:lnTo>
                  <a:pt x="59362" y="446350"/>
                </a:lnTo>
                <a:lnTo>
                  <a:pt x="89784" y="479074"/>
                </a:lnTo>
                <a:lnTo>
                  <a:pt x="125013" y="505859"/>
                </a:lnTo>
                <a:lnTo>
                  <a:pt x="164335" y="525940"/>
                </a:lnTo>
                <a:lnTo>
                  <a:pt x="207039" y="538551"/>
                </a:lnTo>
                <a:lnTo>
                  <a:pt x="252412" y="542925"/>
                </a:lnTo>
                <a:lnTo>
                  <a:pt x="297797" y="538551"/>
                </a:lnTo>
                <a:lnTo>
                  <a:pt x="340512" y="525940"/>
                </a:lnTo>
                <a:lnTo>
                  <a:pt x="379845" y="505859"/>
                </a:lnTo>
                <a:lnTo>
                  <a:pt x="415082" y="479074"/>
                </a:lnTo>
                <a:lnTo>
                  <a:pt x="445511" y="446350"/>
                </a:lnTo>
                <a:lnTo>
                  <a:pt x="470419" y="408455"/>
                </a:lnTo>
                <a:lnTo>
                  <a:pt x="489093" y="366154"/>
                </a:lnTo>
                <a:lnTo>
                  <a:pt x="500821" y="320213"/>
                </a:lnTo>
                <a:lnTo>
                  <a:pt x="504888" y="271399"/>
                </a:lnTo>
                <a:lnTo>
                  <a:pt x="500821" y="222589"/>
                </a:lnTo>
                <a:lnTo>
                  <a:pt x="489093" y="176659"/>
                </a:lnTo>
                <a:lnTo>
                  <a:pt x="470419" y="134375"/>
                </a:lnTo>
                <a:lnTo>
                  <a:pt x="445511" y="96499"/>
                </a:lnTo>
                <a:lnTo>
                  <a:pt x="415082" y="63797"/>
                </a:lnTo>
                <a:lnTo>
                  <a:pt x="379845" y="37032"/>
                </a:lnTo>
                <a:lnTo>
                  <a:pt x="340512" y="16968"/>
                </a:lnTo>
                <a:lnTo>
                  <a:pt x="297797" y="4369"/>
                </a:lnTo>
                <a:lnTo>
                  <a:pt x="252412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1124267" y="5240654"/>
            <a:ext cx="159385" cy="2882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700" b="1" i="1" dirty="0">
                <a:solidFill>
                  <a:srgbClr val="181818"/>
                </a:solidFill>
                <a:latin typeface="Trebuchet MS"/>
                <a:cs typeface="Trebuchet MS"/>
              </a:rPr>
              <a:t>5</a:t>
            </a:r>
            <a:endParaRPr sz="1700">
              <a:latin typeface="Trebuchet MS"/>
              <a:cs typeface="Trebuchet MS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957262" y="3776598"/>
            <a:ext cx="505459" cy="553085"/>
          </a:xfrm>
          <a:custGeom>
            <a:avLst/>
            <a:gdLst/>
            <a:ahLst/>
            <a:cxnLst/>
            <a:rect l="l" t="t" r="r" b="b"/>
            <a:pathLst>
              <a:path w="505459" h="553085">
                <a:moveTo>
                  <a:pt x="252412" y="0"/>
                </a:moveTo>
                <a:lnTo>
                  <a:pt x="207039" y="4451"/>
                </a:lnTo>
                <a:lnTo>
                  <a:pt x="164335" y="17284"/>
                </a:lnTo>
                <a:lnTo>
                  <a:pt x="125013" y="37718"/>
                </a:lnTo>
                <a:lnTo>
                  <a:pt x="89784" y="64973"/>
                </a:lnTo>
                <a:lnTo>
                  <a:pt x="59362" y="98268"/>
                </a:lnTo>
                <a:lnTo>
                  <a:pt x="34460" y="136821"/>
                </a:lnTo>
                <a:lnTo>
                  <a:pt x="15791" y="179852"/>
                </a:lnTo>
                <a:lnTo>
                  <a:pt x="4066" y="226580"/>
                </a:lnTo>
                <a:lnTo>
                  <a:pt x="0" y="276225"/>
                </a:lnTo>
                <a:lnTo>
                  <a:pt x="4066" y="325907"/>
                </a:lnTo>
                <a:lnTo>
                  <a:pt x="15791" y="372664"/>
                </a:lnTo>
                <a:lnTo>
                  <a:pt x="34460" y="415718"/>
                </a:lnTo>
                <a:lnTo>
                  <a:pt x="59362" y="454287"/>
                </a:lnTo>
                <a:lnTo>
                  <a:pt x="89784" y="487592"/>
                </a:lnTo>
                <a:lnTo>
                  <a:pt x="125013" y="514853"/>
                </a:lnTo>
                <a:lnTo>
                  <a:pt x="164335" y="535291"/>
                </a:lnTo>
                <a:lnTo>
                  <a:pt x="207039" y="548125"/>
                </a:lnTo>
                <a:lnTo>
                  <a:pt x="252412" y="552576"/>
                </a:lnTo>
                <a:lnTo>
                  <a:pt x="297797" y="548125"/>
                </a:lnTo>
                <a:lnTo>
                  <a:pt x="340512" y="535291"/>
                </a:lnTo>
                <a:lnTo>
                  <a:pt x="379845" y="514853"/>
                </a:lnTo>
                <a:lnTo>
                  <a:pt x="415082" y="487592"/>
                </a:lnTo>
                <a:lnTo>
                  <a:pt x="445511" y="454287"/>
                </a:lnTo>
                <a:lnTo>
                  <a:pt x="470419" y="415718"/>
                </a:lnTo>
                <a:lnTo>
                  <a:pt x="489093" y="372664"/>
                </a:lnTo>
                <a:lnTo>
                  <a:pt x="500821" y="325907"/>
                </a:lnTo>
                <a:lnTo>
                  <a:pt x="504888" y="276225"/>
                </a:lnTo>
                <a:lnTo>
                  <a:pt x="500821" y="226580"/>
                </a:lnTo>
                <a:lnTo>
                  <a:pt x="489093" y="179852"/>
                </a:lnTo>
                <a:lnTo>
                  <a:pt x="470419" y="136821"/>
                </a:lnTo>
                <a:lnTo>
                  <a:pt x="445511" y="98268"/>
                </a:lnTo>
                <a:lnTo>
                  <a:pt x="415082" y="64973"/>
                </a:lnTo>
                <a:lnTo>
                  <a:pt x="379845" y="37719"/>
                </a:lnTo>
                <a:lnTo>
                  <a:pt x="340512" y="17284"/>
                </a:lnTo>
                <a:lnTo>
                  <a:pt x="297797" y="4451"/>
                </a:lnTo>
                <a:lnTo>
                  <a:pt x="252412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1125219" y="3899471"/>
            <a:ext cx="158115" cy="2889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700" b="1" i="1" spc="-50" dirty="0">
                <a:solidFill>
                  <a:srgbClr val="181818"/>
                </a:solidFill>
                <a:latin typeface="Trebuchet MS"/>
                <a:cs typeface="Trebuchet MS"/>
              </a:rPr>
              <a:t>3</a:t>
            </a:r>
            <a:endParaRPr sz="1700">
              <a:latin typeface="Trebuchet MS"/>
              <a:cs typeface="Trebuchet MS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957262" y="6462776"/>
            <a:ext cx="505459" cy="542925"/>
          </a:xfrm>
          <a:custGeom>
            <a:avLst/>
            <a:gdLst/>
            <a:ahLst/>
            <a:cxnLst/>
            <a:rect l="l" t="t" r="r" b="b"/>
            <a:pathLst>
              <a:path w="505459" h="542925">
                <a:moveTo>
                  <a:pt x="252412" y="0"/>
                </a:moveTo>
                <a:lnTo>
                  <a:pt x="207039" y="4369"/>
                </a:lnTo>
                <a:lnTo>
                  <a:pt x="164335" y="16968"/>
                </a:lnTo>
                <a:lnTo>
                  <a:pt x="125013" y="37032"/>
                </a:lnTo>
                <a:lnTo>
                  <a:pt x="89784" y="63797"/>
                </a:lnTo>
                <a:lnTo>
                  <a:pt x="59362" y="96499"/>
                </a:lnTo>
                <a:lnTo>
                  <a:pt x="34460" y="134375"/>
                </a:lnTo>
                <a:lnTo>
                  <a:pt x="15791" y="176659"/>
                </a:lnTo>
                <a:lnTo>
                  <a:pt x="4066" y="222589"/>
                </a:lnTo>
                <a:lnTo>
                  <a:pt x="0" y="271399"/>
                </a:lnTo>
                <a:lnTo>
                  <a:pt x="4066" y="320208"/>
                </a:lnTo>
                <a:lnTo>
                  <a:pt x="15791" y="366138"/>
                </a:lnTo>
                <a:lnTo>
                  <a:pt x="34460" y="408422"/>
                </a:lnTo>
                <a:lnTo>
                  <a:pt x="59362" y="446298"/>
                </a:lnTo>
                <a:lnTo>
                  <a:pt x="89784" y="479000"/>
                </a:lnTo>
                <a:lnTo>
                  <a:pt x="125013" y="505765"/>
                </a:lnTo>
                <a:lnTo>
                  <a:pt x="164335" y="525829"/>
                </a:lnTo>
                <a:lnTo>
                  <a:pt x="207039" y="538428"/>
                </a:lnTo>
                <a:lnTo>
                  <a:pt x="252412" y="542798"/>
                </a:lnTo>
                <a:lnTo>
                  <a:pt x="297797" y="538428"/>
                </a:lnTo>
                <a:lnTo>
                  <a:pt x="340512" y="525829"/>
                </a:lnTo>
                <a:lnTo>
                  <a:pt x="379845" y="505765"/>
                </a:lnTo>
                <a:lnTo>
                  <a:pt x="415082" y="479000"/>
                </a:lnTo>
                <a:lnTo>
                  <a:pt x="445511" y="446298"/>
                </a:lnTo>
                <a:lnTo>
                  <a:pt x="470419" y="408422"/>
                </a:lnTo>
                <a:lnTo>
                  <a:pt x="489093" y="366138"/>
                </a:lnTo>
                <a:lnTo>
                  <a:pt x="500821" y="320208"/>
                </a:lnTo>
                <a:lnTo>
                  <a:pt x="504888" y="271399"/>
                </a:lnTo>
                <a:lnTo>
                  <a:pt x="500821" y="222589"/>
                </a:lnTo>
                <a:lnTo>
                  <a:pt x="489093" y="176659"/>
                </a:lnTo>
                <a:lnTo>
                  <a:pt x="470419" y="134375"/>
                </a:lnTo>
                <a:lnTo>
                  <a:pt x="445511" y="96499"/>
                </a:lnTo>
                <a:lnTo>
                  <a:pt x="415082" y="63797"/>
                </a:lnTo>
                <a:lnTo>
                  <a:pt x="379845" y="37032"/>
                </a:lnTo>
                <a:lnTo>
                  <a:pt x="340512" y="16968"/>
                </a:lnTo>
                <a:lnTo>
                  <a:pt x="297797" y="4369"/>
                </a:lnTo>
                <a:lnTo>
                  <a:pt x="252412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1124267" y="6581457"/>
            <a:ext cx="159385" cy="2889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700" b="1" i="1" dirty="0">
                <a:solidFill>
                  <a:srgbClr val="181818"/>
                </a:solidFill>
                <a:latin typeface="Trebuchet MS"/>
                <a:cs typeface="Trebuchet MS"/>
              </a:rPr>
              <a:t>7</a:t>
            </a:r>
            <a:endParaRPr sz="1700">
              <a:latin typeface="Trebuchet MS"/>
              <a:cs typeface="Trebuchet MS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957262" y="5786501"/>
            <a:ext cx="505459" cy="542925"/>
          </a:xfrm>
          <a:custGeom>
            <a:avLst/>
            <a:gdLst/>
            <a:ahLst/>
            <a:cxnLst/>
            <a:rect l="l" t="t" r="r" b="b"/>
            <a:pathLst>
              <a:path w="505459" h="542925">
                <a:moveTo>
                  <a:pt x="252412" y="0"/>
                </a:moveTo>
                <a:lnTo>
                  <a:pt x="207039" y="4369"/>
                </a:lnTo>
                <a:lnTo>
                  <a:pt x="164335" y="16968"/>
                </a:lnTo>
                <a:lnTo>
                  <a:pt x="125013" y="37032"/>
                </a:lnTo>
                <a:lnTo>
                  <a:pt x="89784" y="63797"/>
                </a:lnTo>
                <a:lnTo>
                  <a:pt x="59362" y="96499"/>
                </a:lnTo>
                <a:lnTo>
                  <a:pt x="34460" y="134375"/>
                </a:lnTo>
                <a:lnTo>
                  <a:pt x="15791" y="176659"/>
                </a:lnTo>
                <a:lnTo>
                  <a:pt x="4066" y="222589"/>
                </a:lnTo>
                <a:lnTo>
                  <a:pt x="0" y="271399"/>
                </a:lnTo>
                <a:lnTo>
                  <a:pt x="4066" y="320213"/>
                </a:lnTo>
                <a:lnTo>
                  <a:pt x="15791" y="366154"/>
                </a:lnTo>
                <a:lnTo>
                  <a:pt x="34460" y="408455"/>
                </a:lnTo>
                <a:lnTo>
                  <a:pt x="59362" y="446350"/>
                </a:lnTo>
                <a:lnTo>
                  <a:pt x="89784" y="479074"/>
                </a:lnTo>
                <a:lnTo>
                  <a:pt x="125013" y="505859"/>
                </a:lnTo>
                <a:lnTo>
                  <a:pt x="164335" y="525940"/>
                </a:lnTo>
                <a:lnTo>
                  <a:pt x="207039" y="538551"/>
                </a:lnTo>
                <a:lnTo>
                  <a:pt x="252412" y="542925"/>
                </a:lnTo>
                <a:lnTo>
                  <a:pt x="297797" y="538551"/>
                </a:lnTo>
                <a:lnTo>
                  <a:pt x="340512" y="525940"/>
                </a:lnTo>
                <a:lnTo>
                  <a:pt x="379845" y="505859"/>
                </a:lnTo>
                <a:lnTo>
                  <a:pt x="415082" y="479074"/>
                </a:lnTo>
                <a:lnTo>
                  <a:pt x="445511" y="446350"/>
                </a:lnTo>
                <a:lnTo>
                  <a:pt x="470419" y="408455"/>
                </a:lnTo>
                <a:lnTo>
                  <a:pt x="489093" y="366154"/>
                </a:lnTo>
                <a:lnTo>
                  <a:pt x="500821" y="320213"/>
                </a:lnTo>
                <a:lnTo>
                  <a:pt x="504888" y="271399"/>
                </a:lnTo>
                <a:lnTo>
                  <a:pt x="500821" y="222589"/>
                </a:lnTo>
                <a:lnTo>
                  <a:pt x="489093" y="176659"/>
                </a:lnTo>
                <a:lnTo>
                  <a:pt x="470419" y="134375"/>
                </a:lnTo>
                <a:lnTo>
                  <a:pt x="445511" y="96499"/>
                </a:lnTo>
                <a:lnTo>
                  <a:pt x="415082" y="63797"/>
                </a:lnTo>
                <a:lnTo>
                  <a:pt x="379845" y="37032"/>
                </a:lnTo>
                <a:lnTo>
                  <a:pt x="340512" y="16968"/>
                </a:lnTo>
                <a:lnTo>
                  <a:pt x="297797" y="4369"/>
                </a:lnTo>
                <a:lnTo>
                  <a:pt x="252412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1121092" y="5909881"/>
            <a:ext cx="167005" cy="2889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700" b="1" i="1" spc="60" dirty="0">
                <a:solidFill>
                  <a:srgbClr val="181818"/>
                </a:solidFill>
                <a:latin typeface="Trebuchet MS"/>
                <a:cs typeface="Trebuchet MS"/>
              </a:rPr>
              <a:t>6</a:t>
            </a:r>
            <a:endParaRPr sz="1700">
              <a:latin typeface="Trebuchet MS"/>
              <a:cs typeface="Trebuchet MS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957262" y="7129398"/>
            <a:ext cx="505459" cy="542925"/>
          </a:xfrm>
          <a:custGeom>
            <a:avLst/>
            <a:gdLst/>
            <a:ahLst/>
            <a:cxnLst/>
            <a:rect l="l" t="t" r="r" b="b"/>
            <a:pathLst>
              <a:path w="505459" h="542925">
                <a:moveTo>
                  <a:pt x="252412" y="0"/>
                </a:moveTo>
                <a:lnTo>
                  <a:pt x="207039" y="4373"/>
                </a:lnTo>
                <a:lnTo>
                  <a:pt x="164335" y="16984"/>
                </a:lnTo>
                <a:lnTo>
                  <a:pt x="125013" y="37065"/>
                </a:lnTo>
                <a:lnTo>
                  <a:pt x="89784" y="63850"/>
                </a:lnTo>
                <a:lnTo>
                  <a:pt x="59362" y="96574"/>
                </a:lnTo>
                <a:lnTo>
                  <a:pt x="34460" y="134469"/>
                </a:lnTo>
                <a:lnTo>
                  <a:pt x="15791" y="176770"/>
                </a:lnTo>
                <a:lnTo>
                  <a:pt x="4066" y="222711"/>
                </a:lnTo>
                <a:lnTo>
                  <a:pt x="0" y="271525"/>
                </a:lnTo>
                <a:lnTo>
                  <a:pt x="4066" y="320335"/>
                </a:lnTo>
                <a:lnTo>
                  <a:pt x="15791" y="366265"/>
                </a:lnTo>
                <a:lnTo>
                  <a:pt x="34460" y="408549"/>
                </a:lnTo>
                <a:lnTo>
                  <a:pt x="59362" y="446425"/>
                </a:lnTo>
                <a:lnTo>
                  <a:pt x="89784" y="479127"/>
                </a:lnTo>
                <a:lnTo>
                  <a:pt x="125013" y="505892"/>
                </a:lnTo>
                <a:lnTo>
                  <a:pt x="164335" y="525956"/>
                </a:lnTo>
                <a:lnTo>
                  <a:pt x="207039" y="538555"/>
                </a:lnTo>
                <a:lnTo>
                  <a:pt x="252412" y="542925"/>
                </a:lnTo>
                <a:lnTo>
                  <a:pt x="297797" y="538555"/>
                </a:lnTo>
                <a:lnTo>
                  <a:pt x="340512" y="525956"/>
                </a:lnTo>
                <a:lnTo>
                  <a:pt x="379845" y="505892"/>
                </a:lnTo>
                <a:lnTo>
                  <a:pt x="415082" y="479127"/>
                </a:lnTo>
                <a:lnTo>
                  <a:pt x="445511" y="446425"/>
                </a:lnTo>
                <a:lnTo>
                  <a:pt x="470419" y="408549"/>
                </a:lnTo>
                <a:lnTo>
                  <a:pt x="489093" y="366265"/>
                </a:lnTo>
                <a:lnTo>
                  <a:pt x="500821" y="320335"/>
                </a:lnTo>
                <a:lnTo>
                  <a:pt x="504888" y="271525"/>
                </a:lnTo>
                <a:lnTo>
                  <a:pt x="500821" y="222711"/>
                </a:lnTo>
                <a:lnTo>
                  <a:pt x="489093" y="176770"/>
                </a:lnTo>
                <a:lnTo>
                  <a:pt x="470419" y="134469"/>
                </a:lnTo>
                <a:lnTo>
                  <a:pt x="445511" y="96574"/>
                </a:lnTo>
                <a:lnTo>
                  <a:pt x="415082" y="63850"/>
                </a:lnTo>
                <a:lnTo>
                  <a:pt x="379845" y="37065"/>
                </a:lnTo>
                <a:lnTo>
                  <a:pt x="340512" y="16984"/>
                </a:lnTo>
                <a:lnTo>
                  <a:pt x="297797" y="4373"/>
                </a:lnTo>
                <a:lnTo>
                  <a:pt x="252412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1118869" y="7250048"/>
            <a:ext cx="170815" cy="2882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700" b="1" i="1" spc="90" dirty="0">
                <a:solidFill>
                  <a:srgbClr val="181818"/>
                </a:solidFill>
                <a:latin typeface="Trebuchet MS"/>
                <a:cs typeface="Trebuchet MS"/>
              </a:rPr>
              <a:t>8</a:t>
            </a:r>
            <a:endParaRPr sz="1700">
              <a:latin typeface="Trebuchet MS"/>
              <a:cs typeface="Trebuchet MS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957262" y="7796148"/>
            <a:ext cx="505459" cy="542925"/>
          </a:xfrm>
          <a:custGeom>
            <a:avLst/>
            <a:gdLst/>
            <a:ahLst/>
            <a:cxnLst/>
            <a:rect l="l" t="t" r="r" b="b"/>
            <a:pathLst>
              <a:path w="505459" h="542925">
                <a:moveTo>
                  <a:pt x="252412" y="0"/>
                </a:moveTo>
                <a:lnTo>
                  <a:pt x="207039" y="4373"/>
                </a:lnTo>
                <a:lnTo>
                  <a:pt x="164335" y="16984"/>
                </a:lnTo>
                <a:lnTo>
                  <a:pt x="125013" y="37065"/>
                </a:lnTo>
                <a:lnTo>
                  <a:pt x="89784" y="63850"/>
                </a:lnTo>
                <a:lnTo>
                  <a:pt x="59362" y="96574"/>
                </a:lnTo>
                <a:lnTo>
                  <a:pt x="34460" y="134469"/>
                </a:lnTo>
                <a:lnTo>
                  <a:pt x="15791" y="176770"/>
                </a:lnTo>
                <a:lnTo>
                  <a:pt x="4066" y="222711"/>
                </a:lnTo>
                <a:lnTo>
                  <a:pt x="0" y="271525"/>
                </a:lnTo>
                <a:lnTo>
                  <a:pt x="4066" y="320335"/>
                </a:lnTo>
                <a:lnTo>
                  <a:pt x="15791" y="366265"/>
                </a:lnTo>
                <a:lnTo>
                  <a:pt x="34460" y="408549"/>
                </a:lnTo>
                <a:lnTo>
                  <a:pt x="59362" y="446425"/>
                </a:lnTo>
                <a:lnTo>
                  <a:pt x="89784" y="479127"/>
                </a:lnTo>
                <a:lnTo>
                  <a:pt x="125013" y="505892"/>
                </a:lnTo>
                <a:lnTo>
                  <a:pt x="164335" y="525956"/>
                </a:lnTo>
                <a:lnTo>
                  <a:pt x="207039" y="538555"/>
                </a:lnTo>
                <a:lnTo>
                  <a:pt x="252412" y="542925"/>
                </a:lnTo>
                <a:lnTo>
                  <a:pt x="297797" y="538555"/>
                </a:lnTo>
                <a:lnTo>
                  <a:pt x="340512" y="525956"/>
                </a:lnTo>
                <a:lnTo>
                  <a:pt x="379845" y="505892"/>
                </a:lnTo>
                <a:lnTo>
                  <a:pt x="415082" y="479127"/>
                </a:lnTo>
                <a:lnTo>
                  <a:pt x="445511" y="446425"/>
                </a:lnTo>
                <a:lnTo>
                  <a:pt x="470419" y="408549"/>
                </a:lnTo>
                <a:lnTo>
                  <a:pt x="489093" y="366265"/>
                </a:lnTo>
                <a:lnTo>
                  <a:pt x="500821" y="320335"/>
                </a:lnTo>
                <a:lnTo>
                  <a:pt x="504888" y="271525"/>
                </a:lnTo>
                <a:lnTo>
                  <a:pt x="500821" y="222711"/>
                </a:lnTo>
                <a:lnTo>
                  <a:pt x="489093" y="176770"/>
                </a:lnTo>
                <a:lnTo>
                  <a:pt x="470419" y="134469"/>
                </a:lnTo>
                <a:lnTo>
                  <a:pt x="445511" y="96574"/>
                </a:lnTo>
                <a:lnTo>
                  <a:pt x="415082" y="63850"/>
                </a:lnTo>
                <a:lnTo>
                  <a:pt x="379845" y="37065"/>
                </a:lnTo>
                <a:lnTo>
                  <a:pt x="340512" y="16984"/>
                </a:lnTo>
                <a:lnTo>
                  <a:pt x="297797" y="4373"/>
                </a:lnTo>
                <a:lnTo>
                  <a:pt x="252412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1121092" y="7917878"/>
            <a:ext cx="167005" cy="2889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700" b="1" i="1" spc="60" dirty="0">
                <a:solidFill>
                  <a:srgbClr val="181818"/>
                </a:solidFill>
                <a:latin typeface="Trebuchet MS"/>
                <a:cs typeface="Trebuchet MS"/>
              </a:rPr>
              <a:t>9</a:t>
            </a:r>
            <a:endParaRPr sz="1700">
              <a:latin typeface="Trebuchet MS"/>
              <a:cs typeface="Trebuchet MS"/>
            </a:endParaRPr>
          </a:p>
        </p:txBody>
      </p:sp>
      <p:sp>
        <p:nvSpPr>
          <p:cNvPr id="21" name="object 2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2707" rIns="0" bIns="0" rtlCol="0">
            <a:spAutoFit/>
          </a:bodyPr>
          <a:lstStyle/>
          <a:p>
            <a:pPr marL="3228975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INTRODUCTION</a:t>
            </a:r>
          </a:p>
        </p:txBody>
      </p:sp>
      <p:sp>
        <p:nvSpPr>
          <p:cNvPr id="22" name="object 22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407034" rIns="0" bIns="0" rtlCol="0">
            <a:spAutoFit/>
          </a:bodyPr>
          <a:lstStyle/>
          <a:p>
            <a:pPr marL="12700" marR="395605" indent="167640">
              <a:lnSpc>
                <a:spcPct val="100000"/>
              </a:lnSpc>
              <a:spcBef>
                <a:spcPts val="100"/>
              </a:spcBef>
              <a:buSzPct val="60000"/>
              <a:buFont typeface="Calibri"/>
              <a:buChar char="•"/>
              <a:tabLst>
                <a:tab pos="180340" algn="l"/>
              </a:tabLst>
            </a:pPr>
            <a:r>
              <a:rPr b="0" dirty="0">
                <a:latin typeface="Times New Roman"/>
                <a:cs typeface="Times New Roman"/>
              </a:rPr>
              <a:t>A</a:t>
            </a:r>
            <a:r>
              <a:rPr b="0" spc="-185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Job</a:t>
            </a:r>
            <a:r>
              <a:rPr b="0" spc="-40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Portal</a:t>
            </a:r>
            <a:r>
              <a:rPr b="0" spc="-55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Management</a:t>
            </a:r>
            <a:r>
              <a:rPr b="0" spc="-60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System</a:t>
            </a:r>
            <a:r>
              <a:rPr b="0" spc="-55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is</a:t>
            </a:r>
            <a:r>
              <a:rPr b="0" spc="-90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a</a:t>
            </a:r>
            <a:r>
              <a:rPr b="0" spc="-35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web-based</a:t>
            </a:r>
            <a:r>
              <a:rPr b="0" spc="-40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application</a:t>
            </a:r>
            <a:r>
              <a:rPr b="0" spc="-45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designed</a:t>
            </a:r>
            <a:r>
              <a:rPr b="0" spc="-45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to</a:t>
            </a:r>
            <a:r>
              <a:rPr b="0" spc="-45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connect</a:t>
            </a:r>
            <a:r>
              <a:rPr b="0" spc="20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job</a:t>
            </a:r>
            <a:r>
              <a:rPr b="0" spc="-45" dirty="0">
                <a:latin typeface="Times New Roman"/>
                <a:cs typeface="Times New Roman"/>
              </a:rPr>
              <a:t> </a:t>
            </a:r>
            <a:r>
              <a:rPr b="0" spc="-10" dirty="0">
                <a:latin typeface="Times New Roman"/>
                <a:cs typeface="Times New Roman"/>
              </a:rPr>
              <a:t>seekers </a:t>
            </a:r>
            <a:r>
              <a:rPr b="0" dirty="0">
                <a:latin typeface="Times New Roman"/>
                <a:cs typeface="Times New Roman"/>
              </a:rPr>
              <a:t>and</a:t>
            </a:r>
            <a:r>
              <a:rPr b="0" spc="-55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employers</a:t>
            </a:r>
            <a:r>
              <a:rPr b="0" spc="-20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on</a:t>
            </a:r>
            <a:r>
              <a:rPr b="0" spc="-50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a</a:t>
            </a:r>
            <a:r>
              <a:rPr b="0" spc="-35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single</a:t>
            </a:r>
            <a:r>
              <a:rPr b="0" spc="-45" dirty="0">
                <a:latin typeface="Times New Roman"/>
                <a:cs typeface="Times New Roman"/>
              </a:rPr>
              <a:t> </a:t>
            </a:r>
            <a:r>
              <a:rPr b="0" spc="-10" dirty="0">
                <a:latin typeface="Times New Roman"/>
                <a:cs typeface="Times New Roman"/>
              </a:rPr>
              <a:t>platform.</a:t>
            </a:r>
          </a:p>
          <a:p>
            <a:pPr marL="12700" marR="720090" indent="228600">
              <a:lnSpc>
                <a:spcPct val="100000"/>
              </a:lnSpc>
              <a:spcBef>
                <a:spcPts val="10"/>
              </a:spcBef>
              <a:buChar char="•"/>
              <a:tabLst>
                <a:tab pos="241300" algn="l"/>
              </a:tabLst>
            </a:pPr>
            <a:r>
              <a:rPr b="0" dirty="0">
                <a:latin typeface="Times New Roman"/>
                <a:cs typeface="Times New Roman"/>
              </a:rPr>
              <a:t>It</a:t>
            </a:r>
            <a:r>
              <a:rPr b="0" spc="20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provides</a:t>
            </a:r>
            <a:r>
              <a:rPr b="0" spc="-70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an</a:t>
            </a:r>
            <a:r>
              <a:rPr b="0" spc="-35" dirty="0">
                <a:latin typeface="Times New Roman"/>
                <a:cs typeface="Times New Roman"/>
              </a:rPr>
              <a:t> </a:t>
            </a:r>
            <a:r>
              <a:rPr b="0" spc="-10" dirty="0">
                <a:latin typeface="Times New Roman"/>
                <a:cs typeface="Times New Roman"/>
              </a:rPr>
              <a:t>easy-</a:t>
            </a:r>
            <a:r>
              <a:rPr b="0" spc="-20" dirty="0">
                <a:latin typeface="Times New Roman"/>
                <a:cs typeface="Times New Roman"/>
              </a:rPr>
              <a:t>to-</a:t>
            </a:r>
            <a:r>
              <a:rPr b="0" dirty="0">
                <a:latin typeface="Times New Roman"/>
                <a:cs typeface="Times New Roman"/>
              </a:rPr>
              <a:t>use</a:t>
            </a:r>
            <a:r>
              <a:rPr b="0" spc="-95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interface</a:t>
            </a:r>
            <a:r>
              <a:rPr b="0" spc="-20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where</a:t>
            </a:r>
            <a:r>
              <a:rPr b="0" spc="-20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users</a:t>
            </a:r>
            <a:r>
              <a:rPr b="0" spc="-5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can</a:t>
            </a:r>
            <a:r>
              <a:rPr b="0" spc="-35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search,</a:t>
            </a:r>
            <a:r>
              <a:rPr b="0" spc="-35" dirty="0">
                <a:latin typeface="Times New Roman"/>
                <a:cs typeface="Times New Roman"/>
              </a:rPr>
              <a:t> </a:t>
            </a:r>
            <a:r>
              <a:rPr b="0" spc="-20" dirty="0">
                <a:latin typeface="Times New Roman"/>
                <a:cs typeface="Times New Roman"/>
              </a:rPr>
              <a:t>view,</a:t>
            </a:r>
            <a:r>
              <a:rPr b="0" spc="-35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and</a:t>
            </a:r>
            <a:r>
              <a:rPr b="0" spc="-35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apply</a:t>
            </a:r>
            <a:r>
              <a:rPr b="0" spc="-35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for</a:t>
            </a:r>
            <a:r>
              <a:rPr b="0" spc="-55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jobs</a:t>
            </a:r>
            <a:r>
              <a:rPr b="0" spc="-75" dirty="0">
                <a:latin typeface="Times New Roman"/>
                <a:cs typeface="Times New Roman"/>
              </a:rPr>
              <a:t> </a:t>
            </a:r>
            <a:r>
              <a:rPr b="0" spc="-10" dirty="0">
                <a:latin typeface="Times New Roman"/>
                <a:cs typeface="Times New Roman"/>
              </a:rPr>
              <a:t>online </a:t>
            </a:r>
            <a:r>
              <a:rPr b="0" dirty="0">
                <a:latin typeface="Times New Roman"/>
                <a:cs typeface="Times New Roman"/>
              </a:rPr>
              <a:t>from</a:t>
            </a:r>
            <a:r>
              <a:rPr b="0" spc="5" dirty="0">
                <a:latin typeface="Times New Roman"/>
                <a:cs typeface="Times New Roman"/>
              </a:rPr>
              <a:t> </a:t>
            </a:r>
            <a:r>
              <a:rPr b="0" spc="-10" dirty="0">
                <a:latin typeface="Times New Roman"/>
                <a:cs typeface="Times New Roman"/>
              </a:rPr>
              <a:t>anywhere.</a:t>
            </a:r>
          </a:p>
          <a:p>
            <a:pPr marL="241300" indent="-228600">
              <a:lnSpc>
                <a:spcPct val="100000"/>
              </a:lnSpc>
              <a:spcBef>
                <a:spcPts val="5"/>
              </a:spcBef>
              <a:buChar char="•"/>
              <a:tabLst>
                <a:tab pos="241300" algn="l"/>
              </a:tabLst>
            </a:pPr>
            <a:r>
              <a:rPr b="0" dirty="0">
                <a:latin typeface="Times New Roman"/>
                <a:cs typeface="Times New Roman"/>
              </a:rPr>
              <a:t>Employers</a:t>
            </a:r>
            <a:r>
              <a:rPr b="0" spc="-30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can</a:t>
            </a:r>
            <a:r>
              <a:rPr b="0" spc="-60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post</a:t>
            </a:r>
            <a:r>
              <a:rPr b="0" spc="-65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job</a:t>
            </a:r>
            <a:r>
              <a:rPr b="0" spc="-60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vacancies</a:t>
            </a:r>
            <a:r>
              <a:rPr b="0" spc="-25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with</a:t>
            </a:r>
            <a:r>
              <a:rPr b="0" spc="-60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details</a:t>
            </a:r>
            <a:r>
              <a:rPr b="0" spc="-30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such</a:t>
            </a:r>
            <a:r>
              <a:rPr b="0" spc="-55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as</a:t>
            </a:r>
            <a:r>
              <a:rPr b="0" spc="-95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skills,</a:t>
            </a:r>
            <a:r>
              <a:rPr b="0" spc="-55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experience,</a:t>
            </a:r>
            <a:r>
              <a:rPr b="0" spc="-60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and</a:t>
            </a:r>
            <a:r>
              <a:rPr b="0" spc="-55" dirty="0">
                <a:latin typeface="Times New Roman"/>
                <a:cs typeface="Times New Roman"/>
              </a:rPr>
              <a:t> </a:t>
            </a:r>
            <a:r>
              <a:rPr b="0" spc="-20" dirty="0">
                <a:latin typeface="Times New Roman"/>
                <a:cs typeface="Times New Roman"/>
              </a:rPr>
              <a:t>salary,</a:t>
            </a:r>
            <a:r>
              <a:rPr b="0" spc="-60" dirty="0">
                <a:latin typeface="Times New Roman"/>
                <a:cs typeface="Times New Roman"/>
              </a:rPr>
              <a:t> </a:t>
            </a:r>
            <a:r>
              <a:rPr b="0" spc="-25" dirty="0">
                <a:latin typeface="Times New Roman"/>
                <a:cs typeface="Times New Roman"/>
              </a:rPr>
              <a:t>and</a:t>
            </a: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b="0" dirty="0">
                <a:latin typeface="Times New Roman"/>
                <a:cs typeface="Times New Roman"/>
              </a:rPr>
              <a:t>manage</a:t>
            </a:r>
            <a:r>
              <a:rPr b="0" spc="-65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applicants</a:t>
            </a:r>
            <a:r>
              <a:rPr b="0" spc="-120" dirty="0">
                <a:latin typeface="Times New Roman"/>
                <a:cs typeface="Times New Roman"/>
              </a:rPr>
              <a:t> </a:t>
            </a:r>
            <a:r>
              <a:rPr b="0" spc="-10" dirty="0">
                <a:latin typeface="Times New Roman"/>
                <a:cs typeface="Times New Roman"/>
              </a:rPr>
              <a:t>efficiently.</a:t>
            </a:r>
          </a:p>
          <a:p>
            <a:pPr marL="231775" indent="-219075">
              <a:lnSpc>
                <a:spcPct val="100000"/>
              </a:lnSpc>
              <a:buChar char="•"/>
              <a:tabLst>
                <a:tab pos="231775" algn="l"/>
              </a:tabLst>
            </a:pPr>
            <a:r>
              <a:rPr b="0" dirty="0">
                <a:latin typeface="Times New Roman"/>
                <a:cs typeface="Times New Roman"/>
              </a:rPr>
              <a:t>The</a:t>
            </a:r>
            <a:r>
              <a:rPr b="0" spc="-15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system</a:t>
            </a:r>
            <a:r>
              <a:rPr b="0" spc="-45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helps</a:t>
            </a:r>
            <a:r>
              <a:rPr b="0" spc="-70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students</a:t>
            </a:r>
            <a:r>
              <a:rPr b="0" spc="-70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and</a:t>
            </a:r>
            <a:r>
              <a:rPr b="0" spc="-25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job</a:t>
            </a:r>
            <a:r>
              <a:rPr b="0" spc="-30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seekers</a:t>
            </a:r>
            <a:r>
              <a:rPr b="0" spc="-70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create</a:t>
            </a:r>
            <a:r>
              <a:rPr b="0" spc="-10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professional</a:t>
            </a:r>
            <a:r>
              <a:rPr b="0" spc="-35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profiles</a:t>
            </a:r>
            <a:r>
              <a:rPr b="0" spc="-70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and</a:t>
            </a:r>
            <a:r>
              <a:rPr b="0" spc="-30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upload</a:t>
            </a:r>
            <a:r>
              <a:rPr b="0" spc="-25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their</a:t>
            </a:r>
            <a:r>
              <a:rPr b="0" spc="-55" dirty="0">
                <a:latin typeface="Times New Roman"/>
                <a:cs typeface="Times New Roman"/>
              </a:rPr>
              <a:t> </a:t>
            </a:r>
            <a:r>
              <a:rPr b="0" spc="-10" dirty="0">
                <a:latin typeface="Times New Roman"/>
                <a:cs typeface="Times New Roman"/>
              </a:rPr>
              <a:t>resumes</a:t>
            </a: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b="0" dirty="0">
                <a:latin typeface="Times New Roman"/>
                <a:cs typeface="Times New Roman"/>
              </a:rPr>
              <a:t>for better</a:t>
            </a:r>
            <a:r>
              <a:rPr b="0" spc="-70" dirty="0">
                <a:latin typeface="Times New Roman"/>
                <a:cs typeface="Times New Roman"/>
              </a:rPr>
              <a:t> </a:t>
            </a:r>
            <a:r>
              <a:rPr b="0" spc="-10" dirty="0">
                <a:latin typeface="Times New Roman"/>
                <a:cs typeface="Times New Roman"/>
              </a:rPr>
              <a:t>visibility.</a:t>
            </a:r>
          </a:p>
          <a:p>
            <a:pPr marL="241300" indent="-228600">
              <a:lnSpc>
                <a:spcPct val="100000"/>
              </a:lnSpc>
              <a:spcBef>
                <a:spcPts val="5"/>
              </a:spcBef>
              <a:buChar char="•"/>
              <a:tabLst>
                <a:tab pos="241300" algn="l"/>
              </a:tabLst>
            </a:pPr>
            <a:r>
              <a:rPr b="0" dirty="0">
                <a:latin typeface="Times New Roman"/>
                <a:cs typeface="Times New Roman"/>
              </a:rPr>
              <a:t>It</a:t>
            </a:r>
            <a:r>
              <a:rPr b="0" spc="-15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reduces</a:t>
            </a:r>
            <a:r>
              <a:rPr b="0" spc="-35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the</a:t>
            </a:r>
            <a:r>
              <a:rPr b="0" spc="-55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manual</a:t>
            </a:r>
            <a:r>
              <a:rPr b="0" spc="-75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effort</a:t>
            </a:r>
            <a:r>
              <a:rPr b="0" spc="-75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involved</a:t>
            </a:r>
            <a:r>
              <a:rPr b="0" spc="-65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in</a:t>
            </a:r>
            <a:r>
              <a:rPr b="0" spc="-65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traditional</a:t>
            </a:r>
            <a:r>
              <a:rPr b="0" spc="-75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job</a:t>
            </a:r>
            <a:r>
              <a:rPr b="0" spc="-65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searching</a:t>
            </a:r>
            <a:r>
              <a:rPr b="0" spc="-65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and</a:t>
            </a:r>
            <a:r>
              <a:rPr b="0" spc="-65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recruitment</a:t>
            </a:r>
            <a:r>
              <a:rPr b="0" spc="-10" dirty="0">
                <a:latin typeface="Times New Roman"/>
                <a:cs typeface="Times New Roman"/>
              </a:rPr>
              <a:t> processes.</a:t>
            </a:r>
          </a:p>
          <a:p>
            <a:pPr marL="241300" indent="-228600">
              <a:lnSpc>
                <a:spcPct val="100000"/>
              </a:lnSpc>
              <a:spcBef>
                <a:spcPts val="5"/>
              </a:spcBef>
              <a:buChar char="•"/>
              <a:tabLst>
                <a:tab pos="241300" algn="l"/>
              </a:tabLst>
            </a:pPr>
            <a:r>
              <a:rPr b="0" dirty="0">
                <a:latin typeface="Times New Roman"/>
                <a:cs typeface="Times New Roman"/>
              </a:rPr>
              <a:t>Users</a:t>
            </a:r>
            <a:r>
              <a:rPr b="0" spc="-85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can</a:t>
            </a:r>
            <a:r>
              <a:rPr b="0" spc="-45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filter and</a:t>
            </a:r>
            <a:r>
              <a:rPr b="0" spc="-45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search</a:t>
            </a:r>
            <a:r>
              <a:rPr b="0" spc="-45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jobs</a:t>
            </a:r>
            <a:r>
              <a:rPr b="0" spc="-20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based</a:t>
            </a:r>
            <a:r>
              <a:rPr b="0" spc="-45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on</a:t>
            </a:r>
            <a:r>
              <a:rPr b="0" spc="-45" dirty="0">
                <a:latin typeface="Times New Roman"/>
                <a:cs typeface="Times New Roman"/>
              </a:rPr>
              <a:t> </a:t>
            </a:r>
            <a:r>
              <a:rPr b="0" spc="-20" dirty="0">
                <a:latin typeface="Times New Roman"/>
                <a:cs typeface="Times New Roman"/>
              </a:rPr>
              <a:t>category,</a:t>
            </a:r>
            <a:r>
              <a:rPr b="0" spc="-45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location,</a:t>
            </a:r>
            <a:r>
              <a:rPr b="0" spc="-45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skills,</a:t>
            </a:r>
            <a:r>
              <a:rPr b="0" spc="-45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and</a:t>
            </a:r>
            <a:r>
              <a:rPr b="0" spc="-45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experience</a:t>
            </a:r>
            <a:r>
              <a:rPr b="0" spc="-35" dirty="0">
                <a:latin typeface="Times New Roman"/>
                <a:cs typeface="Times New Roman"/>
              </a:rPr>
              <a:t> </a:t>
            </a:r>
            <a:r>
              <a:rPr b="0" spc="-10" dirty="0">
                <a:latin typeface="Times New Roman"/>
                <a:cs typeface="Times New Roman"/>
              </a:rPr>
              <a:t>level.</a:t>
            </a:r>
          </a:p>
          <a:p>
            <a:pPr marL="231775" indent="-219075">
              <a:lnSpc>
                <a:spcPct val="100000"/>
              </a:lnSpc>
              <a:buChar char="•"/>
              <a:tabLst>
                <a:tab pos="231775" algn="l"/>
              </a:tabLst>
            </a:pPr>
            <a:r>
              <a:rPr b="0" dirty="0">
                <a:latin typeface="Times New Roman"/>
                <a:cs typeface="Times New Roman"/>
              </a:rPr>
              <a:t>The</a:t>
            </a:r>
            <a:r>
              <a:rPr b="0" spc="-40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system</a:t>
            </a:r>
            <a:r>
              <a:rPr b="0" spc="-65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maintains</a:t>
            </a:r>
            <a:r>
              <a:rPr b="0" spc="-25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application</a:t>
            </a:r>
            <a:r>
              <a:rPr b="0" spc="-50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status</a:t>
            </a:r>
            <a:r>
              <a:rPr b="0" spc="-25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and</a:t>
            </a:r>
            <a:r>
              <a:rPr b="0" spc="-55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provides</a:t>
            </a:r>
            <a:r>
              <a:rPr b="0" spc="-25" dirty="0">
                <a:latin typeface="Times New Roman"/>
                <a:cs typeface="Times New Roman"/>
              </a:rPr>
              <a:t> real-</a:t>
            </a:r>
            <a:r>
              <a:rPr b="0" dirty="0">
                <a:latin typeface="Times New Roman"/>
                <a:cs typeface="Times New Roman"/>
              </a:rPr>
              <a:t>time</a:t>
            </a:r>
            <a:r>
              <a:rPr b="0" spc="-105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notifications</a:t>
            </a:r>
            <a:r>
              <a:rPr b="0" spc="-30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to</a:t>
            </a:r>
            <a:r>
              <a:rPr b="0" spc="-55" dirty="0">
                <a:latin typeface="Times New Roman"/>
                <a:cs typeface="Times New Roman"/>
              </a:rPr>
              <a:t> </a:t>
            </a:r>
            <a:r>
              <a:rPr b="0" spc="-10" dirty="0">
                <a:latin typeface="Times New Roman"/>
                <a:cs typeface="Times New Roman"/>
              </a:rPr>
              <a:t>users.</a:t>
            </a:r>
          </a:p>
          <a:p>
            <a:pPr marL="241300" indent="-228600">
              <a:lnSpc>
                <a:spcPct val="100000"/>
              </a:lnSpc>
              <a:spcBef>
                <a:spcPts val="5"/>
              </a:spcBef>
              <a:buChar char="•"/>
              <a:tabLst>
                <a:tab pos="241300" algn="l"/>
              </a:tabLst>
            </a:pPr>
            <a:r>
              <a:rPr b="0" dirty="0">
                <a:latin typeface="Times New Roman"/>
                <a:cs typeface="Times New Roman"/>
              </a:rPr>
              <a:t>It</a:t>
            </a:r>
            <a:r>
              <a:rPr b="0" spc="-10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enhances</a:t>
            </a:r>
            <a:r>
              <a:rPr b="0" spc="-100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communication</a:t>
            </a:r>
            <a:r>
              <a:rPr b="0" spc="-65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between</a:t>
            </a:r>
            <a:r>
              <a:rPr b="0" spc="-60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job</a:t>
            </a:r>
            <a:r>
              <a:rPr b="0" spc="-65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seekers</a:t>
            </a:r>
            <a:r>
              <a:rPr b="0" spc="-100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and</a:t>
            </a:r>
            <a:r>
              <a:rPr b="0" spc="-60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employers</a:t>
            </a:r>
            <a:r>
              <a:rPr b="0" spc="-35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through</a:t>
            </a:r>
            <a:r>
              <a:rPr b="0" spc="-65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automated</a:t>
            </a:r>
            <a:r>
              <a:rPr b="0" spc="-65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updates</a:t>
            </a:r>
            <a:r>
              <a:rPr b="0" spc="-35" dirty="0">
                <a:latin typeface="Times New Roman"/>
                <a:cs typeface="Times New Roman"/>
              </a:rPr>
              <a:t> </a:t>
            </a:r>
            <a:r>
              <a:rPr b="0" spc="-25" dirty="0">
                <a:latin typeface="Times New Roman"/>
                <a:cs typeface="Times New Roman"/>
              </a:rPr>
              <a:t>and</a:t>
            </a: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b="0" spc="-10" dirty="0">
                <a:latin typeface="Times New Roman"/>
                <a:cs typeface="Times New Roman"/>
              </a:rPr>
              <a:t>alerts.</a:t>
            </a:r>
          </a:p>
          <a:p>
            <a:pPr marL="231775" indent="-219075">
              <a:lnSpc>
                <a:spcPct val="100000"/>
              </a:lnSpc>
              <a:buChar char="•"/>
              <a:tabLst>
                <a:tab pos="231775" algn="l"/>
              </a:tabLst>
            </a:pPr>
            <a:r>
              <a:rPr b="0" dirty="0">
                <a:latin typeface="Times New Roman"/>
                <a:cs typeface="Times New Roman"/>
              </a:rPr>
              <a:t>The</a:t>
            </a:r>
            <a:r>
              <a:rPr b="0" spc="-60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system</a:t>
            </a:r>
            <a:r>
              <a:rPr b="0" spc="-50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ensures</a:t>
            </a:r>
            <a:r>
              <a:rPr b="0" spc="-10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secure</a:t>
            </a:r>
            <a:r>
              <a:rPr b="0" spc="-25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login</a:t>
            </a:r>
            <a:r>
              <a:rPr b="0" spc="-45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with</a:t>
            </a:r>
            <a:r>
              <a:rPr b="0" spc="-40" dirty="0">
                <a:latin typeface="Times New Roman"/>
                <a:cs typeface="Times New Roman"/>
              </a:rPr>
              <a:t> </a:t>
            </a:r>
            <a:r>
              <a:rPr b="0" spc="-20" dirty="0">
                <a:latin typeface="Times New Roman"/>
                <a:cs typeface="Times New Roman"/>
              </a:rPr>
              <a:t>role-</a:t>
            </a:r>
            <a:r>
              <a:rPr b="0" dirty="0">
                <a:latin typeface="Times New Roman"/>
                <a:cs typeface="Times New Roman"/>
              </a:rPr>
              <a:t>based</a:t>
            </a:r>
            <a:r>
              <a:rPr b="0" spc="-40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access</a:t>
            </a:r>
            <a:r>
              <a:rPr b="0" spc="-10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control</a:t>
            </a:r>
            <a:r>
              <a:rPr b="0" spc="-55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(Student,</a:t>
            </a:r>
            <a:r>
              <a:rPr b="0" spc="-40" dirty="0">
                <a:latin typeface="Times New Roman"/>
                <a:cs typeface="Times New Roman"/>
              </a:rPr>
              <a:t> </a:t>
            </a:r>
            <a:r>
              <a:rPr b="0" spc="-35" dirty="0">
                <a:latin typeface="Times New Roman"/>
                <a:cs typeface="Times New Roman"/>
              </a:rPr>
              <a:t>Employer,</a:t>
            </a:r>
            <a:r>
              <a:rPr b="0" spc="-155" dirty="0">
                <a:latin typeface="Times New Roman"/>
                <a:cs typeface="Times New Roman"/>
              </a:rPr>
              <a:t> </a:t>
            </a:r>
            <a:r>
              <a:rPr b="0" spc="-10" dirty="0">
                <a:latin typeface="Times New Roman"/>
                <a:cs typeface="Times New Roman"/>
              </a:rPr>
              <a:t>Admin).</a:t>
            </a:r>
          </a:p>
          <a:p>
            <a:pPr marL="241300" indent="-228600">
              <a:lnSpc>
                <a:spcPct val="100000"/>
              </a:lnSpc>
              <a:spcBef>
                <a:spcPts val="5"/>
              </a:spcBef>
              <a:buChar char="•"/>
              <a:tabLst>
                <a:tab pos="241300" algn="l"/>
              </a:tabLst>
            </a:pPr>
            <a:r>
              <a:rPr b="0" dirty="0">
                <a:latin typeface="Times New Roman"/>
                <a:cs typeface="Times New Roman"/>
              </a:rPr>
              <a:t>Overall,</a:t>
            </a:r>
            <a:r>
              <a:rPr b="0" spc="-80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it</a:t>
            </a:r>
            <a:r>
              <a:rPr b="0" spc="-20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simplifies,</a:t>
            </a:r>
            <a:r>
              <a:rPr b="0" spc="-75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organizes,</a:t>
            </a:r>
            <a:r>
              <a:rPr b="0" spc="-75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and</a:t>
            </a:r>
            <a:r>
              <a:rPr b="0" spc="-75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digitalizes</a:t>
            </a:r>
            <a:r>
              <a:rPr b="0" spc="-50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the</a:t>
            </a:r>
            <a:r>
              <a:rPr b="0" spc="-60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recruitment</a:t>
            </a:r>
            <a:r>
              <a:rPr b="0" spc="-85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process</a:t>
            </a:r>
            <a:r>
              <a:rPr b="0" spc="-50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for</a:t>
            </a:r>
            <a:r>
              <a:rPr b="0" spc="-95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better</a:t>
            </a:r>
            <a:r>
              <a:rPr b="0" spc="-30" dirty="0">
                <a:latin typeface="Times New Roman"/>
                <a:cs typeface="Times New Roman"/>
              </a:rPr>
              <a:t> </a:t>
            </a:r>
            <a:r>
              <a:rPr b="0" spc="-10" dirty="0">
                <a:latin typeface="Times New Roman"/>
                <a:cs typeface="Times New Roman"/>
              </a:rPr>
              <a:t>efficiency.</a:t>
            </a:r>
          </a:p>
        </p:txBody>
      </p:sp>
      <p:sp>
        <p:nvSpPr>
          <p:cNvPr id="23" name="object 23"/>
          <p:cNvSpPr txBox="1"/>
          <p:nvPr/>
        </p:nvSpPr>
        <p:spPr>
          <a:xfrm>
            <a:off x="78739" y="-159702"/>
            <a:ext cx="16891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Arial MT"/>
                <a:cs typeface="Arial MT"/>
              </a:rPr>
              <a:t>•.</a:t>
            </a:r>
            <a:endParaRPr sz="1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6331437" y="927832"/>
            <a:ext cx="914400" cy="203200"/>
          </a:xfrm>
          <a:custGeom>
            <a:avLst/>
            <a:gdLst/>
            <a:ahLst/>
            <a:cxnLst/>
            <a:rect l="l" t="t" r="r" b="b"/>
            <a:pathLst>
              <a:path w="914400" h="203200">
                <a:moveTo>
                  <a:pt x="114280" y="0"/>
                </a:moveTo>
                <a:lnTo>
                  <a:pt x="69787" y="7962"/>
                </a:lnTo>
                <a:lnTo>
                  <a:pt x="33462" y="29680"/>
                </a:lnTo>
                <a:lnTo>
                  <a:pt x="8977" y="61899"/>
                </a:lnTo>
                <a:lnTo>
                  <a:pt x="0" y="101365"/>
                </a:lnTo>
                <a:lnTo>
                  <a:pt x="8977" y="140829"/>
                </a:lnTo>
                <a:lnTo>
                  <a:pt x="33463" y="173048"/>
                </a:lnTo>
                <a:lnTo>
                  <a:pt x="69788" y="194766"/>
                </a:lnTo>
                <a:lnTo>
                  <a:pt x="114281" y="202729"/>
                </a:lnTo>
                <a:lnTo>
                  <a:pt x="158774" y="194766"/>
                </a:lnTo>
                <a:lnTo>
                  <a:pt x="195098" y="173048"/>
                </a:lnTo>
                <a:lnTo>
                  <a:pt x="219583" y="140829"/>
                </a:lnTo>
                <a:lnTo>
                  <a:pt x="228560" y="101365"/>
                </a:lnTo>
                <a:lnTo>
                  <a:pt x="219582" y="61899"/>
                </a:lnTo>
                <a:lnTo>
                  <a:pt x="195097" y="29680"/>
                </a:lnTo>
                <a:lnTo>
                  <a:pt x="158773" y="7962"/>
                </a:lnTo>
                <a:lnTo>
                  <a:pt x="114280" y="0"/>
                </a:lnTo>
                <a:close/>
              </a:path>
              <a:path w="914400" h="203200">
                <a:moveTo>
                  <a:pt x="799962" y="0"/>
                </a:moveTo>
                <a:lnTo>
                  <a:pt x="755461" y="7962"/>
                </a:lnTo>
                <a:lnTo>
                  <a:pt x="719138" y="29680"/>
                </a:lnTo>
                <a:lnTo>
                  <a:pt x="694658" y="61899"/>
                </a:lnTo>
                <a:lnTo>
                  <a:pt x="685684" y="101365"/>
                </a:lnTo>
                <a:lnTo>
                  <a:pt x="694658" y="140829"/>
                </a:lnTo>
                <a:lnTo>
                  <a:pt x="719139" y="173048"/>
                </a:lnTo>
                <a:lnTo>
                  <a:pt x="755462" y="194766"/>
                </a:lnTo>
                <a:lnTo>
                  <a:pt x="799963" y="202729"/>
                </a:lnTo>
                <a:lnTo>
                  <a:pt x="844448" y="194766"/>
                </a:lnTo>
                <a:lnTo>
                  <a:pt x="880773" y="173048"/>
                </a:lnTo>
                <a:lnTo>
                  <a:pt x="905262" y="140829"/>
                </a:lnTo>
                <a:lnTo>
                  <a:pt x="914242" y="101365"/>
                </a:lnTo>
                <a:lnTo>
                  <a:pt x="905262" y="61899"/>
                </a:lnTo>
                <a:lnTo>
                  <a:pt x="880772" y="29680"/>
                </a:lnTo>
                <a:lnTo>
                  <a:pt x="844447" y="7962"/>
                </a:lnTo>
                <a:lnTo>
                  <a:pt x="799962" y="0"/>
                </a:lnTo>
                <a:close/>
              </a:path>
              <a:path w="914400" h="203200">
                <a:moveTo>
                  <a:pt x="457125" y="0"/>
                </a:moveTo>
                <a:lnTo>
                  <a:pt x="412623" y="7962"/>
                </a:lnTo>
                <a:lnTo>
                  <a:pt x="376297" y="29680"/>
                </a:lnTo>
                <a:lnTo>
                  <a:pt x="351814" y="61899"/>
                </a:lnTo>
                <a:lnTo>
                  <a:pt x="342839" y="101365"/>
                </a:lnTo>
                <a:lnTo>
                  <a:pt x="351815" y="140829"/>
                </a:lnTo>
                <a:lnTo>
                  <a:pt x="376298" y="173048"/>
                </a:lnTo>
                <a:lnTo>
                  <a:pt x="412624" y="194766"/>
                </a:lnTo>
                <a:lnTo>
                  <a:pt x="457126" y="202729"/>
                </a:lnTo>
                <a:lnTo>
                  <a:pt x="501611" y="194766"/>
                </a:lnTo>
                <a:lnTo>
                  <a:pt x="537935" y="173048"/>
                </a:lnTo>
                <a:lnTo>
                  <a:pt x="562425" y="140829"/>
                </a:lnTo>
                <a:lnTo>
                  <a:pt x="571404" y="101365"/>
                </a:lnTo>
                <a:lnTo>
                  <a:pt x="562424" y="61899"/>
                </a:lnTo>
                <a:lnTo>
                  <a:pt x="537935" y="29680"/>
                </a:lnTo>
                <a:lnTo>
                  <a:pt x="501610" y="7962"/>
                </a:lnTo>
                <a:lnTo>
                  <a:pt x="457125" y="0"/>
                </a:lnTo>
                <a:close/>
              </a:path>
            </a:pathLst>
          </a:custGeom>
          <a:solidFill>
            <a:srgbClr val="FC61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704850" y="2647950"/>
            <a:ext cx="1000125" cy="990600"/>
          </a:xfrm>
          <a:custGeom>
            <a:avLst/>
            <a:gdLst/>
            <a:ahLst/>
            <a:cxnLst/>
            <a:rect l="l" t="t" r="r" b="b"/>
            <a:pathLst>
              <a:path w="1000125" h="990600">
                <a:moveTo>
                  <a:pt x="500062" y="0"/>
                </a:moveTo>
                <a:lnTo>
                  <a:pt x="451903" y="2267"/>
                </a:lnTo>
                <a:lnTo>
                  <a:pt x="405039" y="8930"/>
                </a:lnTo>
                <a:lnTo>
                  <a:pt x="359680" y="19782"/>
                </a:lnTo>
                <a:lnTo>
                  <a:pt x="316035" y="34615"/>
                </a:lnTo>
                <a:lnTo>
                  <a:pt x="274314" y="53222"/>
                </a:lnTo>
                <a:lnTo>
                  <a:pt x="234726" y="75394"/>
                </a:lnTo>
                <a:lnTo>
                  <a:pt x="197481" y="100925"/>
                </a:lnTo>
                <a:lnTo>
                  <a:pt x="162789" y="129607"/>
                </a:lnTo>
                <a:lnTo>
                  <a:pt x="130859" y="161233"/>
                </a:lnTo>
                <a:lnTo>
                  <a:pt x="101900" y="195594"/>
                </a:lnTo>
                <a:lnTo>
                  <a:pt x="76123" y="232484"/>
                </a:lnTo>
                <a:lnTo>
                  <a:pt x="53736" y="271695"/>
                </a:lnTo>
                <a:lnTo>
                  <a:pt x="34950" y="313019"/>
                </a:lnTo>
                <a:lnTo>
                  <a:pt x="19973" y="356249"/>
                </a:lnTo>
                <a:lnTo>
                  <a:pt x="9016" y="401178"/>
                </a:lnTo>
                <a:lnTo>
                  <a:pt x="2289" y="447597"/>
                </a:lnTo>
                <a:lnTo>
                  <a:pt x="0" y="495300"/>
                </a:lnTo>
                <a:lnTo>
                  <a:pt x="2289" y="543002"/>
                </a:lnTo>
                <a:lnTo>
                  <a:pt x="9016" y="589421"/>
                </a:lnTo>
                <a:lnTo>
                  <a:pt x="19973" y="634350"/>
                </a:lnTo>
                <a:lnTo>
                  <a:pt x="34950" y="677580"/>
                </a:lnTo>
                <a:lnTo>
                  <a:pt x="53736" y="718904"/>
                </a:lnTo>
                <a:lnTo>
                  <a:pt x="76123" y="758115"/>
                </a:lnTo>
                <a:lnTo>
                  <a:pt x="101900" y="795005"/>
                </a:lnTo>
                <a:lnTo>
                  <a:pt x="130859" y="829366"/>
                </a:lnTo>
                <a:lnTo>
                  <a:pt x="162789" y="860992"/>
                </a:lnTo>
                <a:lnTo>
                  <a:pt x="197481" y="889674"/>
                </a:lnTo>
                <a:lnTo>
                  <a:pt x="234726" y="915205"/>
                </a:lnTo>
                <a:lnTo>
                  <a:pt x="274314" y="937377"/>
                </a:lnTo>
                <a:lnTo>
                  <a:pt x="316035" y="955984"/>
                </a:lnTo>
                <a:lnTo>
                  <a:pt x="359680" y="970817"/>
                </a:lnTo>
                <a:lnTo>
                  <a:pt x="405039" y="981669"/>
                </a:lnTo>
                <a:lnTo>
                  <a:pt x="451903" y="988332"/>
                </a:lnTo>
                <a:lnTo>
                  <a:pt x="500062" y="990600"/>
                </a:lnTo>
                <a:lnTo>
                  <a:pt x="548219" y="988332"/>
                </a:lnTo>
                <a:lnTo>
                  <a:pt x="595081" y="981669"/>
                </a:lnTo>
                <a:lnTo>
                  <a:pt x="640439" y="970817"/>
                </a:lnTo>
                <a:lnTo>
                  <a:pt x="684084" y="955984"/>
                </a:lnTo>
                <a:lnTo>
                  <a:pt x="725805" y="937377"/>
                </a:lnTo>
                <a:lnTo>
                  <a:pt x="765392" y="915205"/>
                </a:lnTo>
                <a:lnTo>
                  <a:pt x="802637" y="889674"/>
                </a:lnTo>
                <a:lnTo>
                  <a:pt x="837330" y="860992"/>
                </a:lnTo>
                <a:lnTo>
                  <a:pt x="869261" y="829366"/>
                </a:lnTo>
                <a:lnTo>
                  <a:pt x="898220" y="795005"/>
                </a:lnTo>
                <a:lnTo>
                  <a:pt x="923998" y="758115"/>
                </a:lnTo>
                <a:lnTo>
                  <a:pt x="946386" y="718904"/>
                </a:lnTo>
                <a:lnTo>
                  <a:pt x="965173" y="677580"/>
                </a:lnTo>
                <a:lnTo>
                  <a:pt x="980150" y="634350"/>
                </a:lnTo>
                <a:lnTo>
                  <a:pt x="991107" y="589421"/>
                </a:lnTo>
                <a:lnTo>
                  <a:pt x="997835" y="543002"/>
                </a:lnTo>
                <a:lnTo>
                  <a:pt x="1000125" y="495300"/>
                </a:lnTo>
                <a:lnTo>
                  <a:pt x="997835" y="447597"/>
                </a:lnTo>
                <a:lnTo>
                  <a:pt x="991107" y="401178"/>
                </a:lnTo>
                <a:lnTo>
                  <a:pt x="980150" y="356249"/>
                </a:lnTo>
                <a:lnTo>
                  <a:pt x="965173" y="313019"/>
                </a:lnTo>
                <a:lnTo>
                  <a:pt x="946386" y="271695"/>
                </a:lnTo>
                <a:lnTo>
                  <a:pt x="923998" y="232484"/>
                </a:lnTo>
                <a:lnTo>
                  <a:pt x="898220" y="195594"/>
                </a:lnTo>
                <a:lnTo>
                  <a:pt x="869261" y="161233"/>
                </a:lnTo>
                <a:lnTo>
                  <a:pt x="837330" y="129607"/>
                </a:lnTo>
                <a:lnTo>
                  <a:pt x="802637" y="100925"/>
                </a:lnTo>
                <a:lnTo>
                  <a:pt x="765392" y="75394"/>
                </a:lnTo>
                <a:lnTo>
                  <a:pt x="725804" y="53222"/>
                </a:lnTo>
                <a:lnTo>
                  <a:pt x="684084" y="34615"/>
                </a:lnTo>
                <a:lnTo>
                  <a:pt x="640439" y="19782"/>
                </a:lnTo>
                <a:lnTo>
                  <a:pt x="595081" y="8930"/>
                </a:lnTo>
                <a:lnTo>
                  <a:pt x="548219" y="2267"/>
                </a:lnTo>
                <a:lnTo>
                  <a:pt x="500062" y="0"/>
                </a:lnTo>
                <a:close/>
              </a:path>
            </a:pathLst>
          </a:custGeom>
          <a:solidFill>
            <a:srgbClr val="FC61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087755" y="2896552"/>
            <a:ext cx="236220" cy="4375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700" b="1" i="1" spc="10" dirty="0">
                <a:solidFill>
                  <a:srgbClr val="FFFDFD"/>
                </a:solidFill>
                <a:latin typeface="Trebuchet MS"/>
                <a:cs typeface="Trebuchet MS"/>
              </a:rPr>
              <a:t>2</a:t>
            </a:r>
            <a:endParaRPr sz="2700">
              <a:latin typeface="Trebuchet MS"/>
              <a:cs typeface="Trebuchet MS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957262" y="4433951"/>
            <a:ext cx="505459" cy="542925"/>
          </a:xfrm>
          <a:custGeom>
            <a:avLst/>
            <a:gdLst/>
            <a:ahLst/>
            <a:cxnLst/>
            <a:rect l="l" t="t" r="r" b="b"/>
            <a:pathLst>
              <a:path w="505459" h="542925">
                <a:moveTo>
                  <a:pt x="252412" y="0"/>
                </a:moveTo>
                <a:lnTo>
                  <a:pt x="207039" y="4369"/>
                </a:lnTo>
                <a:lnTo>
                  <a:pt x="164335" y="16968"/>
                </a:lnTo>
                <a:lnTo>
                  <a:pt x="125013" y="37032"/>
                </a:lnTo>
                <a:lnTo>
                  <a:pt x="89784" y="63797"/>
                </a:lnTo>
                <a:lnTo>
                  <a:pt x="59362" y="96499"/>
                </a:lnTo>
                <a:lnTo>
                  <a:pt x="34460" y="134375"/>
                </a:lnTo>
                <a:lnTo>
                  <a:pt x="15791" y="176659"/>
                </a:lnTo>
                <a:lnTo>
                  <a:pt x="4066" y="222589"/>
                </a:lnTo>
                <a:lnTo>
                  <a:pt x="0" y="271399"/>
                </a:lnTo>
                <a:lnTo>
                  <a:pt x="4066" y="320213"/>
                </a:lnTo>
                <a:lnTo>
                  <a:pt x="15791" y="366154"/>
                </a:lnTo>
                <a:lnTo>
                  <a:pt x="34460" y="408455"/>
                </a:lnTo>
                <a:lnTo>
                  <a:pt x="59362" y="446350"/>
                </a:lnTo>
                <a:lnTo>
                  <a:pt x="89784" y="479074"/>
                </a:lnTo>
                <a:lnTo>
                  <a:pt x="125013" y="505859"/>
                </a:lnTo>
                <a:lnTo>
                  <a:pt x="164335" y="525940"/>
                </a:lnTo>
                <a:lnTo>
                  <a:pt x="207039" y="538551"/>
                </a:lnTo>
                <a:lnTo>
                  <a:pt x="252412" y="542925"/>
                </a:lnTo>
                <a:lnTo>
                  <a:pt x="297797" y="538551"/>
                </a:lnTo>
                <a:lnTo>
                  <a:pt x="340512" y="525940"/>
                </a:lnTo>
                <a:lnTo>
                  <a:pt x="379845" y="505859"/>
                </a:lnTo>
                <a:lnTo>
                  <a:pt x="415082" y="479074"/>
                </a:lnTo>
                <a:lnTo>
                  <a:pt x="445511" y="446350"/>
                </a:lnTo>
                <a:lnTo>
                  <a:pt x="470419" y="408455"/>
                </a:lnTo>
                <a:lnTo>
                  <a:pt x="489093" y="366154"/>
                </a:lnTo>
                <a:lnTo>
                  <a:pt x="500821" y="320213"/>
                </a:lnTo>
                <a:lnTo>
                  <a:pt x="504888" y="271399"/>
                </a:lnTo>
                <a:lnTo>
                  <a:pt x="500821" y="222589"/>
                </a:lnTo>
                <a:lnTo>
                  <a:pt x="489093" y="176659"/>
                </a:lnTo>
                <a:lnTo>
                  <a:pt x="470419" y="134375"/>
                </a:lnTo>
                <a:lnTo>
                  <a:pt x="445511" y="96499"/>
                </a:lnTo>
                <a:lnTo>
                  <a:pt x="415082" y="63797"/>
                </a:lnTo>
                <a:lnTo>
                  <a:pt x="379845" y="37032"/>
                </a:lnTo>
                <a:lnTo>
                  <a:pt x="340512" y="16968"/>
                </a:lnTo>
                <a:lnTo>
                  <a:pt x="297797" y="4369"/>
                </a:lnTo>
                <a:lnTo>
                  <a:pt x="252412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122044" y="4551997"/>
            <a:ext cx="170180" cy="2889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700" b="1" i="1" spc="80" dirty="0">
                <a:solidFill>
                  <a:srgbClr val="181818"/>
                </a:solidFill>
                <a:latin typeface="Trebuchet MS"/>
                <a:cs typeface="Trebuchet MS"/>
              </a:rPr>
              <a:t>4</a:t>
            </a:r>
            <a:endParaRPr sz="1700">
              <a:latin typeface="Trebuchet MS"/>
              <a:cs typeface="Trebuchet MS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957262" y="1985898"/>
            <a:ext cx="505459" cy="542925"/>
          </a:xfrm>
          <a:custGeom>
            <a:avLst/>
            <a:gdLst/>
            <a:ahLst/>
            <a:cxnLst/>
            <a:rect l="l" t="t" r="r" b="b"/>
            <a:pathLst>
              <a:path w="505459" h="542925">
                <a:moveTo>
                  <a:pt x="252412" y="0"/>
                </a:moveTo>
                <a:lnTo>
                  <a:pt x="207039" y="4373"/>
                </a:lnTo>
                <a:lnTo>
                  <a:pt x="164335" y="16984"/>
                </a:lnTo>
                <a:lnTo>
                  <a:pt x="125013" y="37065"/>
                </a:lnTo>
                <a:lnTo>
                  <a:pt x="89784" y="63850"/>
                </a:lnTo>
                <a:lnTo>
                  <a:pt x="59362" y="96574"/>
                </a:lnTo>
                <a:lnTo>
                  <a:pt x="34460" y="134469"/>
                </a:lnTo>
                <a:lnTo>
                  <a:pt x="15791" y="176770"/>
                </a:lnTo>
                <a:lnTo>
                  <a:pt x="4066" y="222711"/>
                </a:lnTo>
                <a:lnTo>
                  <a:pt x="0" y="271525"/>
                </a:lnTo>
                <a:lnTo>
                  <a:pt x="4066" y="320335"/>
                </a:lnTo>
                <a:lnTo>
                  <a:pt x="15791" y="366265"/>
                </a:lnTo>
                <a:lnTo>
                  <a:pt x="34460" y="408549"/>
                </a:lnTo>
                <a:lnTo>
                  <a:pt x="59362" y="446425"/>
                </a:lnTo>
                <a:lnTo>
                  <a:pt x="89784" y="479127"/>
                </a:lnTo>
                <a:lnTo>
                  <a:pt x="125013" y="505892"/>
                </a:lnTo>
                <a:lnTo>
                  <a:pt x="164335" y="525956"/>
                </a:lnTo>
                <a:lnTo>
                  <a:pt x="207039" y="538555"/>
                </a:lnTo>
                <a:lnTo>
                  <a:pt x="252412" y="542925"/>
                </a:lnTo>
                <a:lnTo>
                  <a:pt x="297797" y="538555"/>
                </a:lnTo>
                <a:lnTo>
                  <a:pt x="340512" y="525956"/>
                </a:lnTo>
                <a:lnTo>
                  <a:pt x="379845" y="505892"/>
                </a:lnTo>
                <a:lnTo>
                  <a:pt x="415082" y="479127"/>
                </a:lnTo>
                <a:lnTo>
                  <a:pt x="445511" y="446425"/>
                </a:lnTo>
                <a:lnTo>
                  <a:pt x="470419" y="408549"/>
                </a:lnTo>
                <a:lnTo>
                  <a:pt x="489093" y="366265"/>
                </a:lnTo>
                <a:lnTo>
                  <a:pt x="500821" y="320335"/>
                </a:lnTo>
                <a:lnTo>
                  <a:pt x="504888" y="271525"/>
                </a:lnTo>
                <a:lnTo>
                  <a:pt x="500821" y="222711"/>
                </a:lnTo>
                <a:lnTo>
                  <a:pt x="489093" y="176770"/>
                </a:lnTo>
                <a:lnTo>
                  <a:pt x="470419" y="134469"/>
                </a:lnTo>
                <a:lnTo>
                  <a:pt x="445511" y="96574"/>
                </a:lnTo>
                <a:lnTo>
                  <a:pt x="415082" y="63850"/>
                </a:lnTo>
                <a:lnTo>
                  <a:pt x="379845" y="37065"/>
                </a:lnTo>
                <a:lnTo>
                  <a:pt x="340512" y="16984"/>
                </a:lnTo>
                <a:lnTo>
                  <a:pt x="297797" y="4373"/>
                </a:lnTo>
                <a:lnTo>
                  <a:pt x="252412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1146810" y="2103691"/>
            <a:ext cx="120650" cy="2889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700" b="1" i="1" spc="-310" dirty="0">
                <a:solidFill>
                  <a:srgbClr val="181818"/>
                </a:solidFill>
                <a:latin typeface="Trebuchet MS"/>
                <a:cs typeface="Trebuchet MS"/>
              </a:rPr>
              <a:t>1</a:t>
            </a:r>
            <a:endParaRPr sz="1700">
              <a:latin typeface="Trebuchet MS"/>
              <a:cs typeface="Trebuchet MS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957262" y="5100701"/>
            <a:ext cx="505459" cy="542925"/>
          </a:xfrm>
          <a:custGeom>
            <a:avLst/>
            <a:gdLst/>
            <a:ahLst/>
            <a:cxnLst/>
            <a:rect l="l" t="t" r="r" b="b"/>
            <a:pathLst>
              <a:path w="505459" h="542925">
                <a:moveTo>
                  <a:pt x="252412" y="0"/>
                </a:moveTo>
                <a:lnTo>
                  <a:pt x="207039" y="4369"/>
                </a:lnTo>
                <a:lnTo>
                  <a:pt x="164335" y="16968"/>
                </a:lnTo>
                <a:lnTo>
                  <a:pt x="125013" y="37032"/>
                </a:lnTo>
                <a:lnTo>
                  <a:pt x="89784" y="63797"/>
                </a:lnTo>
                <a:lnTo>
                  <a:pt x="59362" y="96499"/>
                </a:lnTo>
                <a:lnTo>
                  <a:pt x="34460" y="134375"/>
                </a:lnTo>
                <a:lnTo>
                  <a:pt x="15791" y="176659"/>
                </a:lnTo>
                <a:lnTo>
                  <a:pt x="4066" y="222589"/>
                </a:lnTo>
                <a:lnTo>
                  <a:pt x="0" y="271399"/>
                </a:lnTo>
                <a:lnTo>
                  <a:pt x="4066" y="320213"/>
                </a:lnTo>
                <a:lnTo>
                  <a:pt x="15791" y="366154"/>
                </a:lnTo>
                <a:lnTo>
                  <a:pt x="34460" y="408455"/>
                </a:lnTo>
                <a:lnTo>
                  <a:pt x="59362" y="446350"/>
                </a:lnTo>
                <a:lnTo>
                  <a:pt x="89784" y="479074"/>
                </a:lnTo>
                <a:lnTo>
                  <a:pt x="125013" y="505859"/>
                </a:lnTo>
                <a:lnTo>
                  <a:pt x="164335" y="525940"/>
                </a:lnTo>
                <a:lnTo>
                  <a:pt x="207039" y="538551"/>
                </a:lnTo>
                <a:lnTo>
                  <a:pt x="252412" y="542925"/>
                </a:lnTo>
                <a:lnTo>
                  <a:pt x="297797" y="538551"/>
                </a:lnTo>
                <a:lnTo>
                  <a:pt x="340512" y="525940"/>
                </a:lnTo>
                <a:lnTo>
                  <a:pt x="379845" y="505859"/>
                </a:lnTo>
                <a:lnTo>
                  <a:pt x="415082" y="479074"/>
                </a:lnTo>
                <a:lnTo>
                  <a:pt x="445511" y="446350"/>
                </a:lnTo>
                <a:lnTo>
                  <a:pt x="470419" y="408455"/>
                </a:lnTo>
                <a:lnTo>
                  <a:pt x="489093" y="366154"/>
                </a:lnTo>
                <a:lnTo>
                  <a:pt x="500821" y="320213"/>
                </a:lnTo>
                <a:lnTo>
                  <a:pt x="504888" y="271399"/>
                </a:lnTo>
                <a:lnTo>
                  <a:pt x="500821" y="222589"/>
                </a:lnTo>
                <a:lnTo>
                  <a:pt x="489093" y="176659"/>
                </a:lnTo>
                <a:lnTo>
                  <a:pt x="470419" y="134375"/>
                </a:lnTo>
                <a:lnTo>
                  <a:pt x="445511" y="96499"/>
                </a:lnTo>
                <a:lnTo>
                  <a:pt x="415082" y="63797"/>
                </a:lnTo>
                <a:lnTo>
                  <a:pt x="379845" y="37032"/>
                </a:lnTo>
                <a:lnTo>
                  <a:pt x="340512" y="16968"/>
                </a:lnTo>
                <a:lnTo>
                  <a:pt x="297797" y="4369"/>
                </a:lnTo>
                <a:lnTo>
                  <a:pt x="252412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1127760" y="5218366"/>
            <a:ext cx="159385" cy="2889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700" b="1" i="1" dirty="0">
                <a:solidFill>
                  <a:srgbClr val="181818"/>
                </a:solidFill>
                <a:latin typeface="Trebuchet MS"/>
                <a:cs typeface="Trebuchet MS"/>
              </a:rPr>
              <a:t>5</a:t>
            </a:r>
            <a:endParaRPr sz="1700">
              <a:latin typeface="Trebuchet MS"/>
              <a:cs typeface="Trebuchet MS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957262" y="3767073"/>
            <a:ext cx="505459" cy="543560"/>
          </a:xfrm>
          <a:custGeom>
            <a:avLst/>
            <a:gdLst/>
            <a:ahLst/>
            <a:cxnLst/>
            <a:rect l="l" t="t" r="r" b="b"/>
            <a:pathLst>
              <a:path w="505459" h="543560">
                <a:moveTo>
                  <a:pt x="252412" y="0"/>
                </a:moveTo>
                <a:lnTo>
                  <a:pt x="207039" y="4373"/>
                </a:lnTo>
                <a:lnTo>
                  <a:pt x="164335" y="16984"/>
                </a:lnTo>
                <a:lnTo>
                  <a:pt x="125013" y="37065"/>
                </a:lnTo>
                <a:lnTo>
                  <a:pt x="89784" y="63850"/>
                </a:lnTo>
                <a:lnTo>
                  <a:pt x="59362" y="96574"/>
                </a:lnTo>
                <a:lnTo>
                  <a:pt x="34460" y="134469"/>
                </a:lnTo>
                <a:lnTo>
                  <a:pt x="15791" y="176770"/>
                </a:lnTo>
                <a:lnTo>
                  <a:pt x="4066" y="222711"/>
                </a:lnTo>
                <a:lnTo>
                  <a:pt x="0" y="271525"/>
                </a:lnTo>
                <a:lnTo>
                  <a:pt x="4066" y="320340"/>
                </a:lnTo>
                <a:lnTo>
                  <a:pt x="15791" y="366281"/>
                </a:lnTo>
                <a:lnTo>
                  <a:pt x="34460" y="408582"/>
                </a:lnTo>
                <a:lnTo>
                  <a:pt x="59362" y="446477"/>
                </a:lnTo>
                <a:lnTo>
                  <a:pt x="89784" y="479201"/>
                </a:lnTo>
                <a:lnTo>
                  <a:pt x="125013" y="505986"/>
                </a:lnTo>
                <a:lnTo>
                  <a:pt x="164335" y="526067"/>
                </a:lnTo>
                <a:lnTo>
                  <a:pt x="207039" y="538678"/>
                </a:lnTo>
                <a:lnTo>
                  <a:pt x="252412" y="543051"/>
                </a:lnTo>
                <a:lnTo>
                  <a:pt x="297797" y="538678"/>
                </a:lnTo>
                <a:lnTo>
                  <a:pt x="340512" y="526067"/>
                </a:lnTo>
                <a:lnTo>
                  <a:pt x="379845" y="505986"/>
                </a:lnTo>
                <a:lnTo>
                  <a:pt x="415082" y="479201"/>
                </a:lnTo>
                <a:lnTo>
                  <a:pt x="445511" y="446477"/>
                </a:lnTo>
                <a:lnTo>
                  <a:pt x="470419" y="408582"/>
                </a:lnTo>
                <a:lnTo>
                  <a:pt x="489093" y="366281"/>
                </a:lnTo>
                <a:lnTo>
                  <a:pt x="500821" y="320340"/>
                </a:lnTo>
                <a:lnTo>
                  <a:pt x="504888" y="271525"/>
                </a:lnTo>
                <a:lnTo>
                  <a:pt x="500821" y="222711"/>
                </a:lnTo>
                <a:lnTo>
                  <a:pt x="489093" y="176770"/>
                </a:lnTo>
                <a:lnTo>
                  <a:pt x="470419" y="134469"/>
                </a:lnTo>
                <a:lnTo>
                  <a:pt x="445511" y="96574"/>
                </a:lnTo>
                <a:lnTo>
                  <a:pt x="415082" y="63850"/>
                </a:lnTo>
                <a:lnTo>
                  <a:pt x="379845" y="37065"/>
                </a:lnTo>
                <a:lnTo>
                  <a:pt x="340512" y="16984"/>
                </a:lnTo>
                <a:lnTo>
                  <a:pt x="297797" y="4373"/>
                </a:lnTo>
                <a:lnTo>
                  <a:pt x="252412" y="0"/>
                </a:lnTo>
                <a:close/>
              </a:path>
            </a:pathLst>
          </a:custGeom>
          <a:ln w="952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1128394" y="3885628"/>
            <a:ext cx="158115" cy="2889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700" b="1" i="1" spc="-50" dirty="0">
                <a:solidFill>
                  <a:srgbClr val="181818"/>
                </a:solidFill>
                <a:latin typeface="Trebuchet MS"/>
                <a:cs typeface="Trebuchet MS"/>
              </a:rPr>
              <a:t>3</a:t>
            </a:r>
            <a:endParaRPr sz="1700">
              <a:latin typeface="Trebuchet MS"/>
              <a:cs typeface="Trebuchet MS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957262" y="6434201"/>
            <a:ext cx="505459" cy="542925"/>
          </a:xfrm>
          <a:custGeom>
            <a:avLst/>
            <a:gdLst/>
            <a:ahLst/>
            <a:cxnLst/>
            <a:rect l="l" t="t" r="r" b="b"/>
            <a:pathLst>
              <a:path w="505459" h="542925">
                <a:moveTo>
                  <a:pt x="252412" y="0"/>
                </a:moveTo>
                <a:lnTo>
                  <a:pt x="207039" y="4369"/>
                </a:lnTo>
                <a:lnTo>
                  <a:pt x="164335" y="16968"/>
                </a:lnTo>
                <a:lnTo>
                  <a:pt x="125013" y="37032"/>
                </a:lnTo>
                <a:lnTo>
                  <a:pt x="89784" y="63797"/>
                </a:lnTo>
                <a:lnTo>
                  <a:pt x="59362" y="96499"/>
                </a:lnTo>
                <a:lnTo>
                  <a:pt x="34460" y="134375"/>
                </a:lnTo>
                <a:lnTo>
                  <a:pt x="15791" y="176659"/>
                </a:lnTo>
                <a:lnTo>
                  <a:pt x="4066" y="222589"/>
                </a:lnTo>
                <a:lnTo>
                  <a:pt x="0" y="271399"/>
                </a:lnTo>
                <a:lnTo>
                  <a:pt x="4066" y="320208"/>
                </a:lnTo>
                <a:lnTo>
                  <a:pt x="15791" y="366138"/>
                </a:lnTo>
                <a:lnTo>
                  <a:pt x="34460" y="408422"/>
                </a:lnTo>
                <a:lnTo>
                  <a:pt x="59362" y="446298"/>
                </a:lnTo>
                <a:lnTo>
                  <a:pt x="89784" y="479000"/>
                </a:lnTo>
                <a:lnTo>
                  <a:pt x="125013" y="505765"/>
                </a:lnTo>
                <a:lnTo>
                  <a:pt x="164335" y="525829"/>
                </a:lnTo>
                <a:lnTo>
                  <a:pt x="207039" y="538428"/>
                </a:lnTo>
                <a:lnTo>
                  <a:pt x="252412" y="542798"/>
                </a:lnTo>
                <a:lnTo>
                  <a:pt x="297797" y="538428"/>
                </a:lnTo>
                <a:lnTo>
                  <a:pt x="340512" y="525829"/>
                </a:lnTo>
                <a:lnTo>
                  <a:pt x="379845" y="505765"/>
                </a:lnTo>
                <a:lnTo>
                  <a:pt x="415082" y="479000"/>
                </a:lnTo>
                <a:lnTo>
                  <a:pt x="445511" y="446298"/>
                </a:lnTo>
                <a:lnTo>
                  <a:pt x="470419" y="408422"/>
                </a:lnTo>
                <a:lnTo>
                  <a:pt x="489093" y="366138"/>
                </a:lnTo>
                <a:lnTo>
                  <a:pt x="500821" y="320208"/>
                </a:lnTo>
                <a:lnTo>
                  <a:pt x="504888" y="271399"/>
                </a:lnTo>
                <a:lnTo>
                  <a:pt x="500821" y="222589"/>
                </a:lnTo>
                <a:lnTo>
                  <a:pt x="489093" y="176659"/>
                </a:lnTo>
                <a:lnTo>
                  <a:pt x="470419" y="134375"/>
                </a:lnTo>
                <a:lnTo>
                  <a:pt x="445511" y="96499"/>
                </a:lnTo>
                <a:lnTo>
                  <a:pt x="415082" y="63797"/>
                </a:lnTo>
                <a:lnTo>
                  <a:pt x="379845" y="37032"/>
                </a:lnTo>
                <a:lnTo>
                  <a:pt x="340512" y="16968"/>
                </a:lnTo>
                <a:lnTo>
                  <a:pt x="297797" y="4369"/>
                </a:lnTo>
                <a:lnTo>
                  <a:pt x="252412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1127760" y="6551548"/>
            <a:ext cx="159385" cy="2882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700" b="1" i="1" dirty="0">
                <a:solidFill>
                  <a:srgbClr val="181818"/>
                </a:solidFill>
                <a:latin typeface="Trebuchet MS"/>
                <a:cs typeface="Trebuchet MS"/>
              </a:rPr>
              <a:t>7</a:t>
            </a:r>
            <a:endParaRPr sz="1700">
              <a:latin typeface="Trebuchet MS"/>
              <a:cs typeface="Trebuchet MS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957262" y="5767451"/>
            <a:ext cx="505459" cy="542925"/>
          </a:xfrm>
          <a:custGeom>
            <a:avLst/>
            <a:gdLst/>
            <a:ahLst/>
            <a:cxnLst/>
            <a:rect l="l" t="t" r="r" b="b"/>
            <a:pathLst>
              <a:path w="505459" h="542925">
                <a:moveTo>
                  <a:pt x="252412" y="0"/>
                </a:moveTo>
                <a:lnTo>
                  <a:pt x="207039" y="4369"/>
                </a:lnTo>
                <a:lnTo>
                  <a:pt x="164335" y="16968"/>
                </a:lnTo>
                <a:lnTo>
                  <a:pt x="125013" y="37032"/>
                </a:lnTo>
                <a:lnTo>
                  <a:pt x="89784" y="63797"/>
                </a:lnTo>
                <a:lnTo>
                  <a:pt x="59362" y="96499"/>
                </a:lnTo>
                <a:lnTo>
                  <a:pt x="34460" y="134375"/>
                </a:lnTo>
                <a:lnTo>
                  <a:pt x="15791" y="176659"/>
                </a:lnTo>
                <a:lnTo>
                  <a:pt x="4066" y="222589"/>
                </a:lnTo>
                <a:lnTo>
                  <a:pt x="0" y="271399"/>
                </a:lnTo>
                <a:lnTo>
                  <a:pt x="4066" y="320213"/>
                </a:lnTo>
                <a:lnTo>
                  <a:pt x="15791" y="366154"/>
                </a:lnTo>
                <a:lnTo>
                  <a:pt x="34460" y="408455"/>
                </a:lnTo>
                <a:lnTo>
                  <a:pt x="59362" y="446350"/>
                </a:lnTo>
                <a:lnTo>
                  <a:pt x="89784" y="479074"/>
                </a:lnTo>
                <a:lnTo>
                  <a:pt x="125013" y="505859"/>
                </a:lnTo>
                <a:lnTo>
                  <a:pt x="164335" y="525940"/>
                </a:lnTo>
                <a:lnTo>
                  <a:pt x="207039" y="538551"/>
                </a:lnTo>
                <a:lnTo>
                  <a:pt x="252412" y="542925"/>
                </a:lnTo>
                <a:lnTo>
                  <a:pt x="297797" y="538551"/>
                </a:lnTo>
                <a:lnTo>
                  <a:pt x="340512" y="525940"/>
                </a:lnTo>
                <a:lnTo>
                  <a:pt x="379845" y="505859"/>
                </a:lnTo>
                <a:lnTo>
                  <a:pt x="415082" y="479074"/>
                </a:lnTo>
                <a:lnTo>
                  <a:pt x="445511" y="446350"/>
                </a:lnTo>
                <a:lnTo>
                  <a:pt x="470419" y="408455"/>
                </a:lnTo>
                <a:lnTo>
                  <a:pt x="489093" y="366154"/>
                </a:lnTo>
                <a:lnTo>
                  <a:pt x="500821" y="320213"/>
                </a:lnTo>
                <a:lnTo>
                  <a:pt x="504888" y="271399"/>
                </a:lnTo>
                <a:lnTo>
                  <a:pt x="500821" y="222589"/>
                </a:lnTo>
                <a:lnTo>
                  <a:pt x="489093" y="176659"/>
                </a:lnTo>
                <a:lnTo>
                  <a:pt x="470419" y="134375"/>
                </a:lnTo>
                <a:lnTo>
                  <a:pt x="445511" y="96499"/>
                </a:lnTo>
                <a:lnTo>
                  <a:pt x="415082" y="63797"/>
                </a:lnTo>
                <a:lnTo>
                  <a:pt x="379845" y="37032"/>
                </a:lnTo>
                <a:lnTo>
                  <a:pt x="340512" y="16968"/>
                </a:lnTo>
                <a:lnTo>
                  <a:pt x="297797" y="4369"/>
                </a:lnTo>
                <a:lnTo>
                  <a:pt x="252412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1124585" y="5884862"/>
            <a:ext cx="167005" cy="2889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700" b="1" i="1" spc="60" dirty="0">
                <a:solidFill>
                  <a:srgbClr val="181818"/>
                </a:solidFill>
                <a:latin typeface="Trebuchet MS"/>
                <a:cs typeface="Trebuchet MS"/>
              </a:rPr>
              <a:t>6</a:t>
            </a:r>
            <a:endParaRPr sz="1700">
              <a:latin typeface="Trebuchet MS"/>
              <a:cs typeface="Trebuchet MS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957262" y="7100823"/>
            <a:ext cx="505459" cy="542925"/>
          </a:xfrm>
          <a:custGeom>
            <a:avLst/>
            <a:gdLst/>
            <a:ahLst/>
            <a:cxnLst/>
            <a:rect l="l" t="t" r="r" b="b"/>
            <a:pathLst>
              <a:path w="505459" h="542925">
                <a:moveTo>
                  <a:pt x="252412" y="0"/>
                </a:moveTo>
                <a:lnTo>
                  <a:pt x="207039" y="4373"/>
                </a:lnTo>
                <a:lnTo>
                  <a:pt x="164335" y="16984"/>
                </a:lnTo>
                <a:lnTo>
                  <a:pt x="125013" y="37065"/>
                </a:lnTo>
                <a:lnTo>
                  <a:pt x="89784" y="63850"/>
                </a:lnTo>
                <a:lnTo>
                  <a:pt x="59362" y="96574"/>
                </a:lnTo>
                <a:lnTo>
                  <a:pt x="34460" y="134469"/>
                </a:lnTo>
                <a:lnTo>
                  <a:pt x="15791" y="176770"/>
                </a:lnTo>
                <a:lnTo>
                  <a:pt x="4066" y="222711"/>
                </a:lnTo>
                <a:lnTo>
                  <a:pt x="0" y="271525"/>
                </a:lnTo>
                <a:lnTo>
                  <a:pt x="4066" y="320335"/>
                </a:lnTo>
                <a:lnTo>
                  <a:pt x="15791" y="366265"/>
                </a:lnTo>
                <a:lnTo>
                  <a:pt x="34460" y="408549"/>
                </a:lnTo>
                <a:lnTo>
                  <a:pt x="59362" y="446425"/>
                </a:lnTo>
                <a:lnTo>
                  <a:pt x="89784" y="479127"/>
                </a:lnTo>
                <a:lnTo>
                  <a:pt x="125013" y="505892"/>
                </a:lnTo>
                <a:lnTo>
                  <a:pt x="164335" y="525956"/>
                </a:lnTo>
                <a:lnTo>
                  <a:pt x="207039" y="538555"/>
                </a:lnTo>
                <a:lnTo>
                  <a:pt x="252412" y="542925"/>
                </a:lnTo>
                <a:lnTo>
                  <a:pt x="297797" y="538555"/>
                </a:lnTo>
                <a:lnTo>
                  <a:pt x="340512" y="525956"/>
                </a:lnTo>
                <a:lnTo>
                  <a:pt x="379845" y="505892"/>
                </a:lnTo>
                <a:lnTo>
                  <a:pt x="415082" y="479127"/>
                </a:lnTo>
                <a:lnTo>
                  <a:pt x="445511" y="446425"/>
                </a:lnTo>
                <a:lnTo>
                  <a:pt x="470419" y="408549"/>
                </a:lnTo>
                <a:lnTo>
                  <a:pt x="489093" y="366265"/>
                </a:lnTo>
                <a:lnTo>
                  <a:pt x="500821" y="320335"/>
                </a:lnTo>
                <a:lnTo>
                  <a:pt x="504888" y="271525"/>
                </a:lnTo>
                <a:lnTo>
                  <a:pt x="500821" y="222711"/>
                </a:lnTo>
                <a:lnTo>
                  <a:pt x="489093" y="176770"/>
                </a:lnTo>
                <a:lnTo>
                  <a:pt x="470419" y="134469"/>
                </a:lnTo>
                <a:lnTo>
                  <a:pt x="445511" y="96574"/>
                </a:lnTo>
                <a:lnTo>
                  <a:pt x="415082" y="63850"/>
                </a:lnTo>
                <a:lnTo>
                  <a:pt x="379845" y="37065"/>
                </a:lnTo>
                <a:lnTo>
                  <a:pt x="340512" y="16984"/>
                </a:lnTo>
                <a:lnTo>
                  <a:pt x="297797" y="4373"/>
                </a:lnTo>
                <a:lnTo>
                  <a:pt x="252412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1122044" y="7219950"/>
            <a:ext cx="170815" cy="2882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700" b="1" i="1" spc="90" dirty="0">
                <a:solidFill>
                  <a:srgbClr val="181818"/>
                </a:solidFill>
                <a:latin typeface="Trebuchet MS"/>
                <a:cs typeface="Trebuchet MS"/>
              </a:rPr>
              <a:t>8</a:t>
            </a:r>
            <a:endParaRPr sz="1700">
              <a:latin typeface="Trebuchet MS"/>
              <a:cs typeface="Trebuchet MS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957262" y="7767573"/>
            <a:ext cx="505459" cy="542925"/>
          </a:xfrm>
          <a:custGeom>
            <a:avLst/>
            <a:gdLst/>
            <a:ahLst/>
            <a:cxnLst/>
            <a:rect l="l" t="t" r="r" b="b"/>
            <a:pathLst>
              <a:path w="505459" h="542925">
                <a:moveTo>
                  <a:pt x="252412" y="0"/>
                </a:moveTo>
                <a:lnTo>
                  <a:pt x="207039" y="4373"/>
                </a:lnTo>
                <a:lnTo>
                  <a:pt x="164335" y="16984"/>
                </a:lnTo>
                <a:lnTo>
                  <a:pt x="125013" y="37065"/>
                </a:lnTo>
                <a:lnTo>
                  <a:pt x="89784" y="63850"/>
                </a:lnTo>
                <a:lnTo>
                  <a:pt x="59362" y="96574"/>
                </a:lnTo>
                <a:lnTo>
                  <a:pt x="34460" y="134469"/>
                </a:lnTo>
                <a:lnTo>
                  <a:pt x="15791" y="176770"/>
                </a:lnTo>
                <a:lnTo>
                  <a:pt x="4066" y="222711"/>
                </a:lnTo>
                <a:lnTo>
                  <a:pt x="0" y="271525"/>
                </a:lnTo>
                <a:lnTo>
                  <a:pt x="4066" y="320335"/>
                </a:lnTo>
                <a:lnTo>
                  <a:pt x="15791" y="366265"/>
                </a:lnTo>
                <a:lnTo>
                  <a:pt x="34460" y="408549"/>
                </a:lnTo>
                <a:lnTo>
                  <a:pt x="59362" y="446425"/>
                </a:lnTo>
                <a:lnTo>
                  <a:pt x="89784" y="479127"/>
                </a:lnTo>
                <a:lnTo>
                  <a:pt x="125013" y="505892"/>
                </a:lnTo>
                <a:lnTo>
                  <a:pt x="164335" y="525956"/>
                </a:lnTo>
                <a:lnTo>
                  <a:pt x="207039" y="538555"/>
                </a:lnTo>
                <a:lnTo>
                  <a:pt x="252412" y="542925"/>
                </a:lnTo>
                <a:lnTo>
                  <a:pt x="297797" y="538555"/>
                </a:lnTo>
                <a:lnTo>
                  <a:pt x="340512" y="525956"/>
                </a:lnTo>
                <a:lnTo>
                  <a:pt x="379845" y="505892"/>
                </a:lnTo>
                <a:lnTo>
                  <a:pt x="415082" y="479127"/>
                </a:lnTo>
                <a:lnTo>
                  <a:pt x="445511" y="446425"/>
                </a:lnTo>
                <a:lnTo>
                  <a:pt x="470419" y="408549"/>
                </a:lnTo>
                <a:lnTo>
                  <a:pt x="489093" y="366265"/>
                </a:lnTo>
                <a:lnTo>
                  <a:pt x="500821" y="320335"/>
                </a:lnTo>
                <a:lnTo>
                  <a:pt x="504888" y="271525"/>
                </a:lnTo>
                <a:lnTo>
                  <a:pt x="500821" y="222711"/>
                </a:lnTo>
                <a:lnTo>
                  <a:pt x="489093" y="176770"/>
                </a:lnTo>
                <a:lnTo>
                  <a:pt x="470419" y="134469"/>
                </a:lnTo>
                <a:lnTo>
                  <a:pt x="445511" y="96574"/>
                </a:lnTo>
                <a:lnTo>
                  <a:pt x="415082" y="63850"/>
                </a:lnTo>
                <a:lnTo>
                  <a:pt x="379845" y="37065"/>
                </a:lnTo>
                <a:lnTo>
                  <a:pt x="340512" y="16984"/>
                </a:lnTo>
                <a:lnTo>
                  <a:pt x="297797" y="4373"/>
                </a:lnTo>
                <a:lnTo>
                  <a:pt x="252412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1124585" y="7887652"/>
            <a:ext cx="167005" cy="2889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700" b="1" i="1" spc="60" dirty="0">
                <a:solidFill>
                  <a:srgbClr val="181818"/>
                </a:solidFill>
                <a:latin typeface="Trebuchet MS"/>
                <a:cs typeface="Trebuchet MS"/>
              </a:rPr>
              <a:t>9</a:t>
            </a:r>
            <a:endParaRPr sz="1700">
              <a:latin typeface="Trebuchet MS"/>
              <a:cs typeface="Trebuchet MS"/>
            </a:endParaRPr>
          </a:p>
        </p:txBody>
      </p:sp>
      <p:sp>
        <p:nvSpPr>
          <p:cNvPr id="21" name="object 2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913889">
              <a:lnSpc>
                <a:spcPct val="100000"/>
              </a:lnSpc>
              <a:spcBef>
                <a:spcPts val="105"/>
              </a:spcBef>
            </a:pPr>
            <a:r>
              <a:rPr dirty="0"/>
              <a:t>PROBLEM </a:t>
            </a:r>
            <a:r>
              <a:rPr spc="-80" dirty="0"/>
              <a:t>STATEMENT</a:t>
            </a:r>
          </a:p>
        </p:txBody>
      </p:sp>
      <p:sp>
        <p:nvSpPr>
          <p:cNvPr id="22" name="object 22"/>
          <p:cNvSpPr txBox="1"/>
          <p:nvPr/>
        </p:nvSpPr>
        <p:spPr>
          <a:xfrm>
            <a:off x="2256789" y="2533332"/>
            <a:ext cx="14772005" cy="551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822325" indent="228600">
              <a:lnSpc>
                <a:spcPct val="100000"/>
              </a:lnSpc>
              <a:spcBef>
                <a:spcPts val="100"/>
              </a:spcBef>
              <a:buChar char="•"/>
              <a:tabLst>
                <a:tab pos="241300" algn="l"/>
              </a:tabLst>
            </a:pPr>
            <a:r>
              <a:rPr sz="3000" dirty="0">
                <a:latin typeface="Times New Roman"/>
                <a:cs typeface="Times New Roman"/>
              </a:rPr>
              <a:t>Job</a:t>
            </a:r>
            <a:r>
              <a:rPr sz="3000" spc="-5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recruitment</a:t>
            </a:r>
            <a:r>
              <a:rPr sz="3000" spc="-5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processes</a:t>
            </a:r>
            <a:r>
              <a:rPr sz="3000" spc="-3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are</a:t>
            </a:r>
            <a:r>
              <a:rPr sz="3000" spc="-4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often</a:t>
            </a:r>
            <a:r>
              <a:rPr sz="3000" spc="-5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manual,</a:t>
            </a:r>
            <a:r>
              <a:rPr sz="3000" spc="-5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unorganized,</a:t>
            </a:r>
            <a:r>
              <a:rPr sz="3000" spc="-5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and</a:t>
            </a:r>
            <a:r>
              <a:rPr sz="3000" spc="-55" dirty="0">
                <a:latin typeface="Times New Roman"/>
                <a:cs typeface="Times New Roman"/>
              </a:rPr>
              <a:t> </a:t>
            </a:r>
            <a:r>
              <a:rPr sz="3000" spc="-30" dirty="0">
                <a:latin typeface="Times New Roman"/>
                <a:cs typeface="Times New Roman"/>
              </a:rPr>
              <a:t>time-</a:t>
            </a:r>
            <a:r>
              <a:rPr sz="3000" dirty="0">
                <a:latin typeface="Times New Roman"/>
                <a:cs typeface="Times New Roman"/>
              </a:rPr>
              <a:t>consuming,</a:t>
            </a:r>
            <a:r>
              <a:rPr sz="3000" spc="-5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leading</a:t>
            </a:r>
            <a:r>
              <a:rPr sz="3000" spc="-55" dirty="0">
                <a:latin typeface="Times New Roman"/>
                <a:cs typeface="Times New Roman"/>
              </a:rPr>
              <a:t> </a:t>
            </a:r>
            <a:r>
              <a:rPr sz="3000" spc="-25" dirty="0">
                <a:latin typeface="Times New Roman"/>
                <a:cs typeface="Times New Roman"/>
              </a:rPr>
              <a:t>to </a:t>
            </a:r>
            <a:r>
              <a:rPr sz="3000" dirty="0">
                <a:latin typeface="Times New Roman"/>
                <a:cs typeface="Times New Roman"/>
              </a:rPr>
              <a:t>delays</a:t>
            </a:r>
            <a:r>
              <a:rPr sz="3000" spc="-3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in</a:t>
            </a:r>
            <a:r>
              <a:rPr sz="3000" spc="10" dirty="0">
                <a:latin typeface="Times New Roman"/>
                <a:cs typeface="Times New Roman"/>
              </a:rPr>
              <a:t> </a:t>
            </a:r>
            <a:r>
              <a:rPr sz="3000" spc="-10" dirty="0">
                <a:latin typeface="Times New Roman"/>
                <a:cs typeface="Times New Roman"/>
              </a:rPr>
              <a:t>hiring.</a:t>
            </a:r>
            <a:endParaRPr sz="30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5"/>
              </a:spcBef>
              <a:buChar char="•"/>
              <a:tabLst>
                <a:tab pos="241300" algn="l"/>
              </a:tabLst>
            </a:pPr>
            <a:r>
              <a:rPr sz="3000" dirty="0">
                <a:latin typeface="Times New Roman"/>
                <a:cs typeface="Times New Roman"/>
              </a:rPr>
              <a:t>Job</a:t>
            </a:r>
            <a:r>
              <a:rPr sz="3000" spc="-2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seekers</a:t>
            </a:r>
            <a:r>
              <a:rPr sz="3000" spc="-5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need</a:t>
            </a:r>
            <a:r>
              <a:rPr sz="3000" spc="-1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to</a:t>
            </a:r>
            <a:r>
              <a:rPr sz="3000" spc="-1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visit</a:t>
            </a:r>
            <a:r>
              <a:rPr sz="3000" spc="-3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multiple</a:t>
            </a:r>
            <a:r>
              <a:rPr sz="3000" spc="-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platforms</a:t>
            </a:r>
            <a:r>
              <a:rPr sz="3000" spc="-6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and</a:t>
            </a:r>
            <a:r>
              <a:rPr sz="3000" spc="-1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websites</a:t>
            </a:r>
            <a:r>
              <a:rPr sz="3000" spc="-5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to</a:t>
            </a:r>
            <a:r>
              <a:rPr sz="3000" spc="-2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find</a:t>
            </a:r>
            <a:r>
              <a:rPr sz="3000" spc="-1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suitable</a:t>
            </a:r>
            <a:r>
              <a:rPr sz="3000" spc="-7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job</a:t>
            </a:r>
            <a:r>
              <a:rPr sz="3000" spc="-15" dirty="0">
                <a:latin typeface="Times New Roman"/>
                <a:cs typeface="Times New Roman"/>
              </a:rPr>
              <a:t> </a:t>
            </a:r>
            <a:r>
              <a:rPr sz="3000" spc="-10" dirty="0">
                <a:latin typeface="Times New Roman"/>
                <a:cs typeface="Times New Roman"/>
              </a:rPr>
              <a:t>opportunities,</a:t>
            </a:r>
            <a:endParaRPr sz="3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3000" dirty="0">
                <a:latin typeface="Times New Roman"/>
                <a:cs typeface="Times New Roman"/>
              </a:rPr>
              <a:t>which</a:t>
            </a:r>
            <a:r>
              <a:rPr sz="3000" spc="-2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is</a:t>
            </a:r>
            <a:r>
              <a:rPr sz="3000" spc="10" dirty="0">
                <a:latin typeface="Times New Roman"/>
                <a:cs typeface="Times New Roman"/>
              </a:rPr>
              <a:t> </a:t>
            </a:r>
            <a:r>
              <a:rPr sz="3000" spc="-10" dirty="0">
                <a:latin typeface="Times New Roman"/>
                <a:cs typeface="Times New Roman"/>
              </a:rPr>
              <a:t>inefficient.</a:t>
            </a:r>
            <a:endParaRPr sz="3000">
              <a:latin typeface="Times New Roman"/>
              <a:cs typeface="Times New Roman"/>
            </a:endParaRPr>
          </a:p>
          <a:p>
            <a:pPr marL="231775" indent="-219075">
              <a:lnSpc>
                <a:spcPct val="100000"/>
              </a:lnSpc>
              <a:spcBef>
                <a:spcPts val="5"/>
              </a:spcBef>
              <a:buChar char="•"/>
              <a:tabLst>
                <a:tab pos="231775" algn="l"/>
              </a:tabLst>
            </a:pPr>
            <a:r>
              <a:rPr sz="3000" dirty="0">
                <a:latin typeface="Times New Roman"/>
                <a:cs typeface="Times New Roman"/>
              </a:rPr>
              <a:t>There</a:t>
            </a:r>
            <a:r>
              <a:rPr sz="3000" spc="-2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is</a:t>
            </a:r>
            <a:r>
              <a:rPr sz="3000" spc="-7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no</a:t>
            </a:r>
            <a:r>
              <a:rPr sz="3000" spc="-3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proper</a:t>
            </a:r>
            <a:r>
              <a:rPr sz="3000" spc="-5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system</a:t>
            </a:r>
            <a:r>
              <a:rPr sz="3000" spc="-3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available</a:t>
            </a:r>
            <a:r>
              <a:rPr sz="3000" spc="-2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to</a:t>
            </a:r>
            <a:r>
              <a:rPr sz="3000" spc="-3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track</a:t>
            </a:r>
            <a:r>
              <a:rPr sz="3000" spc="-3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job</a:t>
            </a:r>
            <a:r>
              <a:rPr sz="3000" spc="-3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applications</a:t>
            </a:r>
            <a:r>
              <a:rPr sz="3000" spc="-7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and</a:t>
            </a:r>
            <a:r>
              <a:rPr sz="3000" spc="-3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monitor</a:t>
            </a:r>
            <a:r>
              <a:rPr sz="3000" spc="1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their</a:t>
            </a:r>
            <a:r>
              <a:rPr sz="3000" spc="-6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current</a:t>
            </a:r>
            <a:r>
              <a:rPr sz="3000" spc="-35" dirty="0">
                <a:latin typeface="Times New Roman"/>
                <a:cs typeface="Times New Roman"/>
              </a:rPr>
              <a:t> </a:t>
            </a:r>
            <a:r>
              <a:rPr sz="3000" spc="-10" dirty="0">
                <a:latin typeface="Times New Roman"/>
                <a:cs typeface="Times New Roman"/>
              </a:rPr>
              <a:t>status.</a:t>
            </a:r>
            <a:endParaRPr sz="30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buChar char="•"/>
              <a:tabLst>
                <a:tab pos="241300" algn="l"/>
              </a:tabLst>
            </a:pPr>
            <a:r>
              <a:rPr sz="3000" dirty="0">
                <a:latin typeface="Times New Roman"/>
                <a:cs typeface="Times New Roman"/>
              </a:rPr>
              <a:t>Employers</a:t>
            </a:r>
            <a:r>
              <a:rPr sz="3000" spc="-3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struggle</a:t>
            </a:r>
            <a:r>
              <a:rPr sz="3000" spc="-5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to</a:t>
            </a:r>
            <a:r>
              <a:rPr sz="3000" spc="-6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manage</a:t>
            </a:r>
            <a:r>
              <a:rPr sz="3000" spc="-114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and</a:t>
            </a:r>
            <a:r>
              <a:rPr sz="3000" spc="-6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organize</a:t>
            </a:r>
            <a:r>
              <a:rPr sz="3000" spc="-114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large</a:t>
            </a:r>
            <a:r>
              <a:rPr sz="3000" spc="-5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numbers</a:t>
            </a:r>
            <a:r>
              <a:rPr sz="3000" spc="-3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of</a:t>
            </a:r>
            <a:r>
              <a:rPr sz="3000" spc="-8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applicants</a:t>
            </a:r>
            <a:r>
              <a:rPr sz="3000" spc="-40" dirty="0">
                <a:latin typeface="Times New Roman"/>
                <a:cs typeface="Times New Roman"/>
              </a:rPr>
              <a:t> </a:t>
            </a:r>
            <a:r>
              <a:rPr sz="3000" spc="-10" dirty="0">
                <a:latin typeface="Times New Roman"/>
                <a:cs typeface="Times New Roman"/>
              </a:rPr>
              <a:t>effectively.</a:t>
            </a:r>
            <a:endParaRPr sz="30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5"/>
              </a:spcBef>
              <a:buChar char="•"/>
              <a:tabLst>
                <a:tab pos="241300" algn="l"/>
              </a:tabLst>
            </a:pPr>
            <a:r>
              <a:rPr sz="3000" dirty="0">
                <a:latin typeface="Times New Roman"/>
                <a:cs typeface="Times New Roman"/>
              </a:rPr>
              <a:t>Lack</a:t>
            </a:r>
            <a:r>
              <a:rPr sz="3000" spc="-4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of</a:t>
            </a:r>
            <a:r>
              <a:rPr sz="3000" spc="1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a</a:t>
            </a:r>
            <a:r>
              <a:rPr sz="3000" spc="-9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centralized</a:t>
            </a:r>
            <a:r>
              <a:rPr sz="3000" spc="-3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database</a:t>
            </a:r>
            <a:r>
              <a:rPr sz="3000" spc="-9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leads</a:t>
            </a:r>
            <a:r>
              <a:rPr sz="3000" spc="-1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to</a:t>
            </a:r>
            <a:r>
              <a:rPr sz="3000" spc="-3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data</a:t>
            </a:r>
            <a:r>
              <a:rPr sz="3000" spc="-30" dirty="0">
                <a:latin typeface="Times New Roman"/>
                <a:cs typeface="Times New Roman"/>
              </a:rPr>
              <a:t> </a:t>
            </a:r>
            <a:r>
              <a:rPr sz="3000" spc="-10" dirty="0">
                <a:latin typeface="Times New Roman"/>
                <a:cs typeface="Times New Roman"/>
              </a:rPr>
              <a:t>mismanagement</a:t>
            </a:r>
            <a:r>
              <a:rPr sz="3000" spc="-3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and</a:t>
            </a:r>
            <a:r>
              <a:rPr sz="3000" spc="-4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difficulty</a:t>
            </a:r>
            <a:r>
              <a:rPr sz="3000" spc="-3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in</a:t>
            </a:r>
            <a:r>
              <a:rPr sz="3000" spc="-35" dirty="0">
                <a:latin typeface="Times New Roman"/>
                <a:cs typeface="Times New Roman"/>
              </a:rPr>
              <a:t> </a:t>
            </a:r>
            <a:r>
              <a:rPr sz="3000" spc="-10" dirty="0">
                <a:latin typeface="Times New Roman"/>
                <a:cs typeface="Times New Roman"/>
              </a:rPr>
              <a:t>accessing</a:t>
            </a:r>
            <a:endParaRPr sz="3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3000" spc="-10" dirty="0">
                <a:latin typeface="Times New Roman"/>
                <a:cs typeface="Times New Roman"/>
              </a:rPr>
              <a:t>information.</a:t>
            </a:r>
            <a:endParaRPr sz="30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buChar char="•"/>
              <a:tabLst>
                <a:tab pos="241300" algn="l"/>
              </a:tabLst>
            </a:pPr>
            <a:r>
              <a:rPr sz="3000" dirty="0">
                <a:latin typeface="Times New Roman"/>
                <a:cs typeface="Times New Roman"/>
              </a:rPr>
              <a:t>It</a:t>
            </a:r>
            <a:r>
              <a:rPr sz="3000" spc="1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is</a:t>
            </a:r>
            <a:r>
              <a:rPr sz="3000" spc="-9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difficult</a:t>
            </a:r>
            <a:r>
              <a:rPr sz="3000" spc="1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to</a:t>
            </a:r>
            <a:r>
              <a:rPr sz="3000" spc="-4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filter</a:t>
            </a:r>
            <a:r>
              <a:rPr sz="3000" spc="-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candidates</a:t>
            </a:r>
            <a:r>
              <a:rPr sz="3000" spc="-1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based</a:t>
            </a:r>
            <a:r>
              <a:rPr sz="3000" spc="-4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on</a:t>
            </a:r>
            <a:r>
              <a:rPr sz="3000" spc="-4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required</a:t>
            </a:r>
            <a:r>
              <a:rPr sz="3000" spc="-4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skills,</a:t>
            </a:r>
            <a:r>
              <a:rPr sz="3000" spc="-4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qualifications,</a:t>
            </a:r>
            <a:r>
              <a:rPr sz="3000" spc="-4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and</a:t>
            </a:r>
            <a:r>
              <a:rPr sz="3000" spc="-45" dirty="0">
                <a:latin typeface="Times New Roman"/>
                <a:cs typeface="Times New Roman"/>
              </a:rPr>
              <a:t> </a:t>
            </a:r>
            <a:r>
              <a:rPr sz="3000" spc="-10" dirty="0">
                <a:latin typeface="Times New Roman"/>
                <a:cs typeface="Times New Roman"/>
              </a:rPr>
              <a:t>experience.</a:t>
            </a:r>
            <a:endParaRPr sz="3000">
              <a:latin typeface="Times New Roman"/>
              <a:cs typeface="Times New Roman"/>
            </a:endParaRPr>
          </a:p>
          <a:p>
            <a:pPr marL="231775" indent="-219075">
              <a:lnSpc>
                <a:spcPct val="100000"/>
              </a:lnSpc>
              <a:spcBef>
                <a:spcPts val="5"/>
              </a:spcBef>
              <a:buChar char="•"/>
              <a:tabLst>
                <a:tab pos="231775" algn="l"/>
              </a:tabLst>
            </a:pPr>
            <a:r>
              <a:rPr sz="3000" dirty="0">
                <a:latin typeface="Times New Roman"/>
                <a:cs typeface="Times New Roman"/>
              </a:rPr>
              <a:t>There</a:t>
            </a:r>
            <a:r>
              <a:rPr sz="3000" spc="-3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is</a:t>
            </a:r>
            <a:r>
              <a:rPr sz="3000" spc="-9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no</a:t>
            </a:r>
            <a:r>
              <a:rPr sz="3000" spc="-4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proper</a:t>
            </a:r>
            <a:r>
              <a:rPr sz="3000" spc="-7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communication</a:t>
            </a:r>
            <a:r>
              <a:rPr sz="3000" spc="-5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system</a:t>
            </a:r>
            <a:r>
              <a:rPr sz="3000" spc="-4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between</a:t>
            </a:r>
            <a:r>
              <a:rPr sz="3000" spc="-5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job</a:t>
            </a:r>
            <a:r>
              <a:rPr sz="3000" spc="-4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seekers</a:t>
            </a:r>
            <a:r>
              <a:rPr sz="3000" spc="-2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and</a:t>
            </a:r>
            <a:r>
              <a:rPr sz="3000" spc="-4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employers</a:t>
            </a:r>
            <a:r>
              <a:rPr sz="3000" spc="-2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for</a:t>
            </a:r>
            <a:r>
              <a:rPr sz="3000" spc="-7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updates</a:t>
            </a:r>
            <a:r>
              <a:rPr sz="3000" spc="-20" dirty="0">
                <a:latin typeface="Times New Roman"/>
                <a:cs typeface="Times New Roman"/>
              </a:rPr>
              <a:t> </a:t>
            </a:r>
            <a:r>
              <a:rPr sz="3000" spc="-25" dirty="0">
                <a:latin typeface="Times New Roman"/>
                <a:cs typeface="Times New Roman"/>
              </a:rPr>
              <a:t>and</a:t>
            </a:r>
            <a:endParaRPr sz="3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3000" spc="-10" dirty="0">
                <a:latin typeface="Times New Roman"/>
                <a:cs typeface="Times New Roman"/>
              </a:rPr>
              <a:t>notifications.</a:t>
            </a:r>
            <a:endParaRPr sz="3000">
              <a:latin typeface="Times New Roman"/>
              <a:cs typeface="Times New Roman"/>
            </a:endParaRPr>
          </a:p>
          <a:p>
            <a:pPr marL="231775" indent="-219075">
              <a:lnSpc>
                <a:spcPct val="100000"/>
              </a:lnSpc>
              <a:buChar char="•"/>
              <a:tabLst>
                <a:tab pos="231775" algn="l"/>
              </a:tabLst>
            </a:pPr>
            <a:r>
              <a:rPr sz="3000" dirty="0">
                <a:latin typeface="Times New Roman"/>
                <a:cs typeface="Times New Roman"/>
              </a:rPr>
              <a:t>There</a:t>
            </a:r>
            <a:r>
              <a:rPr sz="3000" spc="-1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is</a:t>
            </a:r>
            <a:r>
              <a:rPr sz="3000" spc="-7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a</a:t>
            </a:r>
            <a:r>
              <a:rPr sz="3000" spc="-1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high</a:t>
            </a:r>
            <a:r>
              <a:rPr sz="3000" spc="-2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risk</a:t>
            </a:r>
            <a:r>
              <a:rPr sz="3000" spc="-2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of</a:t>
            </a:r>
            <a:r>
              <a:rPr sz="3000" spc="2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duplicate</a:t>
            </a:r>
            <a:r>
              <a:rPr sz="3000" spc="-2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applications</a:t>
            </a:r>
            <a:r>
              <a:rPr sz="3000" spc="-6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or</a:t>
            </a:r>
            <a:r>
              <a:rPr sz="3000" spc="2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missing</a:t>
            </a:r>
            <a:r>
              <a:rPr sz="3000" spc="-2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application</a:t>
            </a:r>
            <a:r>
              <a:rPr sz="3000" spc="-2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records</a:t>
            </a:r>
            <a:r>
              <a:rPr sz="3000" spc="-7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in</a:t>
            </a:r>
            <a:r>
              <a:rPr sz="3000" spc="-2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manual</a:t>
            </a:r>
            <a:r>
              <a:rPr sz="3000" spc="-25" dirty="0">
                <a:latin typeface="Times New Roman"/>
                <a:cs typeface="Times New Roman"/>
              </a:rPr>
              <a:t> </a:t>
            </a:r>
            <a:r>
              <a:rPr sz="3000" spc="-10" dirty="0">
                <a:latin typeface="Times New Roman"/>
                <a:cs typeface="Times New Roman"/>
              </a:rPr>
              <a:t>systems.</a:t>
            </a:r>
            <a:endParaRPr sz="3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04850" y="3314700"/>
            <a:ext cx="1000125" cy="990600"/>
          </a:xfrm>
          <a:custGeom>
            <a:avLst/>
            <a:gdLst/>
            <a:ahLst/>
            <a:cxnLst/>
            <a:rect l="l" t="t" r="r" b="b"/>
            <a:pathLst>
              <a:path w="1000125" h="990600">
                <a:moveTo>
                  <a:pt x="500062" y="0"/>
                </a:moveTo>
                <a:lnTo>
                  <a:pt x="451903" y="2267"/>
                </a:lnTo>
                <a:lnTo>
                  <a:pt x="405039" y="8930"/>
                </a:lnTo>
                <a:lnTo>
                  <a:pt x="359680" y="19782"/>
                </a:lnTo>
                <a:lnTo>
                  <a:pt x="316035" y="34615"/>
                </a:lnTo>
                <a:lnTo>
                  <a:pt x="274314" y="53222"/>
                </a:lnTo>
                <a:lnTo>
                  <a:pt x="234726" y="75394"/>
                </a:lnTo>
                <a:lnTo>
                  <a:pt x="197481" y="100925"/>
                </a:lnTo>
                <a:lnTo>
                  <a:pt x="162789" y="129607"/>
                </a:lnTo>
                <a:lnTo>
                  <a:pt x="130859" y="161233"/>
                </a:lnTo>
                <a:lnTo>
                  <a:pt x="101900" y="195594"/>
                </a:lnTo>
                <a:lnTo>
                  <a:pt x="76123" y="232484"/>
                </a:lnTo>
                <a:lnTo>
                  <a:pt x="53736" y="271695"/>
                </a:lnTo>
                <a:lnTo>
                  <a:pt x="34950" y="313019"/>
                </a:lnTo>
                <a:lnTo>
                  <a:pt x="19973" y="356249"/>
                </a:lnTo>
                <a:lnTo>
                  <a:pt x="9016" y="401178"/>
                </a:lnTo>
                <a:lnTo>
                  <a:pt x="2289" y="447597"/>
                </a:lnTo>
                <a:lnTo>
                  <a:pt x="0" y="495300"/>
                </a:lnTo>
                <a:lnTo>
                  <a:pt x="2289" y="543002"/>
                </a:lnTo>
                <a:lnTo>
                  <a:pt x="9016" y="589421"/>
                </a:lnTo>
                <a:lnTo>
                  <a:pt x="19973" y="634350"/>
                </a:lnTo>
                <a:lnTo>
                  <a:pt x="34950" y="677580"/>
                </a:lnTo>
                <a:lnTo>
                  <a:pt x="53736" y="718904"/>
                </a:lnTo>
                <a:lnTo>
                  <a:pt x="76123" y="758115"/>
                </a:lnTo>
                <a:lnTo>
                  <a:pt x="101900" y="795005"/>
                </a:lnTo>
                <a:lnTo>
                  <a:pt x="130859" y="829366"/>
                </a:lnTo>
                <a:lnTo>
                  <a:pt x="162789" y="860992"/>
                </a:lnTo>
                <a:lnTo>
                  <a:pt x="197481" y="889674"/>
                </a:lnTo>
                <a:lnTo>
                  <a:pt x="234726" y="915205"/>
                </a:lnTo>
                <a:lnTo>
                  <a:pt x="274314" y="937377"/>
                </a:lnTo>
                <a:lnTo>
                  <a:pt x="316035" y="955984"/>
                </a:lnTo>
                <a:lnTo>
                  <a:pt x="359680" y="970817"/>
                </a:lnTo>
                <a:lnTo>
                  <a:pt x="405039" y="981669"/>
                </a:lnTo>
                <a:lnTo>
                  <a:pt x="451903" y="988332"/>
                </a:lnTo>
                <a:lnTo>
                  <a:pt x="500062" y="990600"/>
                </a:lnTo>
                <a:lnTo>
                  <a:pt x="548219" y="988332"/>
                </a:lnTo>
                <a:lnTo>
                  <a:pt x="595081" y="981669"/>
                </a:lnTo>
                <a:lnTo>
                  <a:pt x="640439" y="970817"/>
                </a:lnTo>
                <a:lnTo>
                  <a:pt x="684084" y="955984"/>
                </a:lnTo>
                <a:lnTo>
                  <a:pt x="725805" y="937377"/>
                </a:lnTo>
                <a:lnTo>
                  <a:pt x="765392" y="915205"/>
                </a:lnTo>
                <a:lnTo>
                  <a:pt x="802637" y="889674"/>
                </a:lnTo>
                <a:lnTo>
                  <a:pt x="837330" y="860992"/>
                </a:lnTo>
                <a:lnTo>
                  <a:pt x="869261" y="829366"/>
                </a:lnTo>
                <a:lnTo>
                  <a:pt x="898220" y="795005"/>
                </a:lnTo>
                <a:lnTo>
                  <a:pt x="923998" y="758115"/>
                </a:lnTo>
                <a:lnTo>
                  <a:pt x="946386" y="718904"/>
                </a:lnTo>
                <a:lnTo>
                  <a:pt x="965173" y="677580"/>
                </a:lnTo>
                <a:lnTo>
                  <a:pt x="980150" y="634350"/>
                </a:lnTo>
                <a:lnTo>
                  <a:pt x="991107" y="589421"/>
                </a:lnTo>
                <a:lnTo>
                  <a:pt x="997835" y="543002"/>
                </a:lnTo>
                <a:lnTo>
                  <a:pt x="1000125" y="495300"/>
                </a:lnTo>
                <a:lnTo>
                  <a:pt x="997835" y="447597"/>
                </a:lnTo>
                <a:lnTo>
                  <a:pt x="991107" y="401178"/>
                </a:lnTo>
                <a:lnTo>
                  <a:pt x="980150" y="356249"/>
                </a:lnTo>
                <a:lnTo>
                  <a:pt x="965173" y="313019"/>
                </a:lnTo>
                <a:lnTo>
                  <a:pt x="946386" y="271695"/>
                </a:lnTo>
                <a:lnTo>
                  <a:pt x="923998" y="232484"/>
                </a:lnTo>
                <a:lnTo>
                  <a:pt x="898220" y="195594"/>
                </a:lnTo>
                <a:lnTo>
                  <a:pt x="869261" y="161233"/>
                </a:lnTo>
                <a:lnTo>
                  <a:pt x="837330" y="129607"/>
                </a:lnTo>
                <a:lnTo>
                  <a:pt x="802637" y="100925"/>
                </a:lnTo>
                <a:lnTo>
                  <a:pt x="765392" y="75394"/>
                </a:lnTo>
                <a:lnTo>
                  <a:pt x="725804" y="53222"/>
                </a:lnTo>
                <a:lnTo>
                  <a:pt x="684084" y="34615"/>
                </a:lnTo>
                <a:lnTo>
                  <a:pt x="640439" y="19782"/>
                </a:lnTo>
                <a:lnTo>
                  <a:pt x="595081" y="8930"/>
                </a:lnTo>
                <a:lnTo>
                  <a:pt x="548219" y="2267"/>
                </a:lnTo>
                <a:lnTo>
                  <a:pt x="500062" y="0"/>
                </a:lnTo>
                <a:close/>
              </a:path>
            </a:pathLst>
          </a:custGeom>
          <a:solidFill>
            <a:srgbClr val="FC61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090294" y="3564572"/>
            <a:ext cx="233045" cy="4375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700" b="1" i="1" spc="-50" dirty="0">
                <a:solidFill>
                  <a:srgbClr val="FFFDFD"/>
                </a:solidFill>
                <a:latin typeface="Trebuchet MS"/>
                <a:cs typeface="Trebuchet MS"/>
              </a:rPr>
              <a:t>3</a:t>
            </a:r>
            <a:endParaRPr sz="2700">
              <a:latin typeface="Trebuchet MS"/>
              <a:cs typeface="Trebuchet MS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957262" y="4433951"/>
            <a:ext cx="505459" cy="542925"/>
          </a:xfrm>
          <a:custGeom>
            <a:avLst/>
            <a:gdLst/>
            <a:ahLst/>
            <a:cxnLst/>
            <a:rect l="l" t="t" r="r" b="b"/>
            <a:pathLst>
              <a:path w="505459" h="542925">
                <a:moveTo>
                  <a:pt x="252412" y="0"/>
                </a:moveTo>
                <a:lnTo>
                  <a:pt x="207039" y="4369"/>
                </a:lnTo>
                <a:lnTo>
                  <a:pt x="164335" y="16968"/>
                </a:lnTo>
                <a:lnTo>
                  <a:pt x="125013" y="37032"/>
                </a:lnTo>
                <a:lnTo>
                  <a:pt x="89784" y="63797"/>
                </a:lnTo>
                <a:lnTo>
                  <a:pt x="59362" y="96499"/>
                </a:lnTo>
                <a:lnTo>
                  <a:pt x="34460" y="134375"/>
                </a:lnTo>
                <a:lnTo>
                  <a:pt x="15791" y="176659"/>
                </a:lnTo>
                <a:lnTo>
                  <a:pt x="4066" y="222589"/>
                </a:lnTo>
                <a:lnTo>
                  <a:pt x="0" y="271399"/>
                </a:lnTo>
                <a:lnTo>
                  <a:pt x="4066" y="320213"/>
                </a:lnTo>
                <a:lnTo>
                  <a:pt x="15791" y="366154"/>
                </a:lnTo>
                <a:lnTo>
                  <a:pt x="34460" y="408455"/>
                </a:lnTo>
                <a:lnTo>
                  <a:pt x="59362" y="446350"/>
                </a:lnTo>
                <a:lnTo>
                  <a:pt x="89784" y="479074"/>
                </a:lnTo>
                <a:lnTo>
                  <a:pt x="125013" y="505859"/>
                </a:lnTo>
                <a:lnTo>
                  <a:pt x="164335" y="525940"/>
                </a:lnTo>
                <a:lnTo>
                  <a:pt x="207039" y="538551"/>
                </a:lnTo>
                <a:lnTo>
                  <a:pt x="252412" y="542925"/>
                </a:lnTo>
                <a:lnTo>
                  <a:pt x="297797" y="538551"/>
                </a:lnTo>
                <a:lnTo>
                  <a:pt x="340512" y="525940"/>
                </a:lnTo>
                <a:lnTo>
                  <a:pt x="379845" y="505859"/>
                </a:lnTo>
                <a:lnTo>
                  <a:pt x="415082" y="479074"/>
                </a:lnTo>
                <a:lnTo>
                  <a:pt x="445511" y="446350"/>
                </a:lnTo>
                <a:lnTo>
                  <a:pt x="470419" y="408455"/>
                </a:lnTo>
                <a:lnTo>
                  <a:pt x="489093" y="366154"/>
                </a:lnTo>
                <a:lnTo>
                  <a:pt x="500821" y="320213"/>
                </a:lnTo>
                <a:lnTo>
                  <a:pt x="504888" y="271399"/>
                </a:lnTo>
                <a:lnTo>
                  <a:pt x="500821" y="222589"/>
                </a:lnTo>
                <a:lnTo>
                  <a:pt x="489093" y="176659"/>
                </a:lnTo>
                <a:lnTo>
                  <a:pt x="470419" y="134375"/>
                </a:lnTo>
                <a:lnTo>
                  <a:pt x="445511" y="96499"/>
                </a:lnTo>
                <a:lnTo>
                  <a:pt x="415082" y="63797"/>
                </a:lnTo>
                <a:lnTo>
                  <a:pt x="379845" y="37032"/>
                </a:lnTo>
                <a:lnTo>
                  <a:pt x="340512" y="16968"/>
                </a:lnTo>
                <a:lnTo>
                  <a:pt x="297797" y="4369"/>
                </a:lnTo>
                <a:lnTo>
                  <a:pt x="252412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957262" y="1985898"/>
            <a:ext cx="505459" cy="542925"/>
          </a:xfrm>
          <a:custGeom>
            <a:avLst/>
            <a:gdLst/>
            <a:ahLst/>
            <a:cxnLst/>
            <a:rect l="l" t="t" r="r" b="b"/>
            <a:pathLst>
              <a:path w="505459" h="542925">
                <a:moveTo>
                  <a:pt x="252412" y="0"/>
                </a:moveTo>
                <a:lnTo>
                  <a:pt x="207039" y="4373"/>
                </a:lnTo>
                <a:lnTo>
                  <a:pt x="164335" y="16984"/>
                </a:lnTo>
                <a:lnTo>
                  <a:pt x="125013" y="37065"/>
                </a:lnTo>
                <a:lnTo>
                  <a:pt x="89784" y="63850"/>
                </a:lnTo>
                <a:lnTo>
                  <a:pt x="59362" y="96574"/>
                </a:lnTo>
                <a:lnTo>
                  <a:pt x="34460" y="134469"/>
                </a:lnTo>
                <a:lnTo>
                  <a:pt x="15791" y="176770"/>
                </a:lnTo>
                <a:lnTo>
                  <a:pt x="4066" y="222711"/>
                </a:lnTo>
                <a:lnTo>
                  <a:pt x="0" y="271525"/>
                </a:lnTo>
                <a:lnTo>
                  <a:pt x="4066" y="320335"/>
                </a:lnTo>
                <a:lnTo>
                  <a:pt x="15791" y="366265"/>
                </a:lnTo>
                <a:lnTo>
                  <a:pt x="34460" y="408549"/>
                </a:lnTo>
                <a:lnTo>
                  <a:pt x="59362" y="446425"/>
                </a:lnTo>
                <a:lnTo>
                  <a:pt x="89784" y="479127"/>
                </a:lnTo>
                <a:lnTo>
                  <a:pt x="125013" y="505892"/>
                </a:lnTo>
                <a:lnTo>
                  <a:pt x="164335" y="525956"/>
                </a:lnTo>
                <a:lnTo>
                  <a:pt x="207039" y="538555"/>
                </a:lnTo>
                <a:lnTo>
                  <a:pt x="252412" y="542925"/>
                </a:lnTo>
                <a:lnTo>
                  <a:pt x="297797" y="538555"/>
                </a:lnTo>
                <a:lnTo>
                  <a:pt x="340512" y="525956"/>
                </a:lnTo>
                <a:lnTo>
                  <a:pt x="379845" y="505892"/>
                </a:lnTo>
                <a:lnTo>
                  <a:pt x="415082" y="479127"/>
                </a:lnTo>
                <a:lnTo>
                  <a:pt x="445511" y="446425"/>
                </a:lnTo>
                <a:lnTo>
                  <a:pt x="470419" y="408549"/>
                </a:lnTo>
                <a:lnTo>
                  <a:pt x="489093" y="366265"/>
                </a:lnTo>
                <a:lnTo>
                  <a:pt x="500821" y="320335"/>
                </a:lnTo>
                <a:lnTo>
                  <a:pt x="504888" y="271525"/>
                </a:lnTo>
                <a:lnTo>
                  <a:pt x="500821" y="222711"/>
                </a:lnTo>
                <a:lnTo>
                  <a:pt x="489093" y="176770"/>
                </a:lnTo>
                <a:lnTo>
                  <a:pt x="470419" y="134469"/>
                </a:lnTo>
                <a:lnTo>
                  <a:pt x="445511" y="96574"/>
                </a:lnTo>
                <a:lnTo>
                  <a:pt x="415082" y="63850"/>
                </a:lnTo>
                <a:lnTo>
                  <a:pt x="379845" y="37065"/>
                </a:lnTo>
                <a:lnTo>
                  <a:pt x="340512" y="16984"/>
                </a:lnTo>
                <a:lnTo>
                  <a:pt x="297797" y="4373"/>
                </a:lnTo>
                <a:lnTo>
                  <a:pt x="252412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146810" y="2103691"/>
            <a:ext cx="120650" cy="2889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700" b="1" i="1" spc="-310" dirty="0">
                <a:solidFill>
                  <a:srgbClr val="181818"/>
                </a:solidFill>
                <a:latin typeface="Trebuchet MS"/>
                <a:cs typeface="Trebuchet MS"/>
              </a:rPr>
              <a:t>1</a:t>
            </a:r>
            <a:endParaRPr sz="1700">
              <a:latin typeface="Trebuchet MS"/>
              <a:cs typeface="Trebuchet MS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957262" y="5100701"/>
            <a:ext cx="505459" cy="542925"/>
          </a:xfrm>
          <a:custGeom>
            <a:avLst/>
            <a:gdLst/>
            <a:ahLst/>
            <a:cxnLst/>
            <a:rect l="l" t="t" r="r" b="b"/>
            <a:pathLst>
              <a:path w="505459" h="542925">
                <a:moveTo>
                  <a:pt x="252412" y="0"/>
                </a:moveTo>
                <a:lnTo>
                  <a:pt x="207039" y="4369"/>
                </a:lnTo>
                <a:lnTo>
                  <a:pt x="164335" y="16968"/>
                </a:lnTo>
                <a:lnTo>
                  <a:pt x="125013" y="37032"/>
                </a:lnTo>
                <a:lnTo>
                  <a:pt x="89784" y="63797"/>
                </a:lnTo>
                <a:lnTo>
                  <a:pt x="59362" y="96499"/>
                </a:lnTo>
                <a:lnTo>
                  <a:pt x="34460" y="134375"/>
                </a:lnTo>
                <a:lnTo>
                  <a:pt x="15791" y="176659"/>
                </a:lnTo>
                <a:lnTo>
                  <a:pt x="4066" y="222589"/>
                </a:lnTo>
                <a:lnTo>
                  <a:pt x="0" y="271399"/>
                </a:lnTo>
                <a:lnTo>
                  <a:pt x="4066" y="320213"/>
                </a:lnTo>
                <a:lnTo>
                  <a:pt x="15791" y="366154"/>
                </a:lnTo>
                <a:lnTo>
                  <a:pt x="34460" y="408455"/>
                </a:lnTo>
                <a:lnTo>
                  <a:pt x="59362" y="446350"/>
                </a:lnTo>
                <a:lnTo>
                  <a:pt x="89784" y="479074"/>
                </a:lnTo>
                <a:lnTo>
                  <a:pt x="125013" y="505859"/>
                </a:lnTo>
                <a:lnTo>
                  <a:pt x="164335" y="525940"/>
                </a:lnTo>
                <a:lnTo>
                  <a:pt x="207039" y="538551"/>
                </a:lnTo>
                <a:lnTo>
                  <a:pt x="252412" y="542925"/>
                </a:lnTo>
                <a:lnTo>
                  <a:pt x="297797" y="538551"/>
                </a:lnTo>
                <a:lnTo>
                  <a:pt x="340512" y="525940"/>
                </a:lnTo>
                <a:lnTo>
                  <a:pt x="379845" y="505859"/>
                </a:lnTo>
                <a:lnTo>
                  <a:pt x="415082" y="479074"/>
                </a:lnTo>
                <a:lnTo>
                  <a:pt x="445511" y="446350"/>
                </a:lnTo>
                <a:lnTo>
                  <a:pt x="470419" y="408455"/>
                </a:lnTo>
                <a:lnTo>
                  <a:pt x="489093" y="366154"/>
                </a:lnTo>
                <a:lnTo>
                  <a:pt x="500821" y="320213"/>
                </a:lnTo>
                <a:lnTo>
                  <a:pt x="504888" y="271399"/>
                </a:lnTo>
                <a:lnTo>
                  <a:pt x="500821" y="222589"/>
                </a:lnTo>
                <a:lnTo>
                  <a:pt x="489093" y="176659"/>
                </a:lnTo>
                <a:lnTo>
                  <a:pt x="470419" y="134375"/>
                </a:lnTo>
                <a:lnTo>
                  <a:pt x="445511" y="96499"/>
                </a:lnTo>
                <a:lnTo>
                  <a:pt x="415082" y="63797"/>
                </a:lnTo>
                <a:lnTo>
                  <a:pt x="379845" y="37032"/>
                </a:lnTo>
                <a:lnTo>
                  <a:pt x="340512" y="16968"/>
                </a:lnTo>
                <a:lnTo>
                  <a:pt x="297797" y="4369"/>
                </a:lnTo>
                <a:lnTo>
                  <a:pt x="252412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957262" y="2652776"/>
            <a:ext cx="505459" cy="542925"/>
          </a:xfrm>
          <a:custGeom>
            <a:avLst/>
            <a:gdLst/>
            <a:ahLst/>
            <a:cxnLst/>
            <a:rect l="l" t="t" r="r" b="b"/>
            <a:pathLst>
              <a:path w="505459" h="542925">
                <a:moveTo>
                  <a:pt x="252412" y="0"/>
                </a:moveTo>
                <a:lnTo>
                  <a:pt x="207039" y="4369"/>
                </a:lnTo>
                <a:lnTo>
                  <a:pt x="164335" y="16968"/>
                </a:lnTo>
                <a:lnTo>
                  <a:pt x="125013" y="37032"/>
                </a:lnTo>
                <a:lnTo>
                  <a:pt x="89784" y="63797"/>
                </a:lnTo>
                <a:lnTo>
                  <a:pt x="59362" y="96499"/>
                </a:lnTo>
                <a:lnTo>
                  <a:pt x="34460" y="134375"/>
                </a:lnTo>
                <a:lnTo>
                  <a:pt x="15791" y="176659"/>
                </a:lnTo>
                <a:lnTo>
                  <a:pt x="4066" y="222589"/>
                </a:lnTo>
                <a:lnTo>
                  <a:pt x="0" y="271399"/>
                </a:lnTo>
                <a:lnTo>
                  <a:pt x="4066" y="320213"/>
                </a:lnTo>
                <a:lnTo>
                  <a:pt x="15791" y="366154"/>
                </a:lnTo>
                <a:lnTo>
                  <a:pt x="34460" y="408455"/>
                </a:lnTo>
                <a:lnTo>
                  <a:pt x="59362" y="446350"/>
                </a:lnTo>
                <a:lnTo>
                  <a:pt x="89784" y="479074"/>
                </a:lnTo>
                <a:lnTo>
                  <a:pt x="125013" y="505859"/>
                </a:lnTo>
                <a:lnTo>
                  <a:pt x="164335" y="525940"/>
                </a:lnTo>
                <a:lnTo>
                  <a:pt x="207039" y="538551"/>
                </a:lnTo>
                <a:lnTo>
                  <a:pt x="252412" y="542925"/>
                </a:lnTo>
                <a:lnTo>
                  <a:pt x="297797" y="538551"/>
                </a:lnTo>
                <a:lnTo>
                  <a:pt x="340512" y="525940"/>
                </a:lnTo>
                <a:lnTo>
                  <a:pt x="379845" y="505859"/>
                </a:lnTo>
                <a:lnTo>
                  <a:pt x="415082" y="479074"/>
                </a:lnTo>
                <a:lnTo>
                  <a:pt x="445511" y="446350"/>
                </a:lnTo>
                <a:lnTo>
                  <a:pt x="470419" y="408455"/>
                </a:lnTo>
                <a:lnTo>
                  <a:pt x="489093" y="366154"/>
                </a:lnTo>
                <a:lnTo>
                  <a:pt x="500821" y="320213"/>
                </a:lnTo>
                <a:lnTo>
                  <a:pt x="504888" y="271399"/>
                </a:lnTo>
                <a:lnTo>
                  <a:pt x="500821" y="222589"/>
                </a:lnTo>
                <a:lnTo>
                  <a:pt x="489093" y="176659"/>
                </a:lnTo>
                <a:lnTo>
                  <a:pt x="470419" y="134375"/>
                </a:lnTo>
                <a:lnTo>
                  <a:pt x="445511" y="96499"/>
                </a:lnTo>
                <a:lnTo>
                  <a:pt x="415082" y="63797"/>
                </a:lnTo>
                <a:lnTo>
                  <a:pt x="379845" y="37032"/>
                </a:lnTo>
                <a:lnTo>
                  <a:pt x="340512" y="16968"/>
                </a:lnTo>
                <a:lnTo>
                  <a:pt x="297797" y="4369"/>
                </a:lnTo>
                <a:lnTo>
                  <a:pt x="252412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1126807" y="2770187"/>
            <a:ext cx="160655" cy="2889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700" b="1" i="1" spc="10" dirty="0">
                <a:solidFill>
                  <a:srgbClr val="181818"/>
                </a:solidFill>
                <a:latin typeface="Trebuchet MS"/>
                <a:cs typeface="Trebuchet MS"/>
              </a:rPr>
              <a:t>2</a:t>
            </a:r>
            <a:endParaRPr sz="1700">
              <a:latin typeface="Trebuchet MS"/>
              <a:cs typeface="Trebuchet MS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957262" y="6434201"/>
            <a:ext cx="505459" cy="542925"/>
          </a:xfrm>
          <a:custGeom>
            <a:avLst/>
            <a:gdLst/>
            <a:ahLst/>
            <a:cxnLst/>
            <a:rect l="l" t="t" r="r" b="b"/>
            <a:pathLst>
              <a:path w="505459" h="542925">
                <a:moveTo>
                  <a:pt x="252412" y="0"/>
                </a:moveTo>
                <a:lnTo>
                  <a:pt x="207039" y="4369"/>
                </a:lnTo>
                <a:lnTo>
                  <a:pt x="164335" y="16968"/>
                </a:lnTo>
                <a:lnTo>
                  <a:pt x="125013" y="37032"/>
                </a:lnTo>
                <a:lnTo>
                  <a:pt x="89784" y="63797"/>
                </a:lnTo>
                <a:lnTo>
                  <a:pt x="59362" y="96499"/>
                </a:lnTo>
                <a:lnTo>
                  <a:pt x="34460" y="134375"/>
                </a:lnTo>
                <a:lnTo>
                  <a:pt x="15791" y="176659"/>
                </a:lnTo>
                <a:lnTo>
                  <a:pt x="4066" y="222589"/>
                </a:lnTo>
                <a:lnTo>
                  <a:pt x="0" y="271399"/>
                </a:lnTo>
                <a:lnTo>
                  <a:pt x="4066" y="320208"/>
                </a:lnTo>
                <a:lnTo>
                  <a:pt x="15791" y="366138"/>
                </a:lnTo>
                <a:lnTo>
                  <a:pt x="34460" y="408422"/>
                </a:lnTo>
                <a:lnTo>
                  <a:pt x="59362" y="446298"/>
                </a:lnTo>
                <a:lnTo>
                  <a:pt x="89784" y="479000"/>
                </a:lnTo>
                <a:lnTo>
                  <a:pt x="125013" y="505765"/>
                </a:lnTo>
                <a:lnTo>
                  <a:pt x="164335" y="525829"/>
                </a:lnTo>
                <a:lnTo>
                  <a:pt x="207039" y="538428"/>
                </a:lnTo>
                <a:lnTo>
                  <a:pt x="252412" y="542798"/>
                </a:lnTo>
                <a:lnTo>
                  <a:pt x="297797" y="538428"/>
                </a:lnTo>
                <a:lnTo>
                  <a:pt x="340512" y="525829"/>
                </a:lnTo>
                <a:lnTo>
                  <a:pt x="379845" y="505765"/>
                </a:lnTo>
                <a:lnTo>
                  <a:pt x="415082" y="479000"/>
                </a:lnTo>
                <a:lnTo>
                  <a:pt x="445511" y="446298"/>
                </a:lnTo>
                <a:lnTo>
                  <a:pt x="470419" y="408422"/>
                </a:lnTo>
                <a:lnTo>
                  <a:pt x="489093" y="366138"/>
                </a:lnTo>
                <a:lnTo>
                  <a:pt x="500821" y="320208"/>
                </a:lnTo>
                <a:lnTo>
                  <a:pt x="504888" y="271399"/>
                </a:lnTo>
                <a:lnTo>
                  <a:pt x="500821" y="222589"/>
                </a:lnTo>
                <a:lnTo>
                  <a:pt x="489093" y="176659"/>
                </a:lnTo>
                <a:lnTo>
                  <a:pt x="470419" y="134375"/>
                </a:lnTo>
                <a:lnTo>
                  <a:pt x="445511" y="96499"/>
                </a:lnTo>
                <a:lnTo>
                  <a:pt x="415082" y="63797"/>
                </a:lnTo>
                <a:lnTo>
                  <a:pt x="379845" y="37032"/>
                </a:lnTo>
                <a:lnTo>
                  <a:pt x="340512" y="16968"/>
                </a:lnTo>
                <a:lnTo>
                  <a:pt x="297797" y="4369"/>
                </a:lnTo>
                <a:lnTo>
                  <a:pt x="252412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957262" y="5767451"/>
            <a:ext cx="505459" cy="542925"/>
          </a:xfrm>
          <a:custGeom>
            <a:avLst/>
            <a:gdLst/>
            <a:ahLst/>
            <a:cxnLst/>
            <a:rect l="l" t="t" r="r" b="b"/>
            <a:pathLst>
              <a:path w="505459" h="542925">
                <a:moveTo>
                  <a:pt x="252412" y="0"/>
                </a:moveTo>
                <a:lnTo>
                  <a:pt x="207039" y="4369"/>
                </a:lnTo>
                <a:lnTo>
                  <a:pt x="164335" y="16968"/>
                </a:lnTo>
                <a:lnTo>
                  <a:pt x="125013" y="37032"/>
                </a:lnTo>
                <a:lnTo>
                  <a:pt x="89784" y="63797"/>
                </a:lnTo>
                <a:lnTo>
                  <a:pt x="59362" y="96499"/>
                </a:lnTo>
                <a:lnTo>
                  <a:pt x="34460" y="134375"/>
                </a:lnTo>
                <a:lnTo>
                  <a:pt x="15791" y="176659"/>
                </a:lnTo>
                <a:lnTo>
                  <a:pt x="4066" y="222589"/>
                </a:lnTo>
                <a:lnTo>
                  <a:pt x="0" y="271399"/>
                </a:lnTo>
                <a:lnTo>
                  <a:pt x="4066" y="320213"/>
                </a:lnTo>
                <a:lnTo>
                  <a:pt x="15791" y="366154"/>
                </a:lnTo>
                <a:lnTo>
                  <a:pt x="34460" y="408455"/>
                </a:lnTo>
                <a:lnTo>
                  <a:pt x="59362" y="446350"/>
                </a:lnTo>
                <a:lnTo>
                  <a:pt x="89784" y="479074"/>
                </a:lnTo>
                <a:lnTo>
                  <a:pt x="125013" y="505859"/>
                </a:lnTo>
                <a:lnTo>
                  <a:pt x="164335" y="525940"/>
                </a:lnTo>
                <a:lnTo>
                  <a:pt x="207039" y="538551"/>
                </a:lnTo>
                <a:lnTo>
                  <a:pt x="252412" y="542925"/>
                </a:lnTo>
                <a:lnTo>
                  <a:pt x="297797" y="538551"/>
                </a:lnTo>
                <a:lnTo>
                  <a:pt x="340512" y="525940"/>
                </a:lnTo>
                <a:lnTo>
                  <a:pt x="379845" y="505859"/>
                </a:lnTo>
                <a:lnTo>
                  <a:pt x="415082" y="479074"/>
                </a:lnTo>
                <a:lnTo>
                  <a:pt x="445511" y="446350"/>
                </a:lnTo>
                <a:lnTo>
                  <a:pt x="470419" y="408455"/>
                </a:lnTo>
                <a:lnTo>
                  <a:pt x="489093" y="366154"/>
                </a:lnTo>
                <a:lnTo>
                  <a:pt x="500821" y="320213"/>
                </a:lnTo>
                <a:lnTo>
                  <a:pt x="504888" y="271399"/>
                </a:lnTo>
                <a:lnTo>
                  <a:pt x="500821" y="222589"/>
                </a:lnTo>
                <a:lnTo>
                  <a:pt x="489093" y="176659"/>
                </a:lnTo>
                <a:lnTo>
                  <a:pt x="470419" y="134375"/>
                </a:lnTo>
                <a:lnTo>
                  <a:pt x="445511" y="96499"/>
                </a:lnTo>
                <a:lnTo>
                  <a:pt x="415082" y="63797"/>
                </a:lnTo>
                <a:lnTo>
                  <a:pt x="379845" y="37032"/>
                </a:lnTo>
                <a:lnTo>
                  <a:pt x="340512" y="16968"/>
                </a:lnTo>
                <a:lnTo>
                  <a:pt x="297797" y="4369"/>
                </a:lnTo>
                <a:lnTo>
                  <a:pt x="252412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957262" y="7100823"/>
            <a:ext cx="505459" cy="542925"/>
          </a:xfrm>
          <a:custGeom>
            <a:avLst/>
            <a:gdLst/>
            <a:ahLst/>
            <a:cxnLst/>
            <a:rect l="l" t="t" r="r" b="b"/>
            <a:pathLst>
              <a:path w="505459" h="542925">
                <a:moveTo>
                  <a:pt x="252412" y="0"/>
                </a:moveTo>
                <a:lnTo>
                  <a:pt x="207039" y="4373"/>
                </a:lnTo>
                <a:lnTo>
                  <a:pt x="164335" y="16984"/>
                </a:lnTo>
                <a:lnTo>
                  <a:pt x="125013" y="37065"/>
                </a:lnTo>
                <a:lnTo>
                  <a:pt x="89784" y="63850"/>
                </a:lnTo>
                <a:lnTo>
                  <a:pt x="59362" y="96574"/>
                </a:lnTo>
                <a:lnTo>
                  <a:pt x="34460" y="134469"/>
                </a:lnTo>
                <a:lnTo>
                  <a:pt x="15791" y="176770"/>
                </a:lnTo>
                <a:lnTo>
                  <a:pt x="4066" y="222711"/>
                </a:lnTo>
                <a:lnTo>
                  <a:pt x="0" y="271525"/>
                </a:lnTo>
                <a:lnTo>
                  <a:pt x="4066" y="320335"/>
                </a:lnTo>
                <a:lnTo>
                  <a:pt x="15791" y="366265"/>
                </a:lnTo>
                <a:lnTo>
                  <a:pt x="34460" y="408549"/>
                </a:lnTo>
                <a:lnTo>
                  <a:pt x="59362" y="446425"/>
                </a:lnTo>
                <a:lnTo>
                  <a:pt x="89784" y="479127"/>
                </a:lnTo>
                <a:lnTo>
                  <a:pt x="125013" y="505892"/>
                </a:lnTo>
                <a:lnTo>
                  <a:pt x="164335" y="525956"/>
                </a:lnTo>
                <a:lnTo>
                  <a:pt x="207039" y="538555"/>
                </a:lnTo>
                <a:lnTo>
                  <a:pt x="252412" y="542925"/>
                </a:lnTo>
                <a:lnTo>
                  <a:pt x="297797" y="538555"/>
                </a:lnTo>
                <a:lnTo>
                  <a:pt x="340512" y="525956"/>
                </a:lnTo>
                <a:lnTo>
                  <a:pt x="379845" y="505892"/>
                </a:lnTo>
                <a:lnTo>
                  <a:pt x="415082" y="479127"/>
                </a:lnTo>
                <a:lnTo>
                  <a:pt x="445511" y="446425"/>
                </a:lnTo>
                <a:lnTo>
                  <a:pt x="470419" y="408549"/>
                </a:lnTo>
                <a:lnTo>
                  <a:pt x="489093" y="366265"/>
                </a:lnTo>
                <a:lnTo>
                  <a:pt x="500821" y="320335"/>
                </a:lnTo>
                <a:lnTo>
                  <a:pt x="504888" y="271525"/>
                </a:lnTo>
                <a:lnTo>
                  <a:pt x="500821" y="222711"/>
                </a:lnTo>
                <a:lnTo>
                  <a:pt x="489093" y="176770"/>
                </a:lnTo>
                <a:lnTo>
                  <a:pt x="470419" y="134469"/>
                </a:lnTo>
                <a:lnTo>
                  <a:pt x="445511" y="96574"/>
                </a:lnTo>
                <a:lnTo>
                  <a:pt x="415082" y="63850"/>
                </a:lnTo>
                <a:lnTo>
                  <a:pt x="379845" y="37065"/>
                </a:lnTo>
                <a:lnTo>
                  <a:pt x="340512" y="16984"/>
                </a:lnTo>
                <a:lnTo>
                  <a:pt x="297797" y="4373"/>
                </a:lnTo>
                <a:lnTo>
                  <a:pt x="252412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957262" y="7767573"/>
            <a:ext cx="505459" cy="542925"/>
          </a:xfrm>
          <a:custGeom>
            <a:avLst/>
            <a:gdLst/>
            <a:ahLst/>
            <a:cxnLst/>
            <a:rect l="l" t="t" r="r" b="b"/>
            <a:pathLst>
              <a:path w="505459" h="542925">
                <a:moveTo>
                  <a:pt x="252412" y="0"/>
                </a:moveTo>
                <a:lnTo>
                  <a:pt x="207039" y="4373"/>
                </a:lnTo>
                <a:lnTo>
                  <a:pt x="164335" y="16984"/>
                </a:lnTo>
                <a:lnTo>
                  <a:pt x="125013" y="37065"/>
                </a:lnTo>
                <a:lnTo>
                  <a:pt x="89784" y="63850"/>
                </a:lnTo>
                <a:lnTo>
                  <a:pt x="59362" y="96574"/>
                </a:lnTo>
                <a:lnTo>
                  <a:pt x="34460" y="134469"/>
                </a:lnTo>
                <a:lnTo>
                  <a:pt x="15791" y="176770"/>
                </a:lnTo>
                <a:lnTo>
                  <a:pt x="4066" y="222711"/>
                </a:lnTo>
                <a:lnTo>
                  <a:pt x="0" y="271525"/>
                </a:lnTo>
                <a:lnTo>
                  <a:pt x="4066" y="320335"/>
                </a:lnTo>
                <a:lnTo>
                  <a:pt x="15791" y="366265"/>
                </a:lnTo>
                <a:lnTo>
                  <a:pt x="34460" y="408549"/>
                </a:lnTo>
                <a:lnTo>
                  <a:pt x="59362" y="446425"/>
                </a:lnTo>
                <a:lnTo>
                  <a:pt x="89784" y="479127"/>
                </a:lnTo>
                <a:lnTo>
                  <a:pt x="125013" y="505892"/>
                </a:lnTo>
                <a:lnTo>
                  <a:pt x="164335" y="525956"/>
                </a:lnTo>
                <a:lnTo>
                  <a:pt x="207039" y="538555"/>
                </a:lnTo>
                <a:lnTo>
                  <a:pt x="252412" y="542925"/>
                </a:lnTo>
                <a:lnTo>
                  <a:pt x="297797" y="538555"/>
                </a:lnTo>
                <a:lnTo>
                  <a:pt x="340512" y="525956"/>
                </a:lnTo>
                <a:lnTo>
                  <a:pt x="379845" y="505892"/>
                </a:lnTo>
                <a:lnTo>
                  <a:pt x="415082" y="479127"/>
                </a:lnTo>
                <a:lnTo>
                  <a:pt x="445511" y="446425"/>
                </a:lnTo>
                <a:lnTo>
                  <a:pt x="470419" y="408549"/>
                </a:lnTo>
                <a:lnTo>
                  <a:pt x="489093" y="366265"/>
                </a:lnTo>
                <a:lnTo>
                  <a:pt x="500821" y="320335"/>
                </a:lnTo>
                <a:lnTo>
                  <a:pt x="504888" y="271525"/>
                </a:lnTo>
                <a:lnTo>
                  <a:pt x="500821" y="222711"/>
                </a:lnTo>
                <a:lnTo>
                  <a:pt x="489093" y="176770"/>
                </a:lnTo>
                <a:lnTo>
                  <a:pt x="470419" y="134469"/>
                </a:lnTo>
                <a:lnTo>
                  <a:pt x="445511" y="96574"/>
                </a:lnTo>
                <a:lnTo>
                  <a:pt x="415082" y="63850"/>
                </a:lnTo>
                <a:lnTo>
                  <a:pt x="379845" y="37065"/>
                </a:lnTo>
                <a:lnTo>
                  <a:pt x="340512" y="16984"/>
                </a:lnTo>
                <a:lnTo>
                  <a:pt x="297797" y="4373"/>
                </a:lnTo>
                <a:lnTo>
                  <a:pt x="252412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1122044" y="4551997"/>
            <a:ext cx="170815" cy="3624579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700" b="1" i="1" spc="80" dirty="0">
                <a:solidFill>
                  <a:srgbClr val="181818"/>
                </a:solidFill>
                <a:latin typeface="Trebuchet MS"/>
                <a:cs typeface="Trebuchet MS"/>
              </a:rPr>
              <a:t>4</a:t>
            </a:r>
            <a:endParaRPr sz="17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235"/>
              </a:spcBef>
            </a:pPr>
            <a:endParaRPr sz="1700">
              <a:latin typeface="Trebuchet MS"/>
              <a:cs typeface="Trebuchet MS"/>
            </a:endParaRPr>
          </a:p>
          <a:p>
            <a:pPr marL="18415">
              <a:lnSpc>
                <a:spcPct val="100000"/>
              </a:lnSpc>
            </a:pPr>
            <a:r>
              <a:rPr sz="1700" b="1" i="1" dirty="0">
                <a:solidFill>
                  <a:srgbClr val="181818"/>
                </a:solidFill>
                <a:latin typeface="Trebuchet MS"/>
                <a:cs typeface="Trebuchet MS"/>
              </a:rPr>
              <a:t>5</a:t>
            </a:r>
            <a:endParaRPr sz="17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230"/>
              </a:spcBef>
            </a:pPr>
            <a:endParaRPr sz="1700">
              <a:latin typeface="Trebuchet MS"/>
              <a:cs typeface="Trebuchet MS"/>
            </a:endParaRPr>
          </a:p>
          <a:p>
            <a:pPr marL="15240">
              <a:lnSpc>
                <a:spcPct val="100000"/>
              </a:lnSpc>
              <a:spcBef>
                <a:spcPts val="5"/>
              </a:spcBef>
            </a:pPr>
            <a:r>
              <a:rPr sz="1700" b="1" i="1" spc="60" dirty="0">
                <a:solidFill>
                  <a:srgbClr val="181818"/>
                </a:solidFill>
                <a:latin typeface="Trebuchet MS"/>
                <a:cs typeface="Trebuchet MS"/>
              </a:rPr>
              <a:t>6</a:t>
            </a:r>
            <a:endParaRPr sz="17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230"/>
              </a:spcBef>
            </a:pPr>
            <a:endParaRPr sz="1700">
              <a:latin typeface="Trebuchet MS"/>
              <a:cs typeface="Trebuchet MS"/>
            </a:endParaRPr>
          </a:p>
          <a:p>
            <a:pPr marL="18415">
              <a:lnSpc>
                <a:spcPct val="100000"/>
              </a:lnSpc>
            </a:pPr>
            <a:r>
              <a:rPr sz="1700" b="1" i="1" dirty="0">
                <a:solidFill>
                  <a:srgbClr val="181818"/>
                </a:solidFill>
                <a:latin typeface="Trebuchet MS"/>
                <a:cs typeface="Trebuchet MS"/>
              </a:rPr>
              <a:t>7</a:t>
            </a:r>
            <a:endParaRPr sz="17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250"/>
              </a:spcBef>
            </a:pPr>
            <a:endParaRPr sz="17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sz="1700" b="1" i="1" spc="90" dirty="0">
                <a:solidFill>
                  <a:srgbClr val="181818"/>
                </a:solidFill>
                <a:latin typeface="Trebuchet MS"/>
                <a:cs typeface="Trebuchet MS"/>
              </a:rPr>
              <a:t>8</a:t>
            </a:r>
            <a:endParaRPr sz="17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245"/>
              </a:spcBef>
            </a:pPr>
            <a:endParaRPr sz="1700">
              <a:latin typeface="Trebuchet MS"/>
              <a:cs typeface="Trebuchet MS"/>
            </a:endParaRPr>
          </a:p>
          <a:p>
            <a:pPr marL="15240">
              <a:lnSpc>
                <a:spcPct val="100000"/>
              </a:lnSpc>
            </a:pPr>
            <a:r>
              <a:rPr sz="1700" b="1" i="1" spc="60" dirty="0">
                <a:solidFill>
                  <a:srgbClr val="181818"/>
                </a:solidFill>
                <a:latin typeface="Trebuchet MS"/>
                <a:cs typeface="Trebuchet MS"/>
              </a:rPr>
              <a:t>9</a:t>
            </a:r>
            <a:endParaRPr sz="1700">
              <a:latin typeface="Trebuchet MS"/>
              <a:cs typeface="Trebuchet MS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5658" rIns="0" bIns="0" rtlCol="0">
            <a:spAutoFit/>
          </a:bodyPr>
          <a:lstStyle/>
          <a:p>
            <a:pPr marL="341757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OBJECTIVE(S)</a:t>
            </a:r>
          </a:p>
        </p:txBody>
      </p:sp>
      <p:sp>
        <p:nvSpPr>
          <p:cNvPr id="16" name="object 16"/>
          <p:cNvSpPr/>
          <p:nvPr/>
        </p:nvSpPr>
        <p:spPr>
          <a:xfrm>
            <a:off x="16331437" y="927832"/>
            <a:ext cx="914400" cy="203200"/>
          </a:xfrm>
          <a:custGeom>
            <a:avLst/>
            <a:gdLst/>
            <a:ahLst/>
            <a:cxnLst/>
            <a:rect l="l" t="t" r="r" b="b"/>
            <a:pathLst>
              <a:path w="914400" h="203200">
                <a:moveTo>
                  <a:pt x="114280" y="0"/>
                </a:moveTo>
                <a:lnTo>
                  <a:pt x="69787" y="7962"/>
                </a:lnTo>
                <a:lnTo>
                  <a:pt x="33462" y="29680"/>
                </a:lnTo>
                <a:lnTo>
                  <a:pt x="8977" y="61899"/>
                </a:lnTo>
                <a:lnTo>
                  <a:pt x="0" y="101365"/>
                </a:lnTo>
                <a:lnTo>
                  <a:pt x="8977" y="140829"/>
                </a:lnTo>
                <a:lnTo>
                  <a:pt x="33463" y="173048"/>
                </a:lnTo>
                <a:lnTo>
                  <a:pt x="69788" y="194766"/>
                </a:lnTo>
                <a:lnTo>
                  <a:pt x="114281" y="202729"/>
                </a:lnTo>
                <a:lnTo>
                  <a:pt x="158774" y="194766"/>
                </a:lnTo>
                <a:lnTo>
                  <a:pt x="195098" y="173048"/>
                </a:lnTo>
                <a:lnTo>
                  <a:pt x="219583" y="140829"/>
                </a:lnTo>
                <a:lnTo>
                  <a:pt x="228560" y="101365"/>
                </a:lnTo>
                <a:lnTo>
                  <a:pt x="219582" y="61899"/>
                </a:lnTo>
                <a:lnTo>
                  <a:pt x="195097" y="29680"/>
                </a:lnTo>
                <a:lnTo>
                  <a:pt x="158773" y="7962"/>
                </a:lnTo>
                <a:lnTo>
                  <a:pt x="114280" y="0"/>
                </a:lnTo>
                <a:close/>
              </a:path>
              <a:path w="914400" h="203200">
                <a:moveTo>
                  <a:pt x="799962" y="0"/>
                </a:moveTo>
                <a:lnTo>
                  <a:pt x="755461" y="7962"/>
                </a:lnTo>
                <a:lnTo>
                  <a:pt x="719138" y="29680"/>
                </a:lnTo>
                <a:lnTo>
                  <a:pt x="694658" y="61899"/>
                </a:lnTo>
                <a:lnTo>
                  <a:pt x="685684" y="101365"/>
                </a:lnTo>
                <a:lnTo>
                  <a:pt x="694658" y="140829"/>
                </a:lnTo>
                <a:lnTo>
                  <a:pt x="719139" y="173048"/>
                </a:lnTo>
                <a:lnTo>
                  <a:pt x="755462" y="194766"/>
                </a:lnTo>
                <a:lnTo>
                  <a:pt x="799963" y="202729"/>
                </a:lnTo>
                <a:lnTo>
                  <a:pt x="844448" y="194766"/>
                </a:lnTo>
                <a:lnTo>
                  <a:pt x="880773" y="173048"/>
                </a:lnTo>
                <a:lnTo>
                  <a:pt x="905262" y="140829"/>
                </a:lnTo>
                <a:lnTo>
                  <a:pt x="914242" y="101365"/>
                </a:lnTo>
                <a:lnTo>
                  <a:pt x="905262" y="61899"/>
                </a:lnTo>
                <a:lnTo>
                  <a:pt x="880772" y="29680"/>
                </a:lnTo>
                <a:lnTo>
                  <a:pt x="844447" y="7962"/>
                </a:lnTo>
                <a:lnTo>
                  <a:pt x="799962" y="0"/>
                </a:lnTo>
                <a:close/>
              </a:path>
              <a:path w="914400" h="203200">
                <a:moveTo>
                  <a:pt x="457125" y="0"/>
                </a:moveTo>
                <a:lnTo>
                  <a:pt x="412623" y="7962"/>
                </a:lnTo>
                <a:lnTo>
                  <a:pt x="376297" y="29680"/>
                </a:lnTo>
                <a:lnTo>
                  <a:pt x="351814" y="61899"/>
                </a:lnTo>
                <a:lnTo>
                  <a:pt x="342839" y="101365"/>
                </a:lnTo>
                <a:lnTo>
                  <a:pt x="351815" y="140829"/>
                </a:lnTo>
                <a:lnTo>
                  <a:pt x="376298" y="173048"/>
                </a:lnTo>
                <a:lnTo>
                  <a:pt x="412624" y="194766"/>
                </a:lnTo>
                <a:lnTo>
                  <a:pt x="457126" y="202729"/>
                </a:lnTo>
                <a:lnTo>
                  <a:pt x="501611" y="194766"/>
                </a:lnTo>
                <a:lnTo>
                  <a:pt x="537935" y="173048"/>
                </a:lnTo>
                <a:lnTo>
                  <a:pt x="562425" y="140829"/>
                </a:lnTo>
                <a:lnTo>
                  <a:pt x="571404" y="101365"/>
                </a:lnTo>
                <a:lnTo>
                  <a:pt x="562424" y="61899"/>
                </a:lnTo>
                <a:lnTo>
                  <a:pt x="537935" y="29680"/>
                </a:lnTo>
                <a:lnTo>
                  <a:pt x="501610" y="7962"/>
                </a:lnTo>
                <a:lnTo>
                  <a:pt x="457125" y="0"/>
                </a:lnTo>
                <a:close/>
              </a:path>
            </a:pathLst>
          </a:custGeom>
          <a:solidFill>
            <a:srgbClr val="FC61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2229866" y="2405316"/>
            <a:ext cx="14189710" cy="18561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765810" indent="219075">
              <a:lnSpc>
                <a:spcPct val="100000"/>
              </a:lnSpc>
              <a:spcBef>
                <a:spcPts val="100"/>
              </a:spcBef>
              <a:buChar char="•"/>
              <a:tabLst>
                <a:tab pos="231775" algn="l"/>
              </a:tabLst>
            </a:pPr>
            <a:r>
              <a:rPr sz="3000" spc="-20" dirty="0">
                <a:latin typeface="Times New Roman"/>
                <a:cs typeface="Times New Roman"/>
              </a:rPr>
              <a:t>To</a:t>
            </a:r>
            <a:r>
              <a:rPr sz="3000" spc="-7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develop</a:t>
            </a:r>
            <a:r>
              <a:rPr sz="3000" spc="-6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a</a:t>
            </a:r>
            <a:r>
              <a:rPr sz="3000" spc="-60" dirty="0">
                <a:latin typeface="Times New Roman"/>
                <a:cs typeface="Times New Roman"/>
              </a:rPr>
              <a:t> </a:t>
            </a:r>
            <a:r>
              <a:rPr sz="3000" spc="-20" dirty="0">
                <a:latin typeface="Times New Roman"/>
                <a:cs typeface="Times New Roman"/>
              </a:rPr>
              <a:t>web-</a:t>
            </a:r>
            <a:r>
              <a:rPr sz="3000" dirty="0">
                <a:latin typeface="Times New Roman"/>
                <a:cs typeface="Times New Roman"/>
              </a:rPr>
              <a:t>based</a:t>
            </a:r>
            <a:r>
              <a:rPr sz="3000" spc="-7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Job</a:t>
            </a:r>
            <a:r>
              <a:rPr sz="3000" spc="-6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Portal</a:t>
            </a:r>
            <a:r>
              <a:rPr sz="3000" spc="-7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Management</a:t>
            </a:r>
            <a:r>
              <a:rPr sz="3000" spc="-1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System</a:t>
            </a:r>
            <a:r>
              <a:rPr sz="3000" spc="-7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that</a:t>
            </a:r>
            <a:r>
              <a:rPr sz="3000" spc="-1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connects</a:t>
            </a:r>
            <a:r>
              <a:rPr sz="3000" spc="-4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job</a:t>
            </a:r>
            <a:r>
              <a:rPr sz="3000" spc="-6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seekers</a:t>
            </a:r>
            <a:r>
              <a:rPr sz="3000" spc="-40" dirty="0">
                <a:latin typeface="Times New Roman"/>
                <a:cs typeface="Times New Roman"/>
              </a:rPr>
              <a:t> </a:t>
            </a:r>
            <a:r>
              <a:rPr sz="3000" spc="-25" dirty="0">
                <a:latin typeface="Times New Roman"/>
                <a:cs typeface="Times New Roman"/>
              </a:rPr>
              <a:t>and </a:t>
            </a:r>
            <a:r>
              <a:rPr sz="3000" dirty="0">
                <a:latin typeface="Times New Roman"/>
                <a:cs typeface="Times New Roman"/>
              </a:rPr>
              <a:t>employers</a:t>
            </a:r>
            <a:r>
              <a:rPr sz="3000" spc="-3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on</a:t>
            </a:r>
            <a:r>
              <a:rPr sz="3000" spc="-5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a</a:t>
            </a:r>
            <a:r>
              <a:rPr sz="3000" spc="-4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single</a:t>
            </a:r>
            <a:r>
              <a:rPr sz="3000" spc="-110" dirty="0">
                <a:latin typeface="Times New Roman"/>
                <a:cs typeface="Times New Roman"/>
              </a:rPr>
              <a:t> </a:t>
            </a:r>
            <a:r>
              <a:rPr sz="3000" spc="-10" dirty="0">
                <a:latin typeface="Times New Roman"/>
                <a:cs typeface="Times New Roman"/>
              </a:rPr>
              <a:t>platform.</a:t>
            </a:r>
            <a:endParaRPr sz="3000">
              <a:latin typeface="Times New Roman"/>
              <a:cs typeface="Times New Roman"/>
            </a:endParaRPr>
          </a:p>
          <a:p>
            <a:pPr marL="231140" indent="-218440">
              <a:lnSpc>
                <a:spcPct val="100000"/>
              </a:lnSpc>
              <a:spcBef>
                <a:spcPts val="5"/>
              </a:spcBef>
              <a:buChar char="•"/>
              <a:tabLst>
                <a:tab pos="231140" algn="l"/>
              </a:tabLst>
            </a:pPr>
            <a:r>
              <a:rPr sz="3000" spc="-30" dirty="0">
                <a:latin typeface="Times New Roman"/>
                <a:cs typeface="Times New Roman"/>
              </a:rPr>
              <a:t>To</a:t>
            </a:r>
            <a:r>
              <a:rPr sz="3000" spc="-6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simplify</a:t>
            </a:r>
            <a:r>
              <a:rPr sz="3000" spc="-6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and</a:t>
            </a:r>
            <a:r>
              <a:rPr sz="3000" spc="-6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automate</a:t>
            </a:r>
            <a:r>
              <a:rPr sz="3000" spc="-4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the</a:t>
            </a:r>
            <a:r>
              <a:rPr sz="3000" spc="-5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recruitment</a:t>
            </a:r>
            <a:r>
              <a:rPr sz="3000" spc="-8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process</a:t>
            </a:r>
            <a:r>
              <a:rPr sz="3000" spc="-10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with</a:t>
            </a:r>
            <a:r>
              <a:rPr sz="3000" spc="-5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features</a:t>
            </a:r>
            <a:r>
              <a:rPr sz="3000" spc="-10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like</a:t>
            </a:r>
            <a:r>
              <a:rPr sz="3000" spc="-5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job</a:t>
            </a:r>
            <a:r>
              <a:rPr sz="3000" spc="-6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posting,</a:t>
            </a:r>
            <a:r>
              <a:rPr sz="3000" spc="-6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job</a:t>
            </a:r>
            <a:r>
              <a:rPr sz="3000" spc="-55" dirty="0">
                <a:latin typeface="Times New Roman"/>
                <a:cs typeface="Times New Roman"/>
              </a:rPr>
              <a:t> </a:t>
            </a:r>
            <a:r>
              <a:rPr sz="3000" spc="-10" dirty="0">
                <a:latin typeface="Times New Roman"/>
                <a:cs typeface="Times New Roman"/>
              </a:rPr>
              <a:t>search,</a:t>
            </a:r>
            <a:endParaRPr sz="3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3000" dirty="0">
                <a:latin typeface="Times New Roman"/>
                <a:cs typeface="Times New Roman"/>
              </a:rPr>
              <a:t>application</a:t>
            </a:r>
            <a:r>
              <a:rPr sz="3000" spc="-5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tracking,</a:t>
            </a:r>
            <a:r>
              <a:rPr sz="3000" spc="-5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and</a:t>
            </a:r>
            <a:r>
              <a:rPr sz="3000" spc="-5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secure</a:t>
            </a:r>
            <a:r>
              <a:rPr sz="3000" spc="-45" dirty="0">
                <a:latin typeface="Times New Roman"/>
                <a:cs typeface="Times New Roman"/>
              </a:rPr>
              <a:t> </a:t>
            </a:r>
            <a:r>
              <a:rPr sz="3000" spc="-10" dirty="0">
                <a:latin typeface="Times New Roman"/>
                <a:cs typeface="Times New Roman"/>
              </a:rPr>
              <a:t>access.</a:t>
            </a:r>
            <a:endParaRPr sz="3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04850" y="3981450"/>
            <a:ext cx="1000125" cy="990600"/>
          </a:xfrm>
          <a:custGeom>
            <a:avLst/>
            <a:gdLst/>
            <a:ahLst/>
            <a:cxnLst/>
            <a:rect l="l" t="t" r="r" b="b"/>
            <a:pathLst>
              <a:path w="1000125" h="990600">
                <a:moveTo>
                  <a:pt x="500062" y="0"/>
                </a:moveTo>
                <a:lnTo>
                  <a:pt x="451903" y="2267"/>
                </a:lnTo>
                <a:lnTo>
                  <a:pt x="405039" y="8930"/>
                </a:lnTo>
                <a:lnTo>
                  <a:pt x="359680" y="19782"/>
                </a:lnTo>
                <a:lnTo>
                  <a:pt x="316035" y="34615"/>
                </a:lnTo>
                <a:lnTo>
                  <a:pt x="274314" y="53222"/>
                </a:lnTo>
                <a:lnTo>
                  <a:pt x="234726" y="75394"/>
                </a:lnTo>
                <a:lnTo>
                  <a:pt x="197481" y="100925"/>
                </a:lnTo>
                <a:lnTo>
                  <a:pt x="162789" y="129607"/>
                </a:lnTo>
                <a:lnTo>
                  <a:pt x="130859" y="161233"/>
                </a:lnTo>
                <a:lnTo>
                  <a:pt x="101900" y="195594"/>
                </a:lnTo>
                <a:lnTo>
                  <a:pt x="76123" y="232484"/>
                </a:lnTo>
                <a:lnTo>
                  <a:pt x="53736" y="271695"/>
                </a:lnTo>
                <a:lnTo>
                  <a:pt x="34950" y="313019"/>
                </a:lnTo>
                <a:lnTo>
                  <a:pt x="19973" y="356249"/>
                </a:lnTo>
                <a:lnTo>
                  <a:pt x="9016" y="401178"/>
                </a:lnTo>
                <a:lnTo>
                  <a:pt x="2289" y="447597"/>
                </a:lnTo>
                <a:lnTo>
                  <a:pt x="0" y="495300"/>
                </a:lnTo>
                <a:lnTo>
                  <a:pt x="2289" y="543002"/>
                </a:lnTo>
                <a:lnTo>
                  <a:pt x="9016" y="589421"/>
                </a:lnTo>
                <a:lnTo>
                  <a:pt x="19973" y="634350"/>
                </a:lnTo>
                <a:lnTo>
                  <a:pt x="34950" y="677580"/>
                </a:lnTo>
                <a:lnTo>
                  <a:pt x="53736" y="718904"/>
                </a:lnTo>
                <a:lnTo>
                  <a:pt x="76123" y="758115"/>
                </a:lnTo>
                <a:lnTo>
                  <a:pt x="101900" y="795005"/>
                </a:lnTo>
                <a:lnTo>
                  <a:pt x="130859" y="829366"/>
                </a:lnTo>
                <a:lnTo>
                  <a:pt x="162789" y="860992"/>
                </a:lnTo>
                <a:lnTo>
                  <a:pt x="197481" y="889674"/>
                </a:lnTo>
                <a:lnTo>
                  <a:pt x="234726" y="915205"/>
                </a:lnTo>
                <a:lnTo>
                  <a:pt x="274314" y="937377"/>
                </a:lnTo>
                <a:lnTo>
                  <a:pt x="316035" y="955984"/>
                </a:lnTo>
                <a:lnTo>
                  <a:pt x="359680" y="970817"/>
                </a:lnTo>
                <a:lnTo>
                  <a:pt x="405039" y="981669"/>
                </a:lnTo>
                <a:lnTo>
                  <a:pt x="451903" y="988332"/>
                </a:lnTo>
                <a:lnTo>
                  <a:pt x="500062" y="990600"/>
                </a:lnTo>
                <a:lnTo>
                  <a:pt x="548219" y="988332"/>
                </a:lnTo>
                <a:lnTo>
                  <a:pt x="595081" y="981669"/>
                </a:lnTo>
                <a:lnTo>
                  <a:pt x="640439" y="970817"/>
                </a:lnTo>
                <a:lnTo>
                  <a:pt x="684084" y="955984"/>
                </a:lnTo>
                <a:lnTo>
                  <a:pt x="725805" y="937377"/>
                </a:lnTo>
                <a:lnTo>
                  <a:pt x="765392" y="915205"/>
                </a:lnTo>
                <a:lnTo>
                  <a:pt x="802637" y="889674"/>
                </a:lnTo>
                <a:lnTo>
                  <a:pt x="837330" y="860992"/>
                </a:lnTo>
                <a:lnTo>
                  <a:pt x="869261" y="829366"/>
                </a:lnTo>
                <a:lnTo>
                  <a:pt x="898220" y="795005"/>
                </a:lnTo>
                <a:lnTo>
                  <a:pt x="923998" y="758115"/>
                </a:lnTo>
                <a:lnTo>
                  <a:pt x="946386" y="718904"/>
                </a:lnTo>
                <a:lnTo>
                  <a:pt x="965173" y="677580"/>
                </a:lnTo>
                <a:lnTo>
                  <a:pt x="980150" y="634350"/>
                </a:lnTo>
                <a:lnTo>
                  <a:pt x="991107" y="589421"/>
                </a:lnTo>
                <a:lnTo>
                  <a:pt x="997835" y="543002"/>
                </a:lnTo>
                <a:lnTo>
                  <a:pt x="1000125" y="495300"/>
                </a:lnTo>
                <a:lnTo>
                  <a:pt x="997835" y="447597"/>
                </a:lnTo>
                <a:lnTo>
                  <a:pt x="991107" y="401178"/>
                </a:lnTo>
                <a:lnTo>
                  <a:pt x="980150" y="356249"/>
                </a:lnTo>
                <a:lnTo>
                  <a:pt x="965173" y="313019"/>
                </a:lnTo>
                <a:lnTo>
                  <a:pt x="946386" y="271695"/>
                </a:lnTo>
                <a:lnTo>
                  <a:pt x="923998" y="232484"/>
                </a:lnTo>
                <a:lnTo>
                  <a:pt x="898220" y="195594"/>
                </a:lnTo>
                <a:lnTo>
                  <a:pt x="869261" y="161233"/>
                </a:lnTo>
                <a:lnTo>
                  <a:pt x="837330" y="129607"/>
                </a:lnTo>
                <a:lnTo>
                  <a:pt x="802637" y="100925"/>
                </a:lnTo>
                <a:lnTo>
                  <a:pt x="765392" y="75394"/>
                </a:lnTo>
                <a:lnTo>
                  <a:pt x="725804" y="53222"/>
                </a:lnTo>
                <a:lnTo>
                  <a:pt x="684084" y="34615"/>
                </a:lnTo>
                <a:lnTo>
                  <a:pt x="640439" y="19782"/>
                </a:lnTo>
                <a:lnTo>
                  <a:pt x="595081" y="8930"/>
                </a:lnTo>
                <a:lnTo>
                  <a:pt x="548219" y="2267"/>
                </a:lnTo>
                <a:lnTo>
                  <a:pt x="500062" y="0"/>
                </a:lnTo>
                <a:close/>
              </a:path>
            </a:pathLst>
          </a:custGeom>
          <a:solidFill>
            <a:srgbClr val="FC61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080769" y="4232846"/>
            <a:ext cx="252095" cy="4375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700" b="1" i="1" spc="140" dirty="0">
                <a:solidFill>
                  <a:srgbClr val="FFFDFD"/>
                </a:solidFill>
                <a:latin typeface="Trebuchet MS"/>
                <a:cs typeface="Trebuchet MS"/>
              </a:rPr>
              <a:t>4</a:t>
            </a:r>
            <a:endParaRPr sz="2700">
              <a:latin typeface="Trebuchet MS"/>
              <a:cs typeface="Trebuchet MS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957262" y="3319398"/>
            <a:ext cx="505459" cy="543560"/>
          </a:xfrm>
          <a:custGeom>
            <a:avLst/>
            <a:gdLst/>
            <a:ahLst/>
            <a:cxnLst/>
            <a:rect l="l" t="t" r="r" b="b"/>
            <a:pathLst>
              <a:path w="505459" h="543560">
                <a:moveTo>
                  <a:pt x="252412" y="0"/>
                </a:moveTo>
                <a:lnTo>
                  <a:pt x="207039" y="4373"/>
                </a:lnTo>
                <a:lnTo>
                  <a:pt x="164335" y="16984"/>
                </a:lnTo>
                <a:lnTo>
                  <a:pt x="125013" y="37065"/>
                </a:lnTo>
                <a:lnTo>
                  <a:pt x="89784" y="63850"/>
                </a:lnTo>
                <a:lnTo>
                  <a:pt x="59362" y="96574"/>
                </a:lnTo>
                <a:lnTo>
                  <a:pt x="34460" y="134469"/>
                </a:lnTo>
                <a:lnTo>
                  <a:pt x="15791" y="176770"/>
                </a:lnTo>
                <a:lnTo>
                  <a:pt x="4066" y="222711"/>
                </a:lnTo>
                <a:lnTo>
                  <a:pt x="0" y="271525"/>
                </a:lnTo>
                <a:lnTo>
                  <a:pt x="4066" y="320340"/>
                </a:lnTo>
                <a:lnTo>
                  <a:pt x="15791" y="366281"/>
                </a:lnTo>
                <a:lnTo>
                  <a:pt x="34460" y="408582"/>
                </a:lnTo>
                <a:lnTo>
                  <a:pt x="59362" y="446477"/>
                </a:lnTo>
                <a:lnTo>
                  <a:pt x="89784" y="479201"/>
                </a:lnTo>
                <a:lnTo>
                  <a:pt x="125013" y="505986"/>
                </a:lnTo>
                <a:lnTo>
                  <a:pt x="164335" y="526067"/>
                </a:lnTo>
                <a:lnTo>
                  <a:pt x="207039" y="538678"/>
                </a:lnTo>
                <a:lnTo>
                  <a:pt x="252412" y="543051"/>
                </a:lnTo>
                <a:lnTo>
                  <a:pt x="297797" y="538678"/>
                </a:lnTo>
                <a:lnTo>
                  <a:pt x="340512" y="526067"/>
                </a:lnTo>
                <a:lnTo>
                  <a:pt x="379845" y="505986"/>
                </a:lnTo>
                <a:lnTo>
                  <a:pt x="415082" y="479201"/>
                </a:lnTo>
                <a:lnTo>
                  <a:pt x="445511" y="446477"/>
                </a:lnTo>
                <a:lnTo>
                  <a:pt x="470419" y="408582"/>
                </a:lnTo>
                <a:lnTo>
                  <a:pt x="489093" y="366281"/>
                </a:lnTo>
                <a:lnTo>
                  <a:pt x="500821" y="320340"/>
                </a:lnTo>
                <a:lnTo>
                  <a:pt x="504888" y="271525"/>
                </a:lnTo>
                <a:lnTo>
                  <a:pt x="500821" y="222711"/>
                </a:lnTo>
                <a:lnTo>
                  <a:pt x="489093" y="176770"/>
                </a:lnTo>
                <a:lnTo>
                  <a:pt x="470419" y="134469"/>
                </a:lnTo>
                <a:lnTo>
                  <a:pt x="445511" y="96574"/>
                </a:lnTo>
                <a:lnTo>
                  <a:pt x="415082" y="63850"/>
                </a:lnTo>
                <a:lnTo>
                  <a:pt x="379845" y="37065"/>
                </a:lnTo>
                <a:lnTo>
                  <a:pt x="340512" y="16984"/>
                </a:lnTo>
                <a:lnTo>
                  <a:pt x="297797" y="4373"/>
                </a:lnTo>
                <a:lnTo>
                  <a:pt x="252412" y="0"/>
                </a:lnTo>
                <a:close/>
              </a:path>
            </a:pathLst>
          </a:custGeom>
          <a:ln w="952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128394" y="3438906"/>
            <a:ext cx="158115" cy="2882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700" b="1" i="1" spc="-50" dirty="0">
                <a:solidFill>
                  <a:srgbClr val="181818"/>
                </a:solidFill>
                <a:latin typeface="Trebuchet MS"/>
                <a:cs typeface="Trebuchet MS"/>
              </a:rPr>
              <a:t>3</a:t>
            </a:r>
            <a:endParaRPr sz="1700">
              <a:latin typeface="Trebuchet MS"/>
              <a:cs typeface="Trebuchet MS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957262" y="1985898"/>
            <a:ext cx="505459" cy="542925"/>
          </a:xfrm>
          <a:custGeom>
            <a:avLst/>
            <a:gdLst/>
            <a:ahLst/>
            <a:cxnLst/>
            <a:rect l="l" t="t" r="r" b="b"/>
            <a:pathLst>
              <a:path w="505459" h="542925">
                <a:moveTo>
                  <a:pt x="252412" y="0"/>
                </a:moveTo>
                <a:lnTo>
                  <a:pt x="207039" y="4373"/>
                </a:lnTo>
                <a:lnTo>
                  <a:pt x="164335" y="16984"/>
                </a:lnTo>
                <a:lnTo>
                  <a:pt x="125013" y="37065"/>
                </a:lnTo>
                <a:lnTo>
                  <a:pt x="89784" y="63850"/>
                </a:lnTo>
                <a:lnTo>
                  <a:pt x="59362" y="96574"/>
                </a:lnTo>
                <a:lnTo>
                  <a:pt x="34460" y="134469"/>
                </a:lnTo>
                <a:lnTo>
                  <a:pt x="15791" y="176770"/>
                </a:lnTo>
                <a:lnTo>
                  <a:pt x="4066" y="222711"/>
                </a:lnTo>
                <a:lnTo>
                  <a:pt x="0" y="271525"/>
                </a:lnTo>
                <a:lnTo>
                  <a:pt x="4066" y="320335"/>
                </a:lnTo>
                <a:lnTo>
                  <a:pt x="15791" y="366265"/>
                </a:lnTo>
                <a:lnTo>
                  <a:pt x="34460" y="408549"/>
                </a:lnTo>
                <a:lnTo>
                  <a:pt x="59362" y="446425"/>
                </a:lnTo>
                <a:lnTo>
                  <a:pt x="89784" y="479127"/>
                </a:lnTo>
                <a:lnTo>
                  <a:pt x="125013" y="505892"/>
                </a:lnTo>
                <a:lnTo>
                  <a:pt x="164335" y="525956"/>
                </a:lnTo>
                <a:lnTo>
                  <a:pt x="207039" y="538555"/>
                </a:lnTo>
                <a:lnTo>
                  <a:pt x="252412" y="542925"/>
                </a:lnTo>
                <a:lnTo>
                  <a:pt x="297797" y="538555"/>
                </a:lnTo>
                <a:lnTo>
                  <a:pt x="340512" y="525956"/>
                </a:lnTo>
                <a:lnTo>
                  <a:pt x="379845" y="505892"/>
                </a:lnTo>
                <a:lnTo>
                  <a:pt x="415082" y="479127"/>
                </a:lnTo>
                <a:lnTo>
                  <a:pt x="445511" y="446425"/>
                </a:lnTo>
                <a:lnTo>
                  <a:pt x="470419" y="408549"/>
                </a:lnTo>
                <a:lnTo>
                  <a:pt x="489093" y="366265"/>
                </a:lnTo>
                <a:lnTo>
                  <a:pt x="500821" y="320335"/>
                </a:lnTo>
                <a:lnTo>
                  <a:pt x="504888" y="271525"/>
                </a:lnTo>
                <a:lnTo>
                  <a:pt x="500821" y="222711"/>
                </a:lnTo>
                <a:lnTo>
                  <a:pt x="489093" y="176770"/>
                </a:lnTo>
                <a:lnTo>
                  <a:pt x="470419" y="134469"/>
                </a:lnTo>
                <a:lnTo>
                  <a:pt x="445511" y="96574"/>
                </a:lnTo>
                <a:lnTo>
                  <a:pt x="415082" y="63850"/>
                </a:lnTo>
                <a:lnTo>
                  <a:pt x="379845" y="37065"/>
                </a:lnTo>
                <a:lnTo>
                  <a:pt x="340512" y="16984"/>
                </a:lnTo>
                <a:lnTo>
                  <a:pt x="297797" y="4373"/>
                </a:lnTo>
                <a:lnTo>
                  <a:pt x="252412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146810" y="2103691"/>
            <a:ext cx="120650" cy="2889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700" b="1" i="1" spc="-310" dirty="0">
                <a:solidFill>
                  <a:srgbClr val="181818"/>
                </a:solidFill>
                <a:latin typeface="Trebuchet MS"/>
                <a:cs typeface="Trebuchet MS"/>
              </a:rPr>
              <a:t>1</a:t>
            </a:r>
            <a:endParaRPr sz="1700">
              <a:latin typeface="Trebuchet MS"/>
              <a:cs typeface="Trebuchet MS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957262" y="5100701"/>
            <a:ext cx="505459" cy="542925"/>
          </a:xfrm>
          <a:custGeom>
            <a:avLst/>
            <a:gdLst/>
            <a:ahLst/>
            <a:cxnLst/>
            <a:rect l="l" t="t" r="r" b="b"/>
            <a:pathLst>
              <a:path w="505459" h="542925">
                <a:moveTo>
                  <a:pt x="252412" y="0"/>
                </a:moveTo>
                <a:lnTo>
                  <a:pt x="207039" y="4369"/>
                </a:lnTo>
                <a:lnTo>
                  <a:pt x="164335" y="16968"/>
                </a:lnTo>
                <a:lnTo>
                  <a:pt x="125013" y="37032"/>
                </a:lnTo>
                <a:lnTo>
                  <a:pt x="89784" y="63797"/>
                </a:lnTo>
                <a:lnTo>
                  <a:pt x="59362" y="96499"/>
                </a:lnTo>
                <a:lnTo>
                  <a:pt x="34460" y="134375"/>
                </a:lnTo>
                <a:lnTo>
                  <a:pt x="15791" y="176659"/>
                </a:lnTo>
                <a:lnTo>
                  <a:pt x="4066" y="222589"/>
                </a:lnTo>
                <a:lnTo>
                  <a:pt x="0" y="271399"/>
                </a:lnTo>
                <a:lnTo>
                  <a:pt x="4066" y="320213"/>
                </a:lnTo>
                <a:lnTo>
                  <a:pt x="15791" y="366154"/>
                </a:lnTo>
                <a:lnTo>
                  <a:pt x="34460" y="408455"/>
                </a:lnTo>
                <a:lnTo>
                  <a:pt x="59362" y="446350"/>
                </a:lnTo>
                <a:lnTo>
                  <a:pt x="89784" y="479074"/>
                </a:lnTo>
                <a:lnTo>
                  <a:pt x="125013" y="505859"/>
                </a:lnTo>
                <a:lnTo>
                  <a:pt x="164335" y="525940"/>
                </a:lnTo>
                <a:lnTo>
                  <a:pt x="207039" y="538551"/>
                </a:lnTo>
                <a:lnTo>
                  <a:pt x="252412" y="542925"/>
                </a:lnTo>
                <a:lnTo>
                  <a:pt x="297797" y="538551"/>
                </a:lnTo>
                <a:lnTo>
                  <a:pt x="340512" y="525940"/>
                </a:lnTo>
                <a:lnTo>
                  <a:pt x="379845" y="505859"/>
                </a:lnTo>
                <a:lnTo>
                  <a:pt x="415082" y="479074"/>
                </a:lnTo>
                <a:lnTo>
                  <a:pt x="445511" y="446350"/>
                </a:lnTo>
                <a:lnTo>
                  <a:pt x="470419" y="408455"/>
                </a:lnTo>
                <a:lnTo>
                  <a:pt x="489093" y="366154"/>
                </a:lnTo>
                <a:lnTo>
                  <a:pt x="500821" y="320213"/>
                </a:lnTo>
                <a:lnTo>
                  <a:pt x="504888" y="271399"/>
                </a:lnTo>
                <a:lnTo>
                  <a:pt x="500821" y="222589"/>
                </a:lnTo>
                <a:lnTo>
                  <a:pt x="489093" y="176659"/>
                </a:lnTo>
                <a:lnTo>
                  <a:pt x="470419" y="134375"/>
                </a:lnTo>
                <a:lnTo>
                  <a:pt x="445511" y="96499"/>
                </a:lnTo>
                <a:lnTo>
                  <a:pt x="415082" y="63797"/>
                </a:lnTo>
                <a:lnTo>
                  <a:pt x="379845" y="37032"/>
                </a:lnTo>
                <a:lnTo>
                  <a:pt x="340512" y="16968"/>
                </a:lnTo>
                <a:lnTo>
                  <a:pt x="297797" y="4369"/>
                </a:lnTo>
                <a:lnTo>
                  <a:pt x="252412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1127760" y="5218366"/>
            <a:ext cx="159385" cy="2889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700" b="1" i="1" dirty="0">
                <a:solidFill>
                  <a:srgbClr val="181818"/>
                </a:solidFill>
                <a:latin typeface="Trebuchet MS"/>
                <a:cs typeface="Trebuchet MS"/>
              </a:rPr>
              <a:t>5</a:t>
            </a:r>
            <a:endParaRPr sz="1700">
              <a:latin typeface="Trebuchet MS"/>
              <a:cs typeface="Trebuchet MS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957262" y="2652776"/>
            <a:ext cx="505459" cy="542925"/>
          </a:xfrm>
          <a:custGeom>
            <a:avLst/>
            <a:gdLst/>
            <a:ahLst/>
            <a:cxnLst/>
            <a:rect l="l" t="t" r="r" b="b"/>
            <a:pathLst>
              <a:path w="505459" h="542925">
                <a:moveTo>
                  <a:pt x="252412" y="0"/>
                </a:moveTo>
                <a:lnTo>
                  <a:pt x="207039" y="4369"/>
                </a:lnTo>
                <a:lnTo>
                  <a:pt x="164335" y="16968"/>
                </a:lnTo>
                <a:lnTo>
                  <a:pt x="125013" y="37032"/>
                </a:lnTo>
                <a:lnTo>
                  <a:pt x="89784" y="63797"/>
                </a:lnTo>
                <a:lnTo>
                  <a:pt x="59362" y="96499"/>
                </a:lnTo>
                <a:lnTo>
                  <a:pt x="34460" y="134375"/>
                </a:lnTo>
                <a:lnTo>
                  <a:pt x="15791" y="176659"/>
                </a:lnTo>
                <a:lnTo>
                  <a:pt x="4066" y="222589"/>
                </a:lnTo>
                <a:lnTo>
                  <a:pt x="0" y="271399"/>
                </a:lnTo>
                <a:lnTo>
                  <a:pt x="4066" y="320213"/>
                </a:lnTo>
                <a:lnTo>
                  <a:pt x="15791" y="366154"/>
                </a:lnTo>
                <a:lnTo>
                  <a:pt x="34460" y="408455"/>
                </a:lnTo>
                <a:lnTo>
                  <a:pt x="59362" y="446350"/>
                </a:lnTo>
                <a:lnTo>
                  <a:pt x="89784" y="479074"/>
                </a:lnTo>
                <a:lnTo>
                  <a:pt x="125013" y="505859"/>
                </a:lnTo>
                <a:lnTo>
                  <a:pt x="164335" y="525940"/>
                </a:lnTo>
                <a:lnTo>
                  <a:pt x="207039" y="538551"/>
                </a:lnTo>
                <a:lnTo>
                  <a:pt x="252412" y="542925"/>
                </a:lnTo>
                <a:lnTo>
                  <a:pt x="297797" y="538551"/>
                </a:lnTo>
                <a:lnTo>
                  <a:pt x="340512" y="525940"/>
                </a:lnTo>
                <a:lnTo>
                  <a:pt x="379845" y="505859"/>
                </a:lnTo>
                <a:lnTo>
                  <a:pt x="415082" y="479074"/>
                </a:lnTo>
                <a:lnTo>
                  <a:pt x="445511" y="446350"/>
                </a:lnTo>
                <a:lnTo>
                  <a:pt x="470419" y="408455"/>
                </a:lnTo>
                <a:lnTo>
                  <a:pt x="489093" y="366154"/>
                </a:lnTo>
                <a:lnTo>
                  <a:pt x="500821" y="320213"/>
                </a:lnTo>
                <a:lnTo>
                  <a:pt x="504888" y="271399"/>
                </a:lnTo>
                <a:lnTo>
                  <a:pt x="500821" y="222589"/>
                </a:lnTo>
                <a:lnTo>
                  <a:pt x="489093" y="176659"/>
                </a:lnTo>
                <a:lnTo>
                  <a:pt x="470419" y="134375"/>
                </a:lnTo>
                <a:lnTo>
                  <a:pt x="445511" y="96499"/>
                </a:lnTo>
                <a:lnTo>
                  <a:pt x="415082" y="63797"/>
                </a:lnTo>
                <a:lnTo>
                  <a:pt x="379845" y="37032"/>
                </a:lnTo>
                <a:lnTo>
                  <a:pt x="340512" y="16968"/>
                </a:lnTo>
                <a:lnTo>
                  <a:pt x="297797" y="4369"/>
                </a:lnTo>
                <a:lnTo>
                  <a:pt x="252412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1126807" y="2770187"/>
            <a:ext cx="160655" cy="2889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700" b="1" i="1" spc="10" dirty="0">
                <a:solidFill>
                  <a:srgbClr val="181818"/>
                </a:solidFill>
                <a:latin typeface="Trebuchet MS"/>
                <a:cs typeface="Trebuchet MS"/>
              </a:rPr>
              <a:t>2</a:t>
            </a:r>
            <a:endParaRPr sz="1700">
              <a:latin typeface="Trebuchet MS"/>
              <a:cs typeface="Trebuchet MS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957262" y="6434201"/>
            <a:ext cx="505459" cy="542925"/>
          </a:xfrm>
          <a:custGeom>
            <a:avLst/>
            <a:gdLst/>
            <a:ahLst/>
            <a:cxnLst/>
            <a:rect l="l" t="t" r="r" b="b"/>
            <a:pathLst>
              <a:path w="505459" h="542925">
                <a:moveTo>
                  <a:pt x="252412" y="0"/>
                </a:moveTo>
                <a:lnTo>
                  <a:pt x="207039" y="4369"/>
                </a:lnTo>
                <a:lnTo>
                  <a:pt x="164335" y="16968"/>
                </a:lnTo>
                <a:lnTo>
                  <a:pt x="125013" y="37032"/>
                </a:lnTo>
                <a:lnTo>
                  <a:pt x="89784" y="63797"/>
                </a:lnTo>
                <a:lnTo>
                  <a:pt x="59362" y="96499"/>
                </a:lnTo>
                <a:lnTo>
                  <a:pt x="34460" y="134375"/>
                </a:lnTo>
                <a:lnTo>
                  <a:pt x="15791" y="176659"/>
                </a:lnTo>
                <a:lnTo>
                  <a:pt x="4066" y="222589"/>
                </a:lnTo>
                <a:lnTo>
                  <a:pt x="0" y="271399"/>
                </a:lnTo>
                <a:lnTo>
                  <a:pt x="4066" y="320208"/>
                </a:lnTo>
                <a:lnTo>
                  <a:pt x="15791" y="366138"/>
                </a:lnTo>
                <a:lnTo>
                  <a:pt x="34460" y="408422"/>
                </a:lnTo>
                <a:lnTo>
                  <a:pt x="59362" y="446298"/>
                </a:lnTo>
                <a:lnTo>
                  <a:pt x="89784" y="479000"/>
                </a:lnTo>
                <a:lnTo>
                  <a:pt x="125013" y="505765"/>
                </a:lnTo>
                <a:lnTo>
                  <a:pt x="164335" y="525829"/>
                </a:lnTo>
                <a:lnTo>
                  <a:pt x="207039" y="538428"/>
                </a:lnTo>
                <a:lnTo>
                  <a:pt x="252412" y="542798"/>
                </a:lnTo>
                <a:lnTo>
                  <a:pt x="297797" y="538428"/>
                </a:lnTo>
                <a:lnTo>
                  <a:pt x="340512" y="525829"/>
                </a:lnTo>
                <a:lnTo>
                  <a:pt x="379845" y="505765"/>
                </a:lnTo>
                <a:lnTo>
                  <a:pt x="415082" y="479000"/>
                </a:lnTo>
                <a:lnTo>
                  <a:pt x="445511" y="446298"/>
                </a:lnTo>
                <a:lnTo>
                  <a:pt x="470419" y="408422"/>
                </a:lnTo>
                <a:lnTo>
                  <a:pt x="489093" y="366138"/>
                </a:lnTo>
                <a:lnTo>
                  <a:pt x="500821" y="320208"/>
                </a:lnTo>
                <a:lnTo>
                  <a:pt x="504888" y="271399"/>
                </a:lnTo>
                <a:lnTo>
                  <a:pt x="500821" y="222589"/>
                </a:lnTo>
                <a:lnTo>
                  <a:pt x="489093" y="176659"/>
                </a:lnTo>
                <a:lnTo>
                  <a:pt x="470419" y="134375"/>
                </a:lnTo>
                <a:lnTo>
                  <a:pt x="445511" y="96499"/>
                </a:lnTo>
                <a:lnTo>
                  <a:pt x="415082" y="63797"/>
                </a:lnTo>
                <a:lnTo>
                  <a:pt x="379845" y="37032"/>
                </a:lnTo>
                <a:lnTo>
                  <a:pt x="340512" y="16968"/>
                </a:lnTo>
                <a:lnTo>
                  <a:pt x="297797" y="4369"/>
                </a:lnTo>
                <a:lnTo>
                  <a:pt x="252412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957262" y="5767451"/>
            <a:ext cx="505459" cy="542925"/>
          </a:xfrm>
          <a:custGeom>
            <a:avLst/>
            <a:gdLst/>
            <a:ahLst/>
            <a:cxnLst/>
            <a:rect l="l" t="t" r="r" b="b"/>
            <a:pathLst>
              <a:path w="505459" h="542925">
                <a:moveTo>
                  <a:pt x="252412" y="0"/>
                </a:moveTo>
                <a:lnTo>
                  <a:pt x="207039" y="4369"/>
                </a:lnTo>
                <a:lnTo>
                  <a:pt x="164335" y="16968"/>
                </a:lnTo>
                <a:lnTo>
                  <a:pt x="125013" y="37032"/>
                </a:lnTo>
                <a:lnTo>
                  <a:pt x="89784" y="63797"/>
                </a:lnTo>
                <a:lnTo>
                  <a:pt x="59362" y="96499"/>
                </a:lnTo>
                <a:lnTo>
                  <a:pt x="34460" y="134375"/>
                </a:lnTo>
                <a:lnTo>
                  <a:pt x="15791" y="176659"/>
                </a:lnTo>
                <a:lnTo>
                  <a:pt x="4066" y="222589"/>
                </a:lnTo>
                <a:lnTo>
                  <a:pt x="0" y="271399"/>
                </a:lnTo>
                <a:lnTo>
                  <a:pt x="4066" y="320213"/>
                </a:lnTo>
                <a:lnTo>
                  <a:pt x="15791" y="366154"/>
                </a:lnTo>
                <a:lnTo>
                  <a:pt x="34460" y="408455"/>
                </a:lnTo>
                <a:lnTo>
                  <a:pt x="59362" y="446350"/>
                </a:lnTo>
                <a:lnTo>
                  <a:pt x="89784" y="479074"/>
                </a:lnTo>
                <a:lnTo>
                  <a:pt x="125013" y="505859"/>
                </a:lnTo>
                <a:lnTo>
                  <a:pt x="164335" y="525940"/>
                </a:lnTo>
                <a:lnTo>
                  <a:pt x="207039" y="538551"/>
                </a:lnTo>
                <a:lnTo>
                  <a:pt x="252412" y="542925"/>
                </a:lnTo>
                <a:lnTo>
                  <a:pt x="297797" y="538551"/>
                </a:lnTo>
                <a:lnTo>
                  <a:pt x="340512" y="525940"/>
                </a:lnTo>
                <a:lnTo>
                  <a:pt x="379845" y="505859"/>
                </a:lnTo>
                <a:lnTo>
                  <a:pt x="415082" y="479074"/>
                </a:lnTo>
                <a:lnTo>
                  <a:pt x="445511" y="446350"/>
                </a:lnTo>
                <a:lnTo>
                  <a:pt x="470419" y="408455"/>
                </a:lnTo>
                <a:lnTo>
                  <a:pt x="489093" y="366154"/>
                </a:lnTo>
                <a:lnTo>
                  <a:pt x="500821" y="320213"/>
                </a:lnTo>
                <a:lnTo>
                  <a:pt x="504888" y="271399"/>
                </a:lnTo>
                <a:lnTo>
                  <a:pt x="500821" y="222589"/>
                </a:lnTo>
                <a:lnTo>
                  <a:pt x="489093" y="176659"/>
                </a:lnTo>
                <a:lnTo>
                  <a:pt x="470419" y="134375"/>
                </a:lnTo>
                <a:lnTo>
                  <a:pt x="445511" y="96499"/>
                </a:lnTo>
                <a:lnTo>
                  <a:pt x="415082" y="63797"/>
                </a:lnTo>
                <a:lnTo>
                  <a:pt x="379845" y="37032"/>
                </a:lnTo>
                <a:lnTo>
                  <a:pt x="340512" y="16968"/>
                </a:lnTo>
                <a:lnTo>
                  <a:pt x="297797" y="4369"/>
                </a:lnTo>
                <a:lnTo>
                  <a:pt x="252412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1124585" y="5884862"/>
            <a:ext cx="167005" cy="2889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700" b="1" i="1" spc="60" dirty="0">
                <a:solidFill>
                  <a:srgbClr val="181818"/>
                </a:solidFill>
                <a:latin typeface="Trebuchet MS"/>
                <a:cs typeface="Trebuchet MS"/>
              </a:rPr>
              <a:t>6</a:t>
            </a:r>
            <a:endParaRPr sz="1700">
              <a:latin typeface="Trebuchet MS"/>
              <a:cs typeface="Trebuchet MS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957262" y="7100823"/>
            <a:ext cx="505459" cy="542925"/>
          </a:xfrm>
          <a:custGeom>
            <a:avLst/>
            <a:gdLst/>
            <a:ahLst/>
            <a:cxnLst/>
            <a:rect l="l" t="t" r="r" b="b"/>
            <a:pathLst>
              <a:path w="505459" h="542925">
                <a:moveTo>
                  <a:pt x="252412" y="0"/>
                </a:moveTo>
                <a:lnTo>
                  <a:pt x="207039" y="4373"/>
                </a:lnTo>
                <a:lnTo>
                  <a:pt x="164335" y="16984"/>
                </a:lnTo>
                <a:lnTo>
                  <a:pt x="125013" y="37065"/>
                </a:lnTo>
                <a:lnTo>
                  <a:pt x="89784" y="63850"/>
                </a:lnTo>
                <a:lnTo>
                  <a:pt x="59362" y="96574"/>
                </a:lnTo>
                <a:lnTo>
                  <a:pt x="34460" y="134469"/>
                </a:lnTo>
                <a:lnTo>
                  <a:pt x="15791" y="176770"/>
                </a:lnTo>
                <a:lnTo>
                  <a:pt x="4066" y="222711"/>
                </a:lnTo>
                <a:lnTo>
                  <a:pt x="0" y="271525"/>
                </a:lnTo>
                <a:lnTo>
                  <a:pt x="4066" y="320335"/>
                </a:lnTo>
                <a:lnTo>
                  <a:pt x="15791" y="366265"/>
                </a:lnTo>
                <a:lnTo>
                  <a:pt x="34460" y="408549"/>
                </a:lnTo>
                <a:lnTo>
                  <a:pt x="59362" y="446425"/>
                </a:lnTo>
                <a:lnTo>
                  <a:pt x="89784" y="479127"/>
                </a:lnTo>
                <a:lnTo>
                  <a:pt x="125013" y="505892"/>
                </a:lnTo>
                <a:lnTo>
                  <a:pt x="164335" y="525956"/>
                </a:lnTo>
                <a:lnTo>
                  <a:pt x="207039" y="538555"/>
                </a:lnTo>
                <a:lnTo>
                  <a:pt x="252412" y="542925"/>
                </a:lnTo>
                <a:lnTo>
                  <a:pt x="297797" y="538555"/>
                </a:lnTo>
                <a:lnTo>
                  <a:pt x="340512" y="525956"/>
                </a:lnTo>
                <a:lnTo>
                  <a:pt x="379845" y="505892"/>
                </a:lnTo>
                <a:lnTo>
                  <a:pt x="415082" y="479127"/>
                </a:lnTo>
                <a:lnTo>
                  <a:pt x="445511" y="446425"/>
                </a:lnTo>
                <a:lnTo>
                  <a:pt x="470419" y="408549"/>
                </a:lnTo>
                <a:lnTo>
                  <a:pt x="489093" y="366265"/>
                </a:lnTo>
                <a:lnTo>
                  <a:pt x="500821" y="320335"/>
                </a:lnTo>
                <a:lnTo>
                  <a:pt x="504888" y="271525"/>
                </a:lnTo>
                <a:lnTo>
                  <a:pt x="500821" y="222711"/>
                </a:lnTo>
                <a:lnTo>
                  <a:pt x="489093" y="176770"/>
                </a:lnTo>
                <a:lnTo>
                  <a:pt x="470419" y="134469"/>
                </a:lnTo>
                <a:lnTo>
                  <a:pt x="445511" y="96574"/>
                </a:lnTo>
                <a:lnTo>
                  <a:pt x="415082" y="63850"/>
                </a:lnTo>
                <a:lnTo>
                  <a:pt x="379845" y="37065"/>
                </a:lnTo>
                <a:lnTo>
                  <a:pt x="340512" y="16984"/>
                </a:lnTo>
                <a:lnTo>
                  <a:pt x="297797" y="4373"/>
                </a:lnTo>
                <a:lnTo>
                  <a:pt x="252412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957262" y="7767573"/>
            <a:ext cx="505459" cy="542925"/>
          </a:xfrm>
          <a:custGeom>
            <a:avLst/>
            <a:gdLst/>
            <a:ahLst/>
            <a:cxnLst/>
            <a:rect l="l" t="t" r="r" b="b"/>
            <a:pathLst>
              <a:path w="505459" h="542925">
                <a:moveTo>
                  <a:pt x="252412" y="0"/>
                </a:moveTo>
                <a:lnTo>
                  <a:pt x="207039" y="4373"/>
                </a:lnTo>
                <a:lnTo>
                  <a:pt x="164335" y="16984"/>
                </a:lnTo>
                <a:lnTo>
                  <a:pt x="125013" y="37065"/>
                </a:lnTo>
                <a:lnTo>
                  <a:pt x="89784" y="63850"/>
                </a:lnTo>
                <a:lnTo>
                  <a:pt x="59362" y="96574"/>
                </a:lnTo>
                <a:lnTo>
                  <a:pt x="34460" y="134469"/>
                </a:lnTo>
                <a:lnTo>
                  <a:pt x="15791" y="176770"/>
                </a:lnTo>
                <a:lnTo>
                  <a:pt x="4066" y="222711"/>
                </a:lnTo>
                <a:lnTo>
                  <a:pt x="0" y="271525"/>
                </a:lnTo>
                <a:lnTo>
                  <a:pt x="4066" y="320335"/>
                </a:lnTo>
                <a:lnTo>
                  <a:pt x="15791" y="366265"/>
                </a:lnTo>
                <a:lnTo>
                  <a:pt x="34460" y="408549"/>
                </a:lnTo>
                <a:lnTo>
                  <a:pt x="59362" y="446425"/>
                </a:lnTo>
                <a:lnTo>
                  <a:pt x="89784" y="479127"/>
                </a:lnTo>
                <a:lnTo>
                  <a:pt x="125013" y="505892"/>
                </a:lnTo>
                <a:lnTo>
                  <a:pt x="164335" y="525956"/>
                </a:lnTo>
                <a:lnTo>
                  <a:pt x="207039" y="538555"/>
                </a:lnTo>
                <a:lnTo>
                  <a:pt x="252412" y="542925"/>
                </a:lnTo>
                <a:lnTo>
                  <a:pt x="297797" y="538555"/>
                </a:lnTo>
                <a:lnTo>
                  <a:pt x="340512" y="525956"/>
                </a:lnTo>
                <a:lnTo>
                  <a:pt x="379845" y="505892"/>
                </a:lnTo>
                <a:lnTo>
                  <a:pt x="415082" y="479127"/>
                </a:lnTo>
                <a:lnTo>
                  <a:pt x="445511" y="446425"/>
                </a:lnTo>
                <a:lnTo>
                  <a:pt x="470419" y="408549"/>
                </a:lnTo>
                <a:lnTo>
                  <a:pt x="489093" y="366265"/>
                </a:lnTo>
                <a:lnTo>
                  <a:pt x="500821" y="320335"/>
                </a:lnTo>
                <a:lnTo>
                  <a:pt x="504888" y="271525"/>
                </a:lnTo>
                <a:lnTo>
                  <a:pt x="500821" y="222711"/>
                </a:lnTo>
                <a:lnTo>
                  <a:pt x="489093" y="176770"/>
                </a:lnTo>
                <a:lnTo>
                  <a:pt x="470419" y="134469"/>
                </a:lnTo>
                <a:lnTo>
                  <a:pt x="445511" y="96574"/>
                </a:lnTo>
                <a:lnTo>
                  <a:pt x="415082" y="63850"/>
                </a:lnTo>
                <a:lnTo>
                  <a:pt x="379845" y="37065"/>
                </a:lnTo>
                <a:lnTo>
                  <a:pt x="340512" y="16984"/>
                </a:lnTo>
                <a:lnTo>
                  <a:pt x="297797" y="4373"/>
                </a:lnTo>
                <a:lnTo>
                  <a:pt x="252412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1122044" y="6551548"/>
            <a:ext cx="170815" cy="16249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8415">
              <a:lnSpc>
                <a:spcPct val="100000"/>
              </a:lnSpc>
              <a:spcBef>
                <a:spcPts val="125"/>
              </a:spcBef>
            </a:pPr>
            <a:r>
              <a:rPr sz="1700" b="1" i="1" dirty="0">
                <a:solidFill>
                  <a:srgbClr val="181818"/>
                </a:solidFill>
                <a:latin typeface="Trebuchet MS"/>
                <a:cs typeface="Trebuchet MS"/>
              </a:rPr>
              <a:t>7</a:t>
            </a:r>
            <a:endParaRPr sz="17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245"/>
              </a:spcBef>
            </a:pPr>
            <a:endParaRPr sz="17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700" b="1" i="1" spc="90" dirty="0">
                <a:solidFill>
                  <a:srgbClr val="181818"/>
                </a:solidFill>
                <a:latin typeface="Trebuchet MS"/>
                <a:cs typeface="Trebuchet MS"/>
              </a:rPr>
              <a:t>8</a:t>
            </a:r>
            <a:endParaRPr sz="17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245"/>
              </a:spcBef>
            </a:pPr>
            <a:endParaRPr sz="1700">
              <a:latin typeface="Trebuchet MS"/>
              <a:cs typeface="Trebuchet MS"/>
            </a:endParaRPr>
          </a:p>
          <a:p>
            <a:pPr marL="15240">
              <a:lnSpc>
                <a:spcPct val="100000"/>
              </a:lnSpc>
            </a:pPr>
            <a:r>
              <a:rPr sz="1700" b="1" i="1" spc="60" dirty="0">
                <a:solidFill>
                  <a:srgbClr val="181818"/>
                </a:solidFill>
                <a:latin typeface="Trebuchet MS"/>
                <a:cs typeface="Trebuchet MS"/>
              </a:rPr>
              <a:t>9</a:t>
            </a:r>
            <a:endParaRPr sz="1700">
              <a:latin typeface="Trebuchet MS"/>
              <a:cs typeface="Trebuchet MS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16331437" y="927832"/>
            <a:ext cx="914400" cy="203200"/>
          </a:xfrm>
          <a:custGeom>
            <a:avLst/>
            <a:gdLst/>
            <a:ahLst/>
            <a:cxnLst/>
            <a:rect l="l" t="t" r="r" b="b"/>
            <a:pathLst>
              <a:path w="914400" h="203200">
                <a:moveTo>
                  <a:pt x="114280" y="0"/>
                </a:moveTo>
                <a:lnTo>
                  <a:pt x="69787" y="7962"/>
                </a:lnTo>
                <a:lnTo>
                  <a:pt x="33462" y="29680"/>
                </a:lnTo>
                <a:lnTo>
                  <a:pt x="8977" y="61899"/>
                </a:lnTo>
                <a:lnTo>
                  <a:pt x="0" y="101365"/>
                </a:lnTo>
                <a:lnTo>
                  <a:pt x="8977" y="140829"/>
                </a:lnTo>
                <a:lnTo>
                  <a:pt x="33463" y="173048"/>
                </a:lnTo>
                <a:lnTo>
                  <a:pt x="69788" y="194766"/>
                </a:lnTo>
                <a:lnTo>
                  <a:pt x="114281" y="202729"/>
                </a:lnTo>
                <a:lnTo>
                  <a:pt x="158774" y="194766"/>
                </a:lnTo>
                <a:lnTo>
                  <a:pt x="195098" y="173048"/>
                </a:lnTo>
                <a:lnTo>
                  <a:pt x="219583" y="140829"/>
                </a:lnTo>
                <a:lnTo>
                  <a:pt x="228560" y="101365"/>
                </a:lnTo>
                <a:lnTo>
                  <a:pt x="219582" y="61899"/>
                </a:lnTo>
                <a:lnTo>
                  <a:pt x="195097" y="29680"/>
                </a:lnTo>
                <a:lnTo>
                  <a:pt x="158773" y="7962"/>
                </a:lnTo>
                <a:lnTo>
                  <a:pt x="114280" y="0"/>
                </a:lnTo>
                <a:close/>
              </a:path>
              <a:path w="914400" h="203200">
                <a:moveTo>
                  <a:pt x="799962" y="0"/>
                </a:moveTo>
                <a:lnTo>
                  <a:pt x="755461" y="7962"/>
                </a:lnTo>
                <a:lnTo>
                  <a:pt x="719138" y="29680"/>
                </a:lnTo>
                <a:lnTo>
                  <a:pt x="694658" y="61899"/>
                </a:lnTo>
                <a:lnTo>
                  <a:pt x="685684" y="101365"/>
                </a:lnTo>
                <a:lnTo>
                  <a:pt x="694658" y="140829"/>
                </a:lnTo>
                <a:lnTo>
                  <a:pt x="719139" y="173048"/>
                </a:lnTo>
                <a:lnTo>
                  <a:pt x="755462" y="194766"/>
                </a:lnTo>
                <a:lnTo>
                  <a:pt x="799963" y="202729"/>
                </a:lnTo>
                <a:lnTo>
                  <a:pt x="844448" y="194766"/>
                </a:lnTo>
                <a:lnTo>
                  <a:pt x="880773" y="173048"/>
                </a:lnTo>
                <a:lnTo>
                  <a:pt x="905262" y="140829"/>
                </a:lnTo>
                <a:lnTo>
                  <a:pt x="914242" y="101365"/>
                </a:lnTo>
                <a:lnTo>
                  <a:pt x="905262" y="61899"/>
                </a:lnTo>
                <a:lnTo>
                  <a:pt x="880772" y="29680"/>
                </a:lnTo>
                <a:lnTo>
                  <a:pt x="844447" y="7962"/>
                </a:lnTo>
                <a:lnTo>
                  <a:pt x="799962" y="0"/>
                </a:lnTo>
                <a:close/>
              </a:path>
              <a:path w="914400" h="203200">
                <a:moveTo>
                  <a:pt x="457125" y="0"/>
                </a:moveTo>
                <a:lnTo>
                  <a:pt x="412623" y="7962"/>
                </a:lnTo>
                <a:lnTo>
                  <a:pt x="376297" y="29680"/>
                </a:lnTo>
                <a:lnTo>
                  <a:pt x="351814" y="61899"/>
                </a:lnTo>
                <a:lnTo>
                  <a:pt x="342839" y="101365"/>
                </a:lnTo>
                <a:lnTo>
                  <a:pt x="351815" y="140829"/>
                </a:lnTo>
                <a:lnTo>
                  <a:pt x="376298" y="173048"/>
                </a:lnTo>
                <a:lnTo>
                  <a:pt x="412624" y="194766"/>
                </a:lnTo>
                <a:lnTo>
                  <a:pt x="457126" y="202729"/>
                </a:lnTo>
                <a:lnTo>
                  <a:pt x="501611" y="194766"/>
                </a:lnTo>
                <a:lnTo>
                  <a:pt x="537935" y="173048"/>
                </a:lnTo>
                <a:lnTo>
                  <a:pt x="562425" y="140829"/>
                </a:lnTo>
                <a:lnTo>
                  <a:pt x="571404" y="101365"/>
                </a:lnTo>
                <a:lnTo>
                  <a:pt x="562424" y="61899"/>
                </a:lnTo>
                <a:lnTo>
                  <a:pt x="537935" y="29680"/>
                </a:lnTo>
                <a:lnTo>
                  <a:pt x="501610" y="7962"/>
                </a:lnTo>
                <a:lnTo>
                  <a:pt x="457125" y="0"/>
                </a:lnTo>
                <a:close/>
              </a:path>
            </a:pathLst>
          </a:custGeom>
          <a:solidFill>
            <a:srgbClr val="FC61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5658" rIns="0" bIns="0" rtlCol="0">
            <a:spAutoFit/>
          </a:bodyPr>
          <a:lstStyle/>
          <a:p>
            <a:pPr marL="2560955">
              <a:lnSpc>
                <a:spcPct val="100000"/>
              </a:lnSpc>
              <a:spcBef>
                <a:spcPts val="105"/>
              </a:spcBef>
            </a:pPr>
            <a:r>
              <a:rPr dirty="0"/>
              <a:t>PROPOSED</a:t>
            </a:r>
            <a:r>
              <a:rPr spc="-160" dirty="0"/>
              <a:t> </a:t>
            </a:r>
            <a:r>
              <a:rPr spc="-10" dirty="0"/>
              <a:t>SYSTEM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2332101" y="2335466"/>
            <a:ext cx="13013055" cy="36868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900" indent="-457200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469900" algn="l"/>
              </a:tabLst>
            </a:pPr>
            <a:r>
              <a:rPr sz="3000" dirty="0">
                <a:latin typeface="Times New Roman"/>
                <a:cs typeface="Times New Roman"/>
              </a:rPr>
              <a:t>The</a:t>
            </a:r>
            <a:r>
              <a:rPr sz="3000" spc="-114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system</a:t>
            </a:r>
            <a:r>
              <a:rPr sz="3000" spc="1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is</a:t>
            </a:r>
            <a:r>
              <a:rPr sz="3000" spc="-8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a</a:t>
            </a:r>
            <a:r>
              <a:rPr sz="3000" spc="-3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web-</a:t>
            </a:r>
            <a:r>
              <a:rPr sz="3000" spc="-10" dirty="0">
                <a:latin typeface="Times New Roman"/>
                <a:cs typeface="Times New Roman"/>
              </a:rPr>
              <a:t>based</a:t>
            </a:r>
            <a:r>
              <a:rPr sz="3000" spc="-17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Academic</a:t>
            </a:r>
            <a:r>
              <a:rPr sz="3000" spc="-10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Campus</a:t>
            </a:r>
            <a:r>
              <a:rPr sz="3000" spc="-2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Event</a:t>
            </a:r>
            <a:r>
              <a:rPr sz="3000" spc="-5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&amp;</a:t>
            </a:r>
            <a:r>
              <a:rPr sz="3000" spc="-5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Registration</a:t>
            </a:r>
            <a:r>
              <a:rPr sz="3000" spc="-45" dirty="0">
                <a:latin typeface="Times New Roman"/>
                <a:cs typeface="Times New Roman"/>
              </a:rPr>
              <a:t> </a:t>
            </a:r>
            <a:r>
              <a:rPr sz="3000" spc="-10" dirty="0">
                <a:latin typeface="Times New Roman"/>
                <a:cs typeface="Times New Roman"/>
              </a:rPr>
              <a:t>Portal.</a:t>
            </a:r>
            <a:endParaRPr sz="30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469900" algn="l"/>
              </a:tabLst>
            </a:pPr>
            <a:r>
              <a:rPr sz="3000" dirty="0">
                <a:latin typeface="Times New Roman"/>
                <a:cs typeface="Times New Roman"/>
              </a:rPr>
              <a:t>It</a:t>
            </a:r>
            <a:r>
              <a:rPr sz="3000" spc="1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allows</a:t>
            </a:r>
            <a:r>
              <a:rPr sz="3000" spc="-8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students</a:t>
            </a:r>
            <a:r>
              <a:rPr sz="3000" spc="-8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to</a:t>
            </a:r>
            <a:r>
              <a:rPr sz="3000" spc="-4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securely</a:t>
            </a:r>
            <a:r>
              <a:rPr sz="3000" spc="-4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register</a:t>
            </a:r>
            <a:r>
              <a:rPr sz="3000" spc="-6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and</a:t>
            </a:r>
            <a:r>
              <a:rPr sz="3000" spc="-4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log</a:t>
            </a:r>
            <a:r>
              <a:rPr sz="3000" spc="-4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in</a:t>
            </a:r>
            <a:r>
              <a:rPr sz="3000" spc="-4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to</a:t>
            </a:r>
            <a:r>
              <a:rPr sz="3000" spc="-4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view</a:t>
            </a:r>
            <a:r>
              <a:rPr sz="3000" spc="-4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available</a:t>
            </a:r>
            <a:r>
              <a:rPr sz="3000" spc="-25" dirty="0">
                <a:latin typeface="Times New Roman"/>
                <a:cs typeface="Times New Roman"/>
              </a:rPr>
              <a:t> </a:t>
            </a:r>
            <a:r>
              <a:rPr sz="3000" spc="-10" dirty="0">
                <a:latin typeface="Times New Roman"/>
                <a:cs typeface="Times New Roman"/>
              </a:rPr>
              <a:t>events.</a:t>
            </a:r>
            <a:endParaRPr sz="30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buFont typeface="Arial MT"/>
              <a:buChar char="•"/>
              <a:tabLst>
                <a:tab pos="469900" algn="l"/>
              </a:tabLst>
            </a:pPr>
            <a:r>
              <a:rPr sz="3000" dirty="0">
                <a:latin typeface="Times New Roman"/>
                <a:cs typeface="Times New Roman"/>
              </a:rPr>
              <a:t>Students</a:t>
            </a:r>
            <a:r>
              <a:rPr sz="3000" spc="-4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can</a:t>
            </a:r>
            <a:r>
              <a:rPr sz="3000" spc="-6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register</a:t>
            </a:r>
            <a:r>
              <a:rPr sz="3000" spc="-3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for</a:t>
            </a:r>
            <a:r>
              <a:rPr sz="3000" spc="-9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events</a:t>
            </a:r>
            <a:r>
              <a:rPr sz="3000" spc="-4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with</a:t>
            </a:r>
            <a:r>
              <a:rPr sz="3000" spc="-7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duplicate</a:t>
            </a:r>
            <a:r>
              <a:rPr sz="3000" spc="-5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prevention</a:t>
            </a:r>
            <a:r>
              <a:rPr sz="3000" spc="-7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and</a:t>
            </a:r>
            <a:r>
              <a:rPr sz="3000" spc="-7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deadline</a:t>
            </a:r>
            <a:r>
              <a:rPr sz="3000" spc="-55" dirty="0">
                <a:latin typeface="Times New Roman"/>
                <a:cs typeface="Times New Roman"/>
              </a:rPr>
              <a:t> </a:t>
            </a:r>
            <a:r>
              <a:rPr sz="3000" spc="-10" dirty="0">
                <a:latin typeface="Times New Roman"/>
                <a:cs typeface="Times New Roman"/>
              </a:rPr>
              <a:t>validation.</a:t>
            </a:r>
            <a:endParaRPr sz="30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469900" algn="l"/>
              </a:tabLst>
            </a:pPr>
            <a:r>
              <a:rPr sz="3000" dirty="0">
                <a:latin typeface="Times New Roman"/>
                <a:cs typeface="Times New Roman"/>
              </a:rPr>
              <a:t>Admin</a:t>
            </a:r>
            <a:r>
              <a:rPr sz="3000" spc="-4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can</a:t>
            </a:r>
            <a:r>
              <a:rPr sz="3000" spc="-4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log</a:t>
            </a:r>
            <a:r>
              <a:rPr sz="3000" spc="-3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in</a:t>
            </a:r>
            <a:r>
              <a:rPr sz="3000" spc="-4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separately</a:t>
            </a:r>
            <a:r>
              <a:rPr sz="3000" spc="-4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to</a:t>
            </a:r>
            <a:r>
              <a:rPr sz="3000" spc="-3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manage</a:t>
            </a:r>
            <a:r>
              <a:rPr sz="3000" spc="-3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and</a:t>
            </a:r>
            <a:r>
              <a:rPr sz="3000" spc="-4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monitor</a:t>
            </a:r>
            <a:r>
              <a:rPr sz="3000" spc="-6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all</a:t>
            </a:r>
            <a:r>
              <a:rPr sz="3000" spc="-5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event</a:t>
            </a:r>
            <a:r>
              <a:rPr sz="3000" spc="-50" dirty="0">
                <a:latin typeface="Times New Roman"/>
                <a:cs typeface="Times New Roman"/>
              </a:rPr>
              <a:t> </a:t>
            </a:r>
            <a:r>
              <a:rPr sz="3000" spc="-10" dirty="0">
                <a:latin typeface="Times New Roman"/>
                <a:cs typeface="Times New Roman"/>
              </a:rPr>
              <a:t>registrations.</a:t>
            </a:r>
            <a:endParaRPr sz="30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469900" algn="l"/>
              </a:tabLst>
            </a:pPr>
            <a:r>
              <a:rPr sz="3000" dirty="0">
                <a:latin typeface="Times New Roman"/>
                <a:cs typeface="Times New Roman"/>
              </a:rPr>
              <a:t>The</a:t>
            </a:r>
            <a:r>
              <a:rPr sz="3000" spc="-11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system automatically</a:t>
            </a:r>
            <a:r>
              <a:rPr sz="3000" spc="-5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stores</a:t>
            </a:r>
            <a:r>
              <a:rPr sz="3000" spc="-9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and</a:t>
            </a:r>
            <a:r>
              <a:rPr sz="3000" spc="-5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manages</a:t>
            </a:r>
            <a:r>
              <a:rPr sz="3000" spc="-9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data</a:t>
            </a:r>
            <a:r>
              <a:rPr sz="3000" spc="-4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in</a:t>
            </a:r>
            <a:r>
              <a:rPr sz="3000" spc="-5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a</a:t>
            </a:r>
            <a:r>
              <a:rPr sz="3000" spc="-4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centralized</a:t>
            </a:r>
            <a:r>
              <a:rPr sz="3000" spc="-55" dirty="0">
                <a:latin typeface="Times New Roman"/>
                <a:cs typeface="Times New Roman"/>
              </a:rPr>
              <a:t> </a:t>
            </a:r>
            <a:r>
              <a:rPr sz="3000" spc="-10" dirty="0">
                <a:latin typeface="Times New Roman"/>
                <a:cs typeface="Times New Roman"/>
              </a:rPr>
              <a:t>database.</a:t>
            </a:r>
            <a:endParaRPr sz="30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buFont typeface="Arial MT"/>
              <a:buChar char="•"/>
              <a:tabLst>
                <a:tab pos="469900" algn="l"/>
              </a:tabLst>
            </a:pPr>
            <a:r>
              <a:rPr sz="3000" spc="-10" dirty="0">
                <a:latin typeface="Times New Roman"/>
                <a:cs typeface="Times New Roman"/>
              </a:rPr>
              <a:t>Real-</a:t>
            </a:r>
            <a:r>
              <a:rPr sz="3000" dirty="0">
                <a:latin typeface="Times New Roman"/>
                <a:cs typeface="Times New Roman"/>
              </a:rPr>
              <a:t>time</a:t>
            </a:r>
            <a:r>
              <a:rPr sz="3000" spc="-11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registration</a:t>
            </a:r>
            <a:r>
              <a:rPr sz="3000" spc="-5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reports</a:t>
            </a:r>
            <a:r>
              <a:rPr sz="3000" spc="-9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are</a:t>
            </a:r>
            <a:r>
              <a:rPr sz="3000" spc="-3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generated</a:t>
            </a:r>
            <a:r>
              <a:rPr sz="3000" spc="-5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for</a:t>
            </a:r>
            <a:r>
              <a:rPr sz="3000" spc="-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both</a:t>
            </a:r>
            <a:r>
              <a:rPr sz="3000" spc="-5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students</a:t>
            </a:r>
            <a:r>
              <a:rPr sz="3000" spc="-2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and</a:t>
            </a:r>
            <a:r>
              <a:rPr sz="3000" spc="-55" dirty="0">
                <a:latin typeface="Times New Roman"/>
                <a:cs typeface="Times New Roman"/>
              </a:rPr>
              <a:t> </a:t>
            </a:r>
            <a:r>
              <a:rPr sz="3000" spc="-10" dirty="0">
                <a:latin typeface="Times New Roman"/>
                <a:cs typeface="Times New Roman"/>
              </a:rPr>
              <a:t>admin.</a:t>
            </a:r>
            <a:endParaRPr sz="30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469900" algn="l"/>
              </a:tabLst>
            </a:pPr>
            <a:r>
              <a:rPr sz="3000" dirty="0">
                <a:latin typeface="Times New Roman"/>
                <a:cs typeface="Times New Roman"/>
              </a:rPr>
              <a:t>The</a:t>
            </a:r>
            <a:r>
              <a:rPr sz="3000" spc="-12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portal</a:t>
            </a:r>
            <a:r>
              <a:rPr sz="3000" spc="-7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improves</a:t>
            </a:r>
            <a:r>
              <a:rPr sz="3000" spc="-3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transparency</a:t>
            </a:r>
            <a:r>
              <a:rPr sz="3000" spc="-6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and</a:t>
            </a:r>
            <a:r>
              <a:rPr sz="3000" spc="-6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reduces</a:t>
            </a:r>
            <a:r>
              <a:rPr sz="3000" spc="-3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manual</a:t>
            </a:r>
            <a:r>
              <a:rPr sz="3000" spc="-70" dirty="0">
                <a:latin typeface="Times New Roman"/>
                <a:cs typeface="Times New Roman"/>
              </a:rPr>
              <a:t> </a:t>
            </a:r>
            <a:r>
              <a:rPr sz="3000" spc="-10" dirty="0">
                <a:latin typeface="Times New Roman"/>
                <a:cs typeface="Times New Roman"/>
              </a:rPr>
              <a:t>errors.</a:t>
            </a:r>
            <a:endParaRPr sz="30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469900" algn="l"/>
              </a:tabLst>
            </a:pPr>
            <a:r>
              <a:rPr sz="3000" dirty="0">
                <a:latin typeface="Times New Roman"/>
                <a:cs typeface="Times New Roman"/>
              </a:rPr>
              <a:t>It</a:t>
            </a:r>
            <a:r>
              <a:rPr sz="3000" spc="-2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ensures</a:t>
            </a:r>
            <a:r>
              <a:rPr sz="3000" spc="-5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secure,</a:t>
            </a:r>
            <a:r>
              <a:rPr sz="3000" spc="-7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efficient,</a:t>
            </a:r>
            <a:r>
              <a:rPr sz="3000" spc="-8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and</a:t>
            </a:r>
            <a:r>
              <a:rPr sz="3000" spc="-8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organized</a:t>
            </a:r>
            <a:r>
              <a:rPr sz="3000" spc="-8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event</a:t>
            </a:r>
            <a:r>
              <a:rPr sz="3000" spc="-90" dirty="0">
                <a:latin typeface="Times New Roman"/>
                <a:cs typeface="Times New Roman"/>
              </a:rPr>
              <a:t> </a:t>
            </a:r>
            <a:r>
              <a:rPr sz="3000" spc="-10" dirty="0">
                <a:latin typeface="Times New Roman"/>
                <a:cs typeface="Times New Roman"/>
              </a:rPr>
              <a:t>management.</a:t>
            </a:r>
            <a:endParaRPr sz="3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04850" y="4657725"/>
            <a:ext cx="1000125" cy="990600"/>
          </a:xfrm>
          <a:custGeom>
            <a:avLst/>
            <a:gdLst/>
            <a:ahLst/>
            <a:cxnLst/>
            <a:rect l="l" t="t" r="r" b="b"/>
            <a:pathLst>
              <a:path w="1000125" h="990600">
                <a:moveTo>
                  <a:pt x="500062" y="0"/>
                </a:moveTo>
                <a:lnTo>
                  <a:pt x="451903" y="2267"/>
                </a:lnTo>
                <a:lnTo>
                  <a:pt x="405039" y="8930"/>
                </a:lnTo>
                <a:lnTo>
                  <a:pt x="359680" y="19782"/>
                </a:lnTo>
                <a:lnTo>
                  <a:pt x="316035" y="34615"/>
                </a:lnTo>
                <a:lnTo>
                  <a:pt x="274314" y="53222"/>
                </a:lnTo>
                <a:lnTo>
                  <a:pt x="234726" y="75394"/>
                </a:lnTo>
                <a:lnTo>
                  <a:pt x="197481" y="100925"/>
                </a:lnTo>
                <a:lnTo>
                  <a:pt x="162789" y="129607"/>
                </a:lnTo>
                <a:lnTo>
                  <a:pt x="130859" y="161233"/>
                </a:lnTo>
                <a:lnTo>
                  <a:pt x="101900" y="195594"/>
                </a:lnTo>
                <a:lnTo>
                  <a:pt x="76123" y="232484"/>
                </a:lnTo>
                <a:lnTo>
                  <a:pt x="53736" y="271695"/>
                </a:lnTo>
                <a:lnTo>
                  <a:pt x="34950" y="313019"/>
                </a:lnTo>
                <a:lnTo>
                  <a:pt x="19973" y="356249"/>
                </a:lnTo>
                <a:lnTo>
                  <a:pt x="9016" y="401178"/>
                </a:lnTo>
                <a:lnTo>
                  <a:pt x="2289" y="447597"/>
                </a:lnTo>
                <a:lnTo>
                  <a:pt x="0" y="495300"/>
                </a:lnTo>
                <a:lnTo>
                  <a:pt x="2289" y="543002"/>
                </a:lnTo>
                <a:lnTo>
                  <a:pt x="9016" y="589421"/>
                </a:lnTo>
                <a:lnTo>
                  <a:pt x="19973" y="634350"/>
                </a:lnTo>
                <a:lnTo>
                  <a:pt x="34950" y="677580"/>
                </a:lnTo>
                <a:lnTo>
                  <a:pt x="53736" y="718904"/>
                </a:lnTo>
                <a:lnTo>
                  <a:pt x="76123" y="758115"/>
                </a:lnTo>
                <a:lnTo>
                  <a:pt x="101900" y="795005"/>
                </a:lnTo>
                <a:lnTo>
                  <a:pt x="130859" y="829366"/>
                </a:lnTo>
                <a:lnTo>
                  <a:pt x="162789" y="860992"/>
                </a:lnTo>
                <a:lnTo>
                  <a:pt x="197481" y="889674"/>
                </a:lnTo>
                <a:lnTo>
                  <a:pt x="234726" y="915205"/>
                </a:lnTo>
                <a:lnTo>
                  <a:pt x="274314" y="937377"/>
                </a:lnTo>
                <a:lnTo>
                  <a:pt x="316035" y="955984"/>
                </a:lnTo>
                <a:lnTo>
                  <a:pt x="359680" y="970817"/>
                </a:lnTo>
                <a:lnTo>
                  <a:pt x="405039" y="981669"/>
                </a:lnTo>
                <a:lnTo>
                  <a:pt x="451903" y="988332"/>
                </a:lnTo>
                <a:lnTo>
                  <a:pt x="500062" y="990600"/>
                </a:lnTo>
                <a:lnTo>
                  <a:pt x="548219" y="988332"/>
                </a:lnTo>
                <a:lnTo>
                  <a:pt x="595081" y="981669"/>
                </a:lnTo>
                <a:lnTo>
                  <a:pt x="640439" y="970817"/>
                </a:lnTo>
                <a:lnTo>
                  <a:pt x="684084" y="955984"/>
                </a:lnTo>
                <a:lnTo>
                  <a:pt x="725805" y="937377"/>
                </a:lnTo>
                <a:lnTo>
                  <a:pt x="765392" y="915205"/>
                </a:lnTo>
                <a:lnTo>
                  <a:pt x="802637" y="889674"/>
                </a:lnTo>
                <a:lnTo>
                  <a:pt x="837330" y="860992"/>
                </a:lnTo>
                <a:lnTo>
                  <a:pt x="869261" y="829366"/>
                </a:lnTo>
                <a:lnTo>
                  <a:pt x="898220" y="795005"/>
                </a:lnTo>
                <a:lnTo>
                  <a:pt x="923998" y="758115"/>
                </a:lnTo>
                <a:lnTo>
                  <a:pt x="946386" y="718904"/>
                </a:lnTo>
                <a:lnTo>
                  <a:pt x="965173" y="677580"/>
                </a:lnTo>
                <a:lnTo>
                  <a:pt x="980150" y="634350"/>
                </a:lnTo>
                <a:lnTo>
                  <a:pt x="991107" y="589421"/>
                </a:lnTo>
                <a:lnTo>
                  <a:pt x="997835" y="543002"/>
                </a:lnTo>
                <a:lnTo>
                  <a:pt x="1000125" y="495300"/>
                </a:lnTo>
                <a:lnTo>
                  <a:pt x="997835" y="447597"/>
                </a:lnTo>
                <a:lnTo>
                  <a:pt x="991107" y="401178"/>
                </a:lnTo>
                <a:lnTo>
                  <a:pt x="980150" y="356249"/>
                </a:lnTo>
                <a:lnTo>
                  <a:pt x="965173" y="313019"/>
                </a:lnTo>
                <a:lnTo>
                  <a:pt x="946386" y="271695"/>
                </a:lnTo>
                <a:lnTo>
                  <a:pt x="923998" y="232484"/>
                </a:lnTo>
                <a:lnTo>
                  <a:pt x="898220" y="195594"/>
                </a:lnTo>
                <a:lnTo>
                  <a:pt x="869261" y="161233"/>
                </a:lnTo>
                <a:lnTo>
                  <a:pt x="837330" y="129607"/>
                </a:lnTo>
                <a:lnTo>
                  <a:pt x="802637" y="100925"/>
                </a:lnTo>
                <a:lnTo>
                  <a:pt x="765392" y="75394"/>
                </a:lnTo>
                <a:lnTo>
                  <a:pt x="725804" y="53222"/>
                </a:lnTo>
                <a:lnTo>
                  <a:pt x="684084" y="34615"/>
                </a:lnTo>
                <a:lnTo>
                  <a:pt x="640439" y="19782"/>
                </a:lnTo>
                <a:lnTo>
                  <a:pt x="595081" y="8930"/>
                </a:lnTo>
                <a:lnTo>
                  <a:pt x="548219" y="2267"/>
                </a:lnTo>
                <a:lnTo>
                  <a:pt x="500062" y="0"/>
                </a:lnTo>
                <a:close/>
              </a:path>
            </a:pathLst>
          </a:custGeom>
          <a:solidFill>
            <a:srgbClr val="FC61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088707" y="4905946"/>
            <a:ext cx="234950" cy="4375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700" b="1" i="1" spc="-50" dirty="0">
                <a:solidFill>
                  <a:srgbClr val="FFFDFD"/>
                </a:solidFill>
                <a:latin typeface="Trebuchet MS"/>
                <a:cs typeface="Trebuchet MS"/>
              </a:rPr>
              <a:t>5</a:t>
            </a:r>
            <a:endParaRPr sz="2700">
              <a:latin typeface="Trebuchet MS"/>
              <a:cs typeface="Trebuchet MS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957262" y="3328923"/>
            <a:ext cx="505459" cy="543560"/>
          </a:xfrm>
          <a:custGeom>
            <a:avLst/>
            <a:gdLst/>
            <a:ahLst/>
            <a:cxnLst/>
            <a:rect l="l" t="t" r="r" b="b"/>
            <a:pathLst>
              <a:path w="505459" h="543560">
                <a:moveTo>
                  <a:pt x="252412" y="0"/>
                </a:moveTo>
                <a:lnTo>
                  <a:pt x="207039" y="4373"/>
                </a:lnTo>
                <a:lnTo>
                  <a:pt x="164335" y="16984"/>
                </a:lnTo>
                <a:lnTo>
                  <a:pt x="125013" y="37065"/>
                </a:lnTo>
                <a:lnTo>
                  <a:pt x="89784" y="63850"/>
                </a:lnTo>
                <a:lnTo>
                  <a:pt x="59362" y="96574"/>
                </a:lnTo>
                <a:lnTo>
                  <a:pt x="34460" y="134469"/>
                </a:lnTo>
                <a:lnTo>
                  <a:pt x="15791" y="176770"/>
                </a:lnTo>
                <a:lnTo>
                  <a:pt x="4066" y="222711"/>
                </a:lnTo>
                <a:lnTo>
                  <a:pt x="0" y="271525"/>
                </a:lnTo>
                <a:lnTo>
                  <a:pt x="4066" y="320340"/>
                </a:lnTo>
                <a:lnTo>
                  <a:pt x="15791" y="366281"/>
                </a:lnTo>
                <a:lnTo>
                  <a:pt x="34460" y="408582"/>
                </a:lnTo>
                <a:lnTo>
                  <a:pt x="59362" y="446477"/>
                </a:lnTo>
                <a:lnTo>
                  <a:pt x="89784" y="479201"/>
                </a:lnTo>
                <a:lnTo>
                  <a:pt x="125013" y="505986"/>
                </a:lnTo>
                <a:lnTo>
                  <a:pt x="164335" y="526067"/>
                </a:lnTo>
                <a:lnTo>
                  <a:pt x="207039" y="538678"/>
                </a:lnTo>
                <a:lnTo>
                  <a:pt x="252412" y="543051"/>
                </a:lnTo>
                <a:lnTo>
                  <a:pt x="297797" y="538678"/>
                </a:lnTo>
                <a:lnTo>
                  <a:pt x="340512" y="526067"/>
                </a:lnTo>
                <a:lnTo>
                  <a:pt x="379845" y="505986"/>
                </a:lnTo>
                <a:lnTo>
                  <a:pt x="415082" y="479201"/>
                </a:lnTo>
                <a:lnTo>
                  <a:pt x="445511" y="446477"/>
                </a:lnTo>
                <a:lnTo>
                  <a:pt x="470419" y="408582"/>
                </a:lnTo>
                <a:lnTo>
                  <a:pt x="489093" y="366281"/>
                </a:lnTo>
                <a:lnTo>
                  <a:pt x="500821" y="320340"/>
                </a:lnTo>
                <a:lnTo>
                  <a:pt x="504888" y="271525"/>
                </a:lnTo>
                <a:lnTo>
                  <a:pt x="500821" y="222711"/>
                </a:lnTo>
                <a:lnTo>
                  <a:pt x="489093" y="176770"/>
                </a:lnTo>
                <a:lnTo>
                  <a:pt x="470419" y="134469"/>
                </a:lnTo>
                <a:lnTo>
                  <a:pt x="445511" y="96574"/>
                </a:lnTo>
                <a:lnTo>
                  <a:pt x="415082" y="63850"/>
                </a:lnTo>
                <a:lnTo>
                  <a:pt x="379845" y="37065"/>
                </a:lnTo>
                <a:lnTo>
                  <a:pt x="340512" y="16984"/>
                </a:lnTo>
                <a:lnTo>
                  <a:pt x="297797" y="4373"/>
                </a:lnTo>
                <a:lnTo>
                  <a:pt x="252412" y="0"/>
                </a:lnTo>
                <a:close/>
              </a:path>
            </a:pathLst>
          </a:custGeom>
          <a:ln w="952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957262" y="1995423"/>
            <a:ext cx="505459" cy="542925"/>
          </a:xfrm>
          <a:custGeom>
            <a:avLst/>
            <a:gdLst/>
            <a:ahLst/>
            <a:cxnLst/>
            <a:rect l="l" t="t" r="r" b="b"/>
            <a:pathLst>
              <a:path w="505459" h="542925">
                <a:moveTo>
                  <a:pt x="252412" y="0"/>
                </a:moveTo>
                <a:lnTo>
                  <a:pt x="207039" y="4373"/>
                </a:lnTo>
                <a:lnTo>
                  <a:pt x="164335" y="16984"/>
                </a:lnTo>
                <a:lnTo>
                  <a:pt x="125013" y="37065"/>
                </a:lnTo>
                <a:lnTo>
                  <a:pt x="89784" y="63850"/>
                </a:lnTo>
                <a:lnTo>
                  <a:pt x="59362" y="96574"/>
                </a:lnTo>
                <a:lnTo>
                  <a:pt x="34460" y="134469"/>
                </a:lnTo>
                <a:lnTo>
                  <a:pt x="15791" y="176770"/>
                </a:lnTo>
                <a:lnTo>
                  <a:pt x="4066" y="222711"/>
                </a:lnTo>
                <a:lnTo>
                  <a:pt x="0" y="271525"/>
                </a:lnTo>
                <a:lnTo>
                  <a:pt x="4066" y="320335"/>
                </a:lnTo>
                <a:lnTo>
                  <a:pt x="15791" y="366265"/>
                </a:lnTo>
                <a:lnTo>
                  <a:pt x="34460" y="408549"/>
                </a:lnTo>
                <a:lnTo>
                  <a:pt x="59362" y="446425"/>
                </a:lnTo>
                <a:lnTo>
                  <a:pt x="89784" y="479127"/>
                </a:lnTo>
                <a:lnTo>
                  <a:pt x="125013" y="505892"/>
                </a:lnTo>
                <a:lnTo>
                  <a:pt x="164335" y="525956"/>
                </a:lnTo>
                <a:lnTo>
                  <a:pt x="207039" y="538555"/>
                </a:lnTo>
                <a:lnTo>
                  <a:pt x="252412" y="542925"/>
                </a:lnTo>
                <a:lnTo>
                  <a:pt x="297797" y="538555"/>
                </a:lnTo>
                <a:lnTo>
                  <a:pt x="340512" y="525956"/>
                </a:lnTo>
                <a:lnTo>
                  <a:pt x="379845" y="505892"/>
                </a:lnTo>
                <a:lnTo>
                  <a:pt x="415082" y="479127"/>
                </a:lnTo>
                <a:lnTo>
                  <a:pt x="445511" y="446425"/>
                </a:lnTo>
                <a:lnTo>
                  <a:pt x="470419" y="408549"/>
                </a:lnTo>
                <a:lnTo>
                  <a:pt x="489093" y="366265"/>
                </a:lnTo>
                <a:lnTo>
                  <a:pt x="500821" y="320335"/>
                </a:lnTo>
                <a:lnTo>
                  <a:pt x="504888" y="271525"/>
                </a:lnTo>
                <a:lnTo>
                  <a:pt x="500821" y="222711"/>
                </a:lnTo>
                <a:lnTo>
                  <a:pt x="489093" y="176770"/>
                </a:lnTo>
                <a:lnTo>
                  <a:pt x="470419" y="134469"/>
                </a:lnTo>
                <a:lnTo>
                  <a:pt x="445511" y="96574"/>
                </a:lnTo>
                <a:lnTo>
                  <a:pt x="415082" y="63850"/>
                </a:lnTo>
                <a:lnTo>
                  <a:pt x="379845" y="37065"/>
                </a:lnTo>
                <a:lnTo>
                  <a:pt x="340512" y="16984"/>
                </a:lnTo>
                <a:lnTo>
                  <a:pt x="297797" y="4373"/>
                </a:lnTo>
                <a:lnTo>
                  <a:pt x="252412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957262" y="3995801"/>
            <a:ext cx="505459" cy="542925"/>
          </a:xfrm>
          <a:custGeom>
            <a:avLst/>
            <a:gdLst/>
            <a:ahLst/>
            <a:cxnLst/>
            <a:rect l="l" t="t" r="r" b="b"/>
            <a:pathLst>
              <a:path w="505459" h="542925">
                <a:moveTo>
                  <a:pt x="252412" y="0"/>
                </a:moveTo>
                <a:lnTo>
                  <a:pt x="207039" y="4369"/>
                </a:lnTo>
                <a:lnTo>
                  <a:pt x="164335" y="16968"/>
                </a:lnTo>
                <a:lnTo>
                  <a:pt x="125013" y="37032"/>
                </a:lnTo>
                <a:lnTo>
                  <a:pt x="89784" y="63797"/>
                </a:lnTo>
                <a:lnTo>
                  <a:pt x="59362" y="96499"/>
                </a:lnTo>
                <a:lnTo>
                  <a:pt x="34460" y="134375"/>
                </a:lnTo>
                <a:lnTo>
                  <a:pt x="15791" y="176659"/>
                </a:lnTo>
                <a:lnTo>
                  <a:pt x="4066" y="222589"/>
                </a:lnTo>
                <a:lnTo>
                  <a:pt x="0" y="271399"/>
                </a:lnTo>
                <a:lnTo>
                  <a:pt x="4066" y="320213"/>
                </a:lnTo>
                <a:lnTo>
                  <a:pt x="15791" y="366154"/>
                </a:lnTo>
                <a:lnTo>
                  <a:pt x="34460" y="408455"/>
                </a:lnTo>
                <a:lnTo>
                  <a:pt x="59362" y="446350"/>
                </a:lnTo>
                <a:lnTo>
                  <a:pt x="89784" y="479074"/>
                </a:lnTo>
                <a:lnTo>
                  <a:pt x="125013" y="505859"/>
                </a:lnTo>
                <a:lnTo>
                  <a:pt x="164335" y="525940"/>
                </a:lnTo>
                <a:lnTo>
                  <a:pt x="207039" y="538551"/>
                </a:lnTo>
                <a:lnTo>
                  <a:pt x="252412" y="542925"/>
                </a:lnTo>
                <a:lnTo>
                  <a:pt x="297797" y="538551"/>
                </a:lnTo>
                <a:lnTo>
                  <a:pt x="340512" y="525940"/>
                </a:lnTo>
                <a:lnTo>
                  <a:pt x="379845" y="505859"/>
                </a:lnTo>
                <a:lnTo>
                  <a:pt x="415082" y="479074"/>
                </a:lnTo>
                <a:lnTo>
                  <a:pt x="445511" y="446350"/>
                </a:lnTo>
                <a:lnTo>
                  <a:pt x="470419" y="408455"/>
                </a:lnTo>
                <a:lnTo>
                  <a:pt x="489093" y="366154"/>
                </a:lnTo>
                <a:lnTo>
                  <a:pt x="500821" y="320213"/>
                </a:lnTo>
                <a:lnTo>
                  <a:pt x="504888" y="271399"/>
                </a:lnTo>
                <a:lnTo>
                  <a:pt x="500821" y="222589"/>
                </a:lnTo>
                <a:lnTo>
                  <a:pt x="489093" y="176659"/>
                </a:lnTo>
                <a:lnTo>
                  <a:pt x="470419" y="134375"/>
                </a:lnTo>
                <a:lnTo>
                  <a:pt x="445511" y="96499"/>
                </a:lnTo>
                <a:lnTo>
                  <a:pt x="415082" y="63797"/>
                </a:lnTo>
                <a:lnTo>
                  <a:pt x="379845" y="37032"/>
                </a:lnTo>
                <a:lnTo>
                  <a:pt x="340512" y="16968"/>
                </a:lnTo>
                <a:lnTo>
                  <a:pt x="297797" y="4369"/>
                </a:lnTo>
                <a:lnTo>
                  <a:pt x="252412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957262" y="2662301"/>
            <a:ext cx="505459" cy="542925"/>
          </a:xfrm>
          <a:custGeom>
            <a:avLst/>
            <a:gdLst/>
            <a:ahLst/>
            <a:cxnLst/>
            <a:rect l="l" t="t" r="r" b="b"/>
            <a:pathLst>
              <a:path w="505459" h="542925">
                <a:moveTo>
                  <a:pt x="252412" y="0"/>
                </a:moveTo>
                <a:lnTo>
                  <a:pt x="207039" y="4369"/>
                </a:lnTo>
                <a:lnTo>
                  <a:pt x="164335" y="16968"/>
                </a:lnTo>
                <a:lnTo>
                  <a:pt x="125013" y="37032"/>
                </a:lnTo>
                <a:lnTo>
                  <a:pt x="89784" y="63797"/>
                </a:lnTo>
                <a:lnTo>
                  <a:pt x="59362" y="96499"/>
                </a:lnTo>
                <a:lnTo>
                  <a:pt x="34460" y="134375"/>
                </a:lnTo>
                <a:lnTo>
                  <a:pt x="15791" y="176659"/>
                </a:lnTo>
                <a:lnTo>
                  <a:pt x="4066" y="222589"/>
                </a:lnTo>
                <a:lnTo>
                  <a:pt x="0" y="271399"/>
                </a:lnTo>
                <a:lnTo>
                  <a:pt x="4066" y="320213"/>
                </a:lnTo>
                <a:lnTo>
                  <a:pt x="15791" y="366154"/>
                </a:lnTo>
                <a:lnTo>
                  <a:pt x="34460" y="408455"/>
                </a:lnTo>
                <a:lnTo>
                  <a:pt x="59362" y="446350"/>
                </a:lnTo>
                <a:lnTo>
                  <a:pt x="89784" y="479074"/>
                </a:lnTo>
                <a:lnTo>
                  <a:pt x="125013" y="505859"/>
                </a:lnTo>
                <a:lnTo>
                  <a:pt x="164335" y="525940"/>
                </a:lnTo>
                <a:lnTo>
                  <a:pt x="207039" y="538551"/>
                </a:lnTo>
                <a:lnTo>
                  <a:pt x="252412" y="542925"/>
                </a:lnTo>
                <a:lnTo>
                  <a:pt x="297797" y="538551"/>
                </a:lnTo>
                <a:lnTo>
                  <a:pt x="340512" y="525940"/>
                </a:lnTo>
                <a:lnTo>
                  <a:pt x="379845" y="505859"/>
                </a:lnTo>
                <a:lnTo>
                  <a:pt x="415082" y="479074"/>
                </a:lnTo>
                <a:lnTo>
                  <a:pt x="445511" y="446350"/>
                </a:lnTo>
                <a:lnTo>
                  <a:pt x="470419" y="408455"/>
                </a:lnTo>
                <a:lnTo>
                  <a:pt x="489093" y="366154"/>
                </a:lnTo>
                <a:lnTo>
                  <a:pt x="500821" y="320213"/>
                </a:lnTo>
                <a:lnTo>
                  <a:pt x="504888" y="271399"/>
                </a:lnTo>
                <a:lnTo>
                  <a:pt x="500821" y="222589"/>
                </a:lnTo>
                <a:lnTo>
                  <a:pt x="489093" y="176659"/>
                </a:lnTo>
                <a:lnTo>
                  <a:pt x="470419" y="134375"/>
                </a:lnTo>
                <a:lnTo>
                  <a:pt x="445511" y="96499"/>
                </a:lnTo>
                <a:lnTo>
                  <a:pt x="415082" y="63797"/>
                </a:lnTo>
                <a:lnTo>
                  <a:pt x="379845" y="37032"/>
                </a:lnTo>
                <a:lnTo>
                  <a:pt x="340512" y="16968"/>
                </a:lnTo>
                <a:lnTo>
                  <a:pt x="297797" y="4369"/>
                </a:lnTo>
                <a:lnTo>
                  <a:pt x="252412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1122044" y="2108517"/>
            <a:ext cx="170180" cy="229171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7465">
              <a:lnSpc>
                <a:spcPct val="100000"/>
              </a:lnSpc>
              <a:spcBef>
                <a:spcPts val="125"/>
              </a:spcBef>
            </a:pPr>
            <a:r>
              <a:rPr sz="1700" b="1" i="1" spc="-310" dirty="0">
                <a:solidFill>
                  <a:srgbClr val="181818"/>
                </a:solidFill>
                <a:latin typeface="Trebuchet MS"/>
                <a:cs typeface="Trebuchet MS"/>
              </a:rPr>
              <a:t>1</a:t>
            </a:r>
            <a:endParaRPr sz="17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235"/>
              </a:spcBef>
            </a:pPr>
            <a:endParaRPr sz="1700">
              <a:latin typeface="Trebuchet MS"/>
              <a:cs typeface="Trebuchet MS"/>
            </a:endParaRPr>
          </a:p>
          <a:p>
            <a:pPr marL="17145">
              <a:lnSpc>
                <a:spcPct val="100000"/>
              </a:lnSpc>
            </a:pPr>
            <a:r>
              <a:rPr sz="1700" b="1" i="1" spc="10" dirty="0">
                <a:solidFill>
                  <a:srgbClr val="181818"/>
                </a:solidFill>
                <a:latin typeface="Trebuchet MS"/>
                <a:cs typeface="Trebuchet MS"/>
              </a:rPr>
              <a:t>2</a:t>
            </a:r>
            <a:endParaRPr sz="17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245"/>
              </a:spcBef>
            </a:pPr>
            <a:endParaRPr sz="1700">
              <a:latin typeface="Trebuchet MS"/>
              <a:cs typeface="Trebuchet MS"/>
            </a:endParaRPr>
          </a:p>
          <a:p>
            <a:pPr marL="19050">
              <a:lnSpc>
                <a:spcPct val="100000"/>
              </a:lnSpc>
              <a:spcBef>
                <a:spcPts val="5"/>
              </a:spcBef>
            </a:pPr>
            <a:r>
              <a:rPr sz="1700" b="1" i="1" spc="-50" dirty="0">
                <a:solidFill>
                  <a:srgbClr val="181818"/>
                </a:solidFill>
                <a:latin typeface="Trebuchet MS"/>
                <a:cs typeface="Trebuchet MS"/>
              </a:rPr>
              <a:t>3</a:t>
            </a:r>
            <a:endParaRPr sz="17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245"/>
              </a:spcBef>
            </a:pPr>
            <a:endParaRPr sz="17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sz="1700" b="1" i="1" spc="80" dirty="0">
                <a:solidFill>
                  <a:srgbClr val="181818"/>
                </a:solidFill>
                <a:latin typeface="Trebuchet MS"/>
                <a:cs typeface="Trebuchet MS"/>
              </a:rPr>
              <a:t>4</a:t>
            </a:r>
            <a:endParaRPr sz="1700">
              <a:latin typeface="Trebuchet MS"/>
              <a:cs typeface="Trebuchet MS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957262" y="6434201"/>
            <a:ext cx="505459" cy="542925"/>
          </a:xfrm>
          <a:custGeom>
            <a:avLst/>
            <a:gdLst/>
            <a:ahLst/>
            <a:cxnLst/>
            <a:rect l="l" t="t" r="r" b="b"/>
            <a:pathLst>
              <a:path w="505459" h="542925">
                <a:moveTo>
                  <a:pt x="252412" y="0"/>
                </a:moveTo>
                <a:lnTo>
                  <a:pt x="207039" y="4369"/>
                </a:lnTo>
                <a:lnTo>
                  <a:pt x="164335" y="16968"/>
                </a:lnTo>
                <a:lnTo>
                  <a:pt x="125013" y="37032"/>
                </a:lnTo>
                <a:lnTo>
                  <a:pt x="89784" y="63797"/>
                </a:lnTo>
                <a:lnTo>
                  <a:pt x="59362" y="96499"/>
                </a:lnTo>
                <a:lnTo>
                  <a:pt x="34460" y="134375"/>
                </a:lnTo>
                <a:lnTo>
                  <a:pt x="15791" y="176659"/>
                </a:lnTo>
                <a:lnTo>
                  <a:pt x="4066" y="222589"/>
                </a:lnTo>
                <a:lnTo>
                  <a:pt x="0" y="271399"/>
                </a:lnTo>
                <a:lnTo>
                  <a:pt x="4066" y="320208"/>
                </a:lnTo>
                <a:lnTo>
                  <a:pt x="15791" y="366138"/>
                </a:lnTo>
                <a:lnTo>
                  <a:pt x="34460" y="408422"/>
                </a:lnTo>
                <a:lnTo>
                  <a:pt x="59362" y="446298"/>
                </a:lnTo>
                <a:lnTo>
                  <a:pt x="89784" y="479000"/>
                </a:lnTo>
                <a:lnTo>
                  <a:pt x="125013" y="505765"/>
                </a:lnTo>
                <a:lnTo>
                  <a:pt x="164335" y="525829"/>
                </a:lnTo>
                <a:lnTo>
                  <a:pt x="207039" y="538428"/>
                </a:lnTo>
                <a:lnTo>
                  <a:pt x="252412" y="542798"/>
                </a:lnTo>
                <a:lnTo>
                  <a:pt x="297797" y="538428"/>
                </a:lnTo>
                <a:lnTo>
                  <a:pt x="340512" y="525829"/>
                </a:lnTo>
                <a:lnTo>
                  <a:pt x="379845" y="505765"/>
                </a:lnTo>
                <a:lnTo>
                  <a:pt x="415082" y="479000"/>
                </a:lnTo>
                <a:lnTo>
                  <a:pt x="445511" y="446298"/>
                </a:lnTo>
                <a:lnTo>
                  <a:pt x="470419" y="408422"/>
                </a:lnTo>
                <a:lnTo>
                  <a:pt x="489093" y="366138"/>
                </a:lnTo>
                <a:lnTo>
                  <a:pt x="500821" y="320208"/>
                </a:lnTo>
                <a:lnTo>
                  <a:pt x="504888" y="271399"/>
                </a:lnTo>
                <a:lnTo>
                  <a:pt x="500821" y="222589"/>
                </a:lnTo>
                <a:lnTo>
                  <a:pt x="489093" y="176659"/>
                </a:lnTo>
                <a:lnTo>
                  <a:pt x="470419" y="134375"/>
                </a:lnTo>
                <a:lnTo>
                  <a:pt x="445511" y="96499"/>
                </a:lnTo>
                <a:lnTo>
                  <a:pt x="415082" y="63797"/>
                </a:lnTo>
                <a:lnTo>
                  <a:pt x="379845" y="37032"/>
                </a:lnTo>
                <a:lnTo>
                  <a:pt x="340512" y="16968"/>
                </a:lnTo>
                <a:lnTo>
                  <a:pt x="297797" y="4369"/>
                </a:lnTo>
                <a:lnTo>
                  <a:pt x="252412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957262" y="5767451"/>
            <a:ext cx="505459" cy="542925"/>
          </a:xfrm>
          <a:custGeom>
            <a:avLst/>
            <a:gdLst/>
            <a:ahLst/>
            <a:cxnLst/>
            <a:rect l="l" t="t" r="r" b="b"/>
            <a:pathLst>
              <a:path w="505459" h="542925">
                <a:moveTo>
                  <a:pt x="252412" y="0"/>
                </a:moveTo>
                <a:lnTo>
                  <a:pt x="207039" y="4369"/>
                </a:lnTo>
                <a:lnTo>
                  <a:pt x="164335" y="16968"/>
                </a:lnTo>
                <a:lnTo>
                  <a:pt x="125013" y="37032"/>
                </a:lnTo>
                <a:lnTo>
                  <a:pt x="89784" y="63797"/>
                </a:lnTo>
                <a:lnTo>
                  <a:pt x="59362" y="96499"/>
                </a:lnTo>
                <a:lnTo>
                  <a:pt x="34460" y="134375"/>
                </a:lnTo>
                <a:lnTo>
                  <a:pt x="15791" y="176659"/>
                </a:lnTo>
                <a:lnTo>
                  <a:pt x="4066" y="222589"/>
                </a:lnTo>
                <a:lnTo>
                  <a:pt x="0" y="271399"/>
                </a:lnTo>
                <a:lnTo>
                  <a:pt x="4066" y="320213"/>
                </a:lnTo>
                <a:lnTo>
                  <a:pt x="15791" y="366154"/>
                </a:lnTo>
                <a:lnTo>
                  <a:pt x="34460" y="408455"/>
                </a:lnTo>
                <a:lnTo>
                  <a:pt x="59362" y="446350"/>
                </a:lnTo>
                <a:lnTo>
                  <a:pt x="89784" y="479074"/>
                </a:lnTo>
                <a:lnTo>
                  <a:pt x="125013" y="505859"/>
                </a:lnTo>
                <a:lnTo>
                  <a:pt x="164335" y="525940"/>
                </a:lnTo>
                <a:lnTo>
                  <a:pt x="207039" y="538551"/>
                </a:lnTo>
                <a:lnTo>
                  <a:pt x="252412" y="542925"/>
                </a:lnTo>
                <a:lnTo>
                  <a:pt x="297797" y="538551"/>
                </a:lnTo>
                <a:lnTo>
                  <a:pt x="340512" y="525940"/>
                </a:lnTo>
                <a:lnTo>
                  <a:pt x="379845" y="505859"/>
                </a:lnTo>
                <a:lnTo>
                  <a:pt x="415082" y="479074"/>
                </a:lnTo>
                <a:lnTo>
                  <a:pt x="445511" y="446350"/>
                </a:lnTo>
                <a:lnTo>
                  <a:pt x="470419" y="408455"/>
                </a:lnTo>
                <a:lnTo>
                  <a:pt x="489093" y="366154"/>
                </a:lnTo>
                <a:lnTo>
                  <a:pt x="500821" y="320213"/>
                </a:lnTo>
                <a:lnTo>
                  <a:pt x="504888" y="271399"/>
                </a:lnTo>
                <a:lnTo>
                  <a:pt x="500821" y="222589"/>
                </a:lnTo>
                <a:lnTo>
                  <a:pt x="489093" y="176659"/>
                </a:lnTo>
                <a:lnTo>
                  <a:pt x="470419" y="134375"/>
                </a:lnTo>
                <a:lnTo>
                  <a:pt x="445511" y="96499"/>
                </a:lnTo>
                <a:lnTo>
                  <a:pt x="415082" y="63797"/>
                </a:lnTo>
                <a:lnTo>
                  <a:pt x="379845" y="37032"/>
                </a:lnTo>
                <a:lnTo>
                  <a:pt x="340512" y="16968"/>
                </a:lnTo>
                <a:lnTo>
                  <a:pt x="297797" y="4369"/>
                </a:lnTo>
                <a:lnTo>
                  <a:pt x="252412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957262" y="7091298"/>
            <a:ext cx="505459" cy="542925"/>
          </a:xfrm>
          <a:custGeom>
            <a:avLst/>
            <a:gdLst/>
            <a:ahLst/>
            <a:cxnLst/>
            <a:rect l="l" t="t" r="r" b="b"/>
            <a:pathLst>
              <a:path w="505459" h="542925">
                <a:moveTo>
                  <a:pt x="252412" y="0"/>
                </a:moveTo>
                <a:lnTo>
                  <a:pt x="207039" y="4373"/>
                </a:lnTo>
                <a:lnTo>
                  <a:pt x="164335" y="16984"/>
                </a:lnTo>
                <a:lnTo>
                  <a:pt x="125013" y="37065"/>
                </a:lnTo>
                <a:lnTo>
                  <a:pt x="89784" y="63850"/>
                </a:lnTo>
                <a:lnTo>
                  <a:pt x="59362" y="96574"/>
                </a:lnTo>
                <a:lnTo>
                  <a:pt x="34460" y="134469"/>
                </a:lnTo>
                <a:lnTo>
                  <a:pt x="15791" y="176770"/>
                </a:lnTo>
                <a:lnTo>
                  <a:pt x="4066" y="222711"/>
                </a:lnTo>
                <a:lnTo>
                  <a:pt x="0" y="271525"/>
                </a:lnTo>
                <a:lnTo>
                  <a:pt x="4066" y="320335"/>
                </a:lnTo>
                <a:lnTo>
                  <a:pt x="15791" y="366265"/>
                </a:lnTo>
                <a:lnTo>
                  <a:pt x="34460" y="408549"/>
                </a:lnTo>
                <a:lnTo>
                  <a:pt x="59362" y="446425"/>
                </a:lnTo>
                <a:lnTo>
                  <a:pt x="89784" y="479127"/>
                </a:lnTo>
                <a:lnTo>
                  <a:pt x="125013" y="505892"/>
                </a:lnTo>
                <a:lnTo>
                  <a:pt x="164335" y="525956"/>
                </a:lnTo>
                <a:lnTo>
                  <a:pt x="207039" y="538555"/>
                </a:lnTo>
                <a:lnTo>
                  <a:pt x="252412" y="542925"/>
                </a:lnTo>
                <a:lnTo>
                  <a:pt x="297797" y="538555"/>
                </a:lnTo>
                <a:lnTo>
                  <a:pt x="340512" y="525956"/>
                </a:lnTo>
                <a:lnTo>
                  <a:pt x="379845" y="505892"/>
                </a:lnTo>
                <a:lnTo>
                  <a:pt x="415082" y="479127"/>
                </a:lnTo>
                <a:lnTo>
                  <a:pt x="445511" y="446425"/>
                </a:lnTo>
                <a:lnTo>
                  <a:pt x="470419" y="408549"/>
                </a:lnTo>
                <a:lnTo>
                  <a:pt x="489093" y="366265"/>
                </a:lnTo>
                <a:lnTo>
                  <a:pt x="500821" y="320335"/>
                </a:lnTo>
                <a:lnTo>
                  <a:pt x="504888" y="271525"/>
                </a:lnTo>
                <a:lnTo>
                  <a:pt x="500821" y="222711"/>
                </a:lnTo>
                <a:lnTo>
                  <a:pt x="489093" y="176770"/>
                </a:lnTo>
                <a:lnTo>
                  <a:pt x="470419" y="134469"/>
                </a:lnTo>
                <a:lnTo>
                  <a:pt x="445511" y="96574"/>
                </a:lnTo>
                <a:lnTo>
                  <a:pt x="415082" y="63850"/>
                </a:lnTo>
                <a:lnTo>
                  <a:pt x="379845" y="37065"/>
                </a:lnTo>
                <a:lnTo>
                  <a:pt x="340512" y="16984"/>
                </a:lnTo>
                <a:lnTo>
                  <a:pt x="297797" y="4373"/>
                </a:lnTo>
                <a:lnTo>
                  <a:pt x="252412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957262" y="7758048"/>
            <a:ext cx="505459" cy="542925"/>
          </a:xfrm>
          <a:custGeom>
            <a:avLst/>
            <a:gdLst/>
            <a:ahLst/>
            <a:cxnLst/>
            <a:rect l="l" t="t" r="r" b="b"/>
            <a:pathLst>
              <a:path w="505459" h="542925">
                <a:moveTo>
                  <a:pt x="252412" y="0"/>
                </a:moveTo>
                <a:lnTo>
                  <a:pt x="207039" y="4373"/>
                </a:lnTo>
                <a:lnTo>
                  <a:pt x="164335" y="16984"/>
                </a:lnTo>
                <a:lnTo>
                  <a:pt x="125013" y="37065"/>
                </a:lnTo>
                <a:lnTo>
                  <a:pt x="89784" y="63850"/>
                </a:lnTo>
                <a:lnTo>
                  <a:pt x="59362" y="96574"/>
                </a:lnTo>
                <a:lnTo>
                  <a:pt x="34460" y="134469"/>
                </a:lnTo>
                <a:lnTo>
                  <a:pt x="15791" y="176770"/>
                </a:lnTo>
                <a:lnTo>
                  <a:pt x="4066" y="222711"/>
                </a:lnTo>
                <a:lnTo>
                  <a:pt x="0" y="271525"/>
                </a:lnTo>
                <a:lnTo>
                  <a:pt x="4066" y="320335"/>
                </a:lnTo>
                <a:lnTo>
                  <a:pt x="15791" y="366265"/>
                </a:lnTo>
                <a:lnTo>
                  <a:pt x="34460" y="408549"/>
                </a:lnTo>
                <a:lnTo>
                  <a:pt x="59362" y="446425"/>
                </a:lnTo>
                <a:lnTo>
                  <a:pt x="89784" y="479127"/>
                </a:lnTo>
                <a:lnTo>
                  <a:pt x="125013" y="505892"/>
                </a:lnTo>
                <a:lnTo>
                  <a:pt x="164335" y="525956"/>
                </a:lnTo>
                <a:lnTo>
                  <a:pt x="207039" y="538555"/>
                </a:lnTo>
                <a:lnTo>
                  <a:pt x="252412" y="542925"/>
                </a:lnTo>
                <a:lnTo>
                  <a:pt x="297797" y="538555"/>
                </a:lnTo>
                <a:lnTo>
                  <a:pt x="340512" y="525956"/>
                </a:lnTo>
                <a:lnTo>
                  <a:pt x="379845" y="505892"/>
                </a:lnTo>
                <a:lnTo>
                  <a:pt x="415082" y="479127"/>
                </a:lnTo>
                <a:lnTo>
                  <a:pt x="445511" y="446425"/>
                </a:lnTo>
                <a:lnTo>
                  <a:pt x="470419" y="408549"/>
                </a:lnTo>
                <a:lnTo>
                  <a:pt x="489093" y="366265"/>
                </a:lnTo>
                <a:lnTo>
                  <a:pt x="500821" y="320335"/>
                </a:lnTo>
                <a:lnTo>
                  <a:pt x="504888" y="271525"/>
                </a:lnTo>
                <a:lnTo>
                  <a:pt x="500821" y="222711"/>
                </a:lnTo>
                <a:lnTo>
                  <a:pt x="489093" y="176770"/>
                </a:lnTo>
                <a:lnTo>
                  <a:pt x="470419" y="134469"/>
                </a:lnTo>
                <a:lnTo>
                  <a:pt x="445511" y="96574"/>
                </a:lnTo>
                <a:lnTo>
                  <a:pt x="415082" y="63850"/>
                </a:lnTo>
                <a:lnTo>
                  <a:pt x="379845" y="37065"/>
                </a:lnTo>
                <a:lnTo>
                  <a:pt x="340512" y="16984"/>
                </a:lnTo>
                <a:lnTo>
                  <a:pt x="297797" y="4373"/>
                </a:lnTo>
                <a:lnTo>
                  <a:pt x="252412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1122044" y="5889688"/>
            <a:ext cx="170815" cy="22821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5240">
              <a:lnSpc>
                <a:spcPct val="100000"/>
              </a:lnSpc>
              <a:spcBef>
                <a:spcPts val="125"/>
              </a:spcBef>
            </a:pPr>
            <a:r>
              <a:rPr sz="1700" b="1" i="1" spc="60" dirty="0">
                <a:solidFill>
                  <a:srgbClr val="181818"/>
                </a:solidFill>
                <a:latin typeface="Trebuchet MS"/>
                <a:cs typeface="Trebuchet MS"/>
              </a:rPr>
              <a:t>6</a:t>
            </a:r>
            <a:endParaRPr sz="17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235"/>
              </a:spcBef>
            </a:pPr>
            <a:endParaRPr sz="1700">
              <a:latin typeface="Trebuchet MS"/>
              <a:cs typeface="Trebuchet MS"/>
            </a:endParaRPr>
          </a:p>
          <a:p>
            <a:pPr marL="18415">
              <a:lnSpc>
                <a:spcPct val="100000"/>
              </a:lnSpc>
            </a:pPr>
            <a:r>
              <a:rPr sz="1700" b="1" i="1" dirty="0">
                <a:solidFill>
                  <a:srgbClr val="181818"/>
                </a:solidFill>
                <a:latin typeface="Trebuchet MS"/>
                <a:cs typeface="Trebuchet MS"/>
              </a:rPr>
              <a:t>7</a:t>
            </a:r>
            <a:endParaRPr sz="17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170"/>
              </a:spcBef>
            </a:pPr>
            <a:endParaRPr sz="17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sz="1700" b="1" i="1" spc="90" dirty="0">
                <a:solidFill>
                  <a:srgbClr val="181818"/>
                </a:solidFill>
                <a:latin typeface="Trebuchet MS"/>
                <a:cs typeface="Trebuchet MS"/>
              </a:rPr>
              <a:t>8</a:t>
            </a:r>
            <a:endParaRPr sz="17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245"/>
              </a:spcBef>
            </a:pPr>
            <a:endParaRPr sz="1700">
              <a:latin typeface="Trebuchet MS"/>
              <a:cs typeface="Trebuchet MS"/>
            </a:endParaRPr>
          </a:p>
          <a:p>
            <a:pPr marL="15240">
              <a:lnSpc>
                <a:spcPct val="100000"/>
              </a:lnSpc>
              <a:spcBef>
                <a:spcPts val="5"/>
              </a:spcBef>
            </a:pPr>
            <a:r>
              <a:rPr sz="1700" b="1" i="1" spc="60" dirty="0">
                <a:solidFill>
                  <a:srgbClr val="181818"/>
                </a:solidFill>
                <a:latin typeface="Trebuchet MS"/>
                <a:cs typeface="Trebuchet MS"/>
              </a:rPr>
              <a:t>9</a:t>
            </a:r>
            <a:endParaRPr sz="1700">
              <a:latin typeface="Trebuchet MS"/>
              <a:cs typeface="Trebuchet MS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13380377" y="-257175"/>
            <a:ext cx="5165090" cy="1876425"/>
            <a:chOff x="13380377" y="-257175"/>
            <a:chExt cx="5165090" cy="1876425"/>
          </a:xfrm>
        </p:grpSpPr>
        <p:sp>
          <p:nvSpPr>
            <p:cNvPr id="15" name="object 15"/>
            <p:cNvSpPr/>
            <p:nvPr/>
          </p:nvSpPr>
          <p:spPr>
            <a:xfrm>
              <a:off x="13637552" y="0"/>
              <a:ext cx="4650740" cy="1362075"/>
            </a:xfrm>
            <a:custGeom>
              <a:avLst/>
              <a:gdLst/>
              <a:ahLst/>
              <a:cxnLst/>
              <a:rect l="l" t="t" r="r" b="b"/>
              <a:pathLst>
                <a:path w="4650740" h="1362075">
                  <a:moveTo>
                    <a:pt x="0" y="0"/>
                  </a:moveTo>
                  <a:lnTo>
                    <a:pt x="31449" y="27382"/>
                  </a:lnTo>
                  <a:lnTo>
                    <a:pt x="65561" y="56599"/>
                  </a:lnTo>
                  <a:lnTo>
                    <a:pt x="99914" y="85542"/>
                  </a:lnTo>
                  <a:lnTo>
                    <a:pt x="134506" y="114208"/>
                  </a:lnTo>
                  <a:lnTo>
                    <a:pt x="169335" y="142596"/>
                  </a:lnTo>
                  <a:lnTo>
                    <a:pt x="204399" y="170704"/>
                  </a:lnTo>
                  <a:lnTo>
                    <a:pt x="239697" y="198531"/>
                  </a:lnTo>
                  <a:lnTo>
                    <a:pt x="275228" y="226074"/>
                  </a:lnTo>
                  <a:lnTo>
                    <a:pt x="310988" y="253333"/>
                  </a:lnTo>
                  <a:lnTo>
                    <a:pt x="346978" y="280305"/>
                  </a:lnTo>
                  <a:lnTo>
                    <a:pt x="383194" y="306989"/>
                  </a:lnTo>
                  <a:lnTo>
                    <a:pt x="419636" y="333383"/>
                  </a:lnTo>
                  <a:lnTo>
                    <a:pt x="456301" y="359485"/>
                  </a:lnTo>
                  <a:lnTo>
                    <a:pt x="493188" y="385294"/>
                  </a:lnTo>
                  <a:lnTo>
                    <a:pt x="530295" y="410807"/>
                  </a:lnTo>
                  <a:lnTo>
                    <a:pt x="567621" y="436024"/>
                  </a:lnTo>
                  <a:lnTo>
                    <a:pt x="605163" y="460942"/>
                  </a:lnTo>
                  <a:lnTo>
                    <a:pt x="642921" y="485560"/>
                  </a:lnTo>
                  <a:lnTo>
                    <a:pt x="680892" y="509876"/>
                  </a:lnTo>
                  <a:lnTo>
                    <a:pt x="719074" y="533889"/>
                  </a:lnTo>
                  <a:lnTo>
                    <a:pt x="757467" y="557596"/>
                  </a:lnTo>
                  <a:lnTo>
                    <a:pt x="796067" y="580996"/>
                  </a:lnTo>
                  <a:lnTo>
                    <a:pt x="834875" y="604088"/>
                  </a:lnTo>
                  <a:lnTo>
                    <a:pt x="873887" y="626869"/>
                  </a:lnTo>
                  <a:lnTo>
                    <a:pt x="913102" y="649338"/>
                  </a:lnTo>
                  <a:lnTo>
                    <a:pt x="952519" y="671493"/>
                  </a:lnTo>
                  <a:lnTo>
                    <a:pt x="992135" y="693333"/>
                  </a:lnTo>
                  <a:lnTo>
                    <a:pt x="1031950" y="714855"/>
                  </a:lnTo>
                  <a:lnTo>
                    <a:pt x="1071961" y="736058"/>
                  </a:lnTo>
                  <a:lnTo>
                    <a:pt x="1112166" y="756941"/>
                  </a:lnTo>
                  <a:lnTo>
                    <a:pt x="1152565" y="777501"/>
                  </a:lnTo>
                  <a:lnTo>
                    <a:pt x="1193154" y="797738"/>
                  </a:lnTo>
                  <a:lnTo>
                    <a:pt x="1233933" y="817648"/>
                  </a:lnTo>
                  <a:lnTo>
                    <a:pt x="1274900" y="837231"/>
                  </a:lnTo>
                  <a:lnTo>
                    <a:pt x="1316053" y="856485"/>
                  </a:lnTo>
                  <a:lnTo>
                    <a:pt x="1357391" y="875408"/>
                  </a:lnTo>
                  <a:lnTo>
                    <a:pt x="1398911" y="893999"/>
                  </a:lnTo>
                  <a:lnTo>
                    <a:pt x="1440612" y="912255"/>
                  </a:lnTo>
                  <a:lnTo>
                    <a:pt x="1482492" y="930175"/>
                  </a:lnTo>
                  <a:lnTo>
                    <a:pt x="1524550" y="947758"/>
                  </a:lnTo>
                  <a:lnTo>
                    <a:pt x="1566784" y="965001"/>
                  </a:lnTo>
                  <a:lnTo>
                    <a:pt x="1609192" y="981903"/>
                  </a:lnTo>
                  <a:lnTo>
                    <a:pt x="1651773" y="998463"/>
                  </a:lnTo>
                  <a:lnTo>
                    <a:pt x="1694524" y="1014677"/>
                  </a:lnTo>
                  <a:lnTo>
                    <a:pt x="1737445" y="1030546"/>
                  </a:lnTo>
                  <a:lnTo>
                    <a:pt x="1780533" y="1046067"/>
                  </a:lnTo>
                  <a:lnTo>
                    <a:pt x="1823786" y="1061238"/>
                  </a:lnTo>
                  <a:lnTo>
                    <a:pt x="1867204" y="1076058"/>
                  </a:lnTo>
                  <a:lnTo>
                    <a:pt x="1910784" y="1090525"/>
                  </a:lnTo>
                  <a:lnTo>
                    <a:pt x="1954524" y="1104637"/>
                  </a:lnTo>
                  <a:lnTo>
                    <a:pt x="1998423" y="1118393"/>
                  </a:lnTo>
                  <a:lnTo>
                    <a:pt x="2042480" y="1131790"/>
                  </a:lnTo>
                  <a:lnTo>
                    <a:pt x="2086691" y="1144828"/>
                  </a:lnTo>
                  <a:lnTo>
                    <a:pt x="2131057" y="1157504"/>
                  </a:lnTo>
                  <a:lnTo>
                    <a:pt x="2175575" y="1169818"/>
                  </a:lnTo>
                  <a:lnTo>
                    <a:pt x="2220243" y="1181766"/>
                  </a:lnTo>
                  <a:lnTo>
                    <a:pt x="2265059" y="1193347"/>
                  </a:lnTo>
                  <a:lnTo>
                    <a:pt x="2310023" y="1204560"/>
                  </a:lnTo>
                  <a:lnTo>
                    <a:pt x="2355132" y="1215404"/>
                  </a:lnTo>
                  <a:lnTo>
                    <a:pt x="2400384" y="1225875"/>
                  </a:lnTo>
                  <a:lnTo>
                    <a:pt x="2445778" y="1235973"/>
                  </a:lnTo>
                  <a:lnTo>
                    <a:pt x="2491313" y="1245696"/>
                  </a:lnTo>
                  <a:lnTo>
                    <a:pt x="2536985" y="1255042"/>
                  </a:lnTo>
                  <a:lnTo>
                    <a:pt x="2582795" y="1264009"/>
                  </a:lnTo>
                  <a:lnTo>
                    <a:pt x="2628739" y="1272597"/>
                  </a:lnTo>
                  <a:lnTo>
                    <a:pt x="2674817" y="1280802"/>
                  </a:lnTo>
                  <a:lnTo>
                    <a:pt x="2721026" y="1288624"/>
                  </a:lnTo>
                  <a:lnTo>
                    <a:pt x="2767366" y="1296060"/>
                  </a:lnTo>
                  <a:lnTo>
                    <a:pt x="2813833" y="1303109"/>
                  </a:lnTo>
                  <a:lnTo>
                    <a:pt x="2860427" y="1309769"/>
                  </a:lnTo>
                  <a:lnTo>
                    <a:pt x="2907146" y="1316039"/>
                  </a:lnTo>
                  <a:lnTo>
                    <a:pt x="2953988" y="1321917"/>
                  </a:lnTo>
                  <a:lnTo>
                    <a:pt x="3000952" y="1327401"/>
                  </a:lnTo>
                  <a:lnTo>
                    <a:pt x="3048035" y="1332489"/>
                  </a:lnTo>
                  <a:lnTo>
                    <a:pt x="3095236" y="1337180"/>
                  </a:lnTo>
                  <a:lnTo>
                    <a:pt x="3142553" y="1341473"/>
                  </a:lnTo>
                  <a:lnTo>
                    <a:pt x="3189985" y="1345364"/>
                  </a:lnTo>
                  <a:lnTo>
                    <a:pt x="3237530" y="1348853"/>
                  </a:lnTo>
                  <a:lnTo>
                    <a:pt x="3285186" y="1351938"/>
                  </a:lnTo>
                  <a:lnTo>
                    <a:pt x="3332951" y="1354617"/>
                  </a:lnTo>
                  <a:lnTo>
                    <a:pt x="3380825" y="1356889"/>
                  </a:lnTo>
                  <a:lnTo>
                    <a:pt x="3428804" y="1358751"/>
                  </a:lnTo>
                  <a:lnTo>
                    <a:pt x="3476888" y="1360202"/>
                  </a:lnTo>
                  <a:lnTo>
                    <a:pt x="3525074" y="1361241"/>
                  </a:lnTo>
                  <a:lnTo>
                    <a:pt x="3573361" y="1361866"/>
                  </a:lnTo>
                  <a:lnTo>
                    <a:pt x="3621748" y="1362075"/>
                  </a:lnTo>
                  <a:lnTo>
                    <a:pt x="3670134" y="1361866"/>
                  </a:lnTo>
                  <a:lnTo>
                    <a:pt x="3718422" y="1361241"/>
                  </a:lnTo>
                  <a:lnTo>
                    <a:pt x="3766608" y="1360202"/>
                  </a:lnTo>
                  <a:lnTo>
                    <a:pt x="3814692" y="1358751"/>
                  </a:lnTo>
                  <a:lnTo>
                    <a:pt x="3862671" y="1356889"/>
                  </a:lnTo>
                  <a:lnTo>
                    <a:pt x="3910544" y="1354617"/>
                  </a:lnTo>
                  <a:lnTo>
                    <a:pt x="3958310" y="1351938"/>
                  </a:lnTo>
                  <a:lnTo>
                    <a:pt x="4005966" y="1348853"/>
                  </a:lnTo>
                  <a:lnTo>
                    <a:pt x="4053511" y="1345364"/>
                  </a:lnTo>
                  <a:lnTo>
                    <a:pt x="4100943" y="1341473"/>
                  </a:lnTo>
                  <a:lnTo>
                    <a:pt x="4148260" y="1337180"/>
                  </a:lnTo>
                  <a:lnTo>
                    <a:pt x="4195461" y="1332489"/>
                  </a:lnTo>
                  <a:lnTo>
                    <a:pt x="4242544" y="1327401"/>
                  </a:lnTo>
                  <a:lnTo>
                    <a:pt x="4289507" y="1321917"/>
                  </a:lnTo>
                  <a:lnTo>
                    <a:pt x="4336349" y="1316039"/>
                  </a:lnTo>
                  <a:lnTo>
                    <a:pt x="4383068" y="1309769"/>
                  </a:lnTo>
                  <a:lnTo>
                    <a:pt x="4429662" y="1303109"/>
                  </a:lnTo>
                  <a:lnTo>
                    <a:pt x="4476130" y="1296060"/>
                  </a:lnTo>
                  <a:lnTo>
                    <a:pt x="4522469" y="1288624"/>
                  </a:lnTo>
                  <a:lnTo>
                    <a:pt x="4568679" y="1280802"/>
                  </a:lnTo>
                  <a:lnTo>
                    <a:pt x="4614756" y="1272597"/>
                  </a:lnTo>
                  <a:lnTo>
                    <a:pt x="4650448" y="1265926"/>
                  </a:lnTo>
                </a:path>
              </a:pathLst>
            </a:custGeom>
            <a:ln w="514350">
              <a:solidFill>
                <a:srgbClr val="FC611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16331438" y="927832"/>
              <a:ext cx="914400" cy="203200"/>
            </a:xfrm>
            <a:custGeom>
              <a:avLst/>
              <a:gdLst/>
              <a:ahLst/>
              <a:cxnLst/>
              <a:rect l="l" t="t" r="r" b="b"/>
              <a:pathLst>
                <a:path w="914400" h="203200">
                  <a:moveTo>
                    <a:pt x="114280" y="0"/>
                  </a:moveTo>
                  <a:lnTo>
                    <a:pt x="69787" y="7962"/>
                  </a:lnTo>
                  <a:lnTo>
                    <a:pt x="33462" y="29680"/>
                  </a:lnTo>
                  <a:lnTo>
                    <a:pt x="8977" y="61899"/>
                  </a:lnTo>
                  <a:lnTo>
                    <a:pt x="0" y="101365"/>
                  </a:lnTo>
                  <a:lnTo>
                    <a:pt x="8977" y="140829"/>
                  </a:lnTo>
                  <a:lnTo>
                    <a:pt x="33463" y="173048"/>
                  </a:lnTo>
                  <a:lnTo>
                    <a:pt x="69788" y="194766"/>
                  </a:lnTo>
                  <a:lnTo>
                    <a:pt x="114281" y="202729"/>
                  </a:lnTo>
                  <a:lnTo>
                    <a:pt x="158774" y="194766"/>
                  </a:lnTo>
                  <a:lnTo>
                    <a:pt x="195098" y="173048"/>
                  </a:lnTo>
                  <a:lnTo>
                    <a:pt x="219583" y="140829"/>
                  </a:lnTo>
                  <a:lnTo>
                    <a:pt x="228560" y="101365"/>
                  </a:lnTo>
                  <a:lnTo>
                    <a:pt x="219582" y="61899"/>
                  </a:lnTo>
                  <a:lnTo>
                    <a:pt x="195097" y="29680"/>
                  </a:lnTo>
                  <a:lnTo>
                    <a:pt x="158773" y="7962"/>
                  </a:lnTo>
                  <a:lnTo>
                    <a:pt x="114280" y="0"/>
                  </a:lnTo>
                  <a:close/>
                </a:path>
                <a:path w="914400" h="203200">
                  <a:moveTo>
                    <a:pt x="799962" y="0"/>
                  </a:moveTo>
                  <a:lnTo>
                    <a:pt x="755461" y="7962"/>
                  </a:lnTo>
                  <a:lnTo>
                    <a:pt x="719138" y="29680"/>
                  </a:lnTo>
                  <a:lnTo>
                    <a:pt x="694658" y="61899"/>
                  </a:lnTo>
                  <a:lnTo>
                    <a:pt x="685684" y="101365"/>
                  </a:lnTo>
                  <a:lnTo>
                    <a:pt x="694658" y="140829"/>
                  </a:lnTo>
                  <a:lnTo>
                    <a:pt x="719139" y="173048"/>
                  </a:lnTo>
                  <a:lnTo>
                    <a:pt x="755462" y="194766"/>
                  </a:lnTo>
                  <a:lnTo>
                    <a:pt x="799963" y="202729"/>
                  </a:lnTo>
                  <a:lnTo>
                    <a:pt x="844448" y="194766"/>
                  </a:lnTo>
                  <a:lnTo>
                    <a:pt x="880773" y="173048"/>
                  </a:lnTo>
                  <a:lnTo>
                    <a:pt x="905262" y="140829"/>
                  </a:lnTo>
                  <a:lnTo>
                    <a:pt x="914242" y="101365"/>
                  </a:lnTo>
                  <a:lnTo>
                    <a:pt x="905262" y="61899"/>
                  </a:lnTo>
                  <a:lnTo>
                    <a:pt x="880772" y="29680"/>
                  </a:lnTo>
                  <a:lnTo>
                    <a:pt x="844447" y="7962"/>
                  </a:lnTo>
                  <a:lnTo>
                    <a:pt x="799962" y="0"/>
                  </a:lnTo>
                  <a:close/>
                </a:path>
                <a:path w="914400" h="203200">
                  <a:moveTo>
                    <a:pt x="457125" y="0"/>
                  </a:moveTo>
                  <a:lnTo>
                    <a:pt x="412623" y="7962"/>
                  </a:lnTo>
                  <a:lnTo>
                    <a:pt x="376297" y="29680"/>
                  </a:lnTo>
                  <a:lnTo>
                    <a:pt x="351814" y="61899"/>
                  </a:lnTo>
                  <a:lnTo>
                    <a:pt x="342839" y="101365"/>
                  </a:lnTo>
                  <a:lnTo>
                    <a:pt x="351815" y="140829"/>
                  </a:lnTo>
                  <a:lnTo>
                    <a:pt x="376298" y="173048"/>
                  </a:lnTo>
                  <a:lnTo>
                    <a:pt x="412624" y="194766"/>
                  </a:lnTo>
                  <a:lnTo>
                    <a:pt x="457126" y="202729"/>
                  </a:lnTo>
                  <a:lnTo>
                    <a:pt x="501611" y="194766"/>
                  </a:lnTo>
                  <a:lnTo>
                    <a:pt x="537935" y="173048"/>
                  </a:lnTo>
                  <a:lnTo>
                    <a:pt x="562425" y="140829"/>
                  </a:lnTo>
                  <a:lnTo>
                    <a:pt x="571404" y="101365"/>
                  </a:lnTo>
                  <a:lnTo>
                    <a:pt x="562424" y="61899"/>
                  </a:lnTo>
                  <a:lnTo>
                    <a:pt x="537935" y="29680"/>
                  </a:lnTo>
                  <a:lnTo>
                    <a:pt x="501610" y="7962"/>
                  </a:lnTo>
                  <a:lnTo>
                    <a:pt x="457125" y="0"/>
                  </a:lnTo>
                  <a:close/>
                </a:path>
              </a:pathLst>
            </a:custGeom>
            <a:solidFill>
              <a:srgbClr val="FC611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270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PROPOSED</a:t>
            </a:r>
            <a:r>
              <a:rPr spc="-120" dirty="0"/>
              <a:t> </a:t>
            </a:r>
            <a:r>
              <a:rPr spc="-10" dirty="0"/>
              <a:t>SYSTEM</a:t>
            </a:r>
            <a:r>
              <a:rPr spc="-330" dirty="0"/>
              <a:t> </a:t>
            </a:r>
            <a:r>
              <a:rPr spc="-10" dirty="0"/>
              <a:t>ARCHITECTURE</a:t>
            </a:r>
          </a:p>
        </p:txBody>
      </p:sp>
      <p:pic>
        <p:nvPicPr>
          <p:cNvPr id="18" name="object 1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92219" y="1562100"/>
            <a:ext cx="9445823" cy="780021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04850" y="4657725"/>
            <a:ext cx="1000125" cy="990600"/>
          </a:xfrm>
          <a:custGeom>
            <a:avLst/>
            <a:gdLst/>
            <a:ahLst/>
            <a:cxnLst/>
            <a:rect l="l" t="t" r="r" b="b"/>
            <a:pathLst>
              <a:path w="1000125" h="990600">
                <a:moveTo>
                  <a:pt x="500062" y="0"/>
                </a:moveTo>
                <a:lnTo>
                  <a:pt x="451903" y="2267"/>
                </a:lnTo>
                <a:lnTo>
                  <a:pt x="405039" y="8930"/>
                </a:lnTo>
                <a:lnTo>
                  <a:pt x="359680" y="19782"/>
                </a:lnTo>
                <a:lnTo>
                  <a:pt x="316035" y="34615"/>
                </a:lnTo>
                <a:lnTo>
                  <a:pt x="274314" y="53222"/>
                </a:lnTo>
                <a:lnTo>
                  <a:pt x="234726" y="75394"/>
                </a:lnTo>
                <a:lnTo>
                  <a:pt x="197481" y="100925"/>
                </a:lnTo>
                <a:lnTo>
                  <a:pt x="162789" y="129607"/>
                </a:lnTo>
                <a:lnTo>
                  <a:pt x="130859" y="161233"/>
                </a:lnTo>
                <a:lnTo>
                  <a:pt x="101900" y="195594"/>
                </a:lnTo>
                <a:lnTo>
                  <a:pt x="76123" y="232484"/>
                </a:lnTo>
                <a:lnTo>
                  <a:pt x="53736" y="271695"/>
                </a:lnTo>
                <a:lnTo>
                  <a:pt x="34950" y="313019"/>
                </a:lnTo>
                <a:lnTo>
                  <a:pt x="19973" y="356249"/>
                </a:lnTo>
                <a:lnTo>
                  <a:pt x="9016" y="401178"/>
                </a:lnTo>
                <a:lnTo>
                  <a:pt x="2289" y="447597"/>
                </a:lnTo>
                <a:lnTo>
                  <a:pt x="0" y="495300"/>
                </a:lnTo>
                <a:lnTo>
                  <a:pt x="2289" y="543002"/>
                </a:lnTo>
                <a:lnTo>
                  <a:pt x="9016" y="589421"/>
                </a:lnTo>
                <a:lnTo>
                  <a:pt x="19973" y="634350"/>
                </a:lnTo>
                <a:lnTo>
                  <a:pt x="34950" y="677580"/>
                </a:lnTo>
                <a:lnTo>
                  <a:pt x="53736" y="718904"/>
                </a:lnTo>
                <a:lnTo>
                  <a:pt x="76123" y="758115"/>
                </a:lnTo>
                <a:lnTo>
                  <a:pt x="101900" y="795005"/>
                </a:lnTo>
                <a:lnTo>
                  <a:pt x="130859" y="829366"/>
                </a:lnTo>
                <a:lnTo>
                  <a:pt x="162789" y="860992"/>
                </a:lnTo>
                <a:lnTo>
                  <a:pt x="197481" y="889674"/>
                </a:lnTo>
                <a:lnTo>
                  <a:pt x="234726" y="915205"/>
                </a:lnTo>
                <a:lnTo>
                  <a:pt x="274314" y="937377"/>
                </a:lnTo>
                <a:lnTo>
                  <a:pt x="316035" y="955984"/>
                </a:lnTo>
                <a:lnTo>
                  <a:pt x="359680" y="970817"/>
                </a:lnTo>
                <a:lnTo>
                  <a:pt x="405039" y="981669"/>
                </a:lnTo>
                <a:lnTo>
                  <a:pt x="451903" y="988332"/>
                </a:lnTo>
                <a:lnTo>
                  <a:pt x="500062" y="990600"/>
                </a:lnTo>
                <a:lnTo>
                  <a:pt x="548219" y="988332"/>
                </a:lnTo>
                <a:lnTo>
                  <a:pt x="595081" y="981669"/>
                </a:lnTo>
                <a:lnTo>
                  <a:pt x="640439" y="970817"/>
                </a:lnTo>
                <a:lnTo>
                  <a:pt x="684084" y="955984"/>
                </a:lnTo>
                <a:lnTo>
                  <a:pt x="725805" y="937377"/>
                </a:lnTo>
                <a:lnTo>
                  <a:pt x="765392" y="915205"/>
                </a:lnTo>
                <a:lnTo>
                  <a:pt x="802637" y="889674"/>
                </a:lnTo>
                <a:lnTo>
                  <a:pt x="837330" y="860992"/>
                </a:lnTo>
                <a:lnTo>
                  <a:pt x="869261" y="829366"/>
                </a:lnTo>
                <a:lnTo>
                  <a:pt x="898220" y="795005"/>
                </a:lnTo>
                <a:lnTo>
                  <a:pt x="923998" y="758115"/>
                </a:lnTo>
                <a:lnTo>
                  <a:pt x="946386" y="718904"/>
                </a:lnTo>
                <a:lnTo>
                  <a:pt x="965173" y="677580"/>
                </a:lnTo>
                <a:lnTo>
                  <a:pt x="980150" y="634350"/>
                </a:lnTo>
                <a:lnTo>
                  <a:pt x="991107" y="589421"/>
                </a:lnTo>
                <a:lnTo>
                  <a:pt x="997835" y="543002"/>
                </a:lnTo>
                <a:lnTo>
                  <a:pt x="1000125" y="495300"/>
                </a:lnTo>
                <a:lnTo>
                  <a:pt x="997835" y="447597"/>
                </a:lnTo>
                <a:lnTo>
                  <a:pt x="991107" y="401178"/>
                </a:lnTo>
                <a:lnTo>
                  <a:pt x="980150" y="356249"/>
                </a:lnTo>
                <a:lnTo>
                  <a:pt x="965173" y="313019"/>
                </a:lnTo>
                <a:lnTo>
                  <a:pt x="946386" y="271695"/>
                </a:lnTo>
                <a:lnTo>
                  <a:pt x="923998" y="232484"/>
                </a:lnTo>
                <a:lnTo>
                  <a:pt x="898220" y="195594"/>
                </a:lnTo>
                <a:lnTo>
                  <a:pt x="869261" y="161233"/>
                </a:lnTo>
                <a:lnTo>
                  <a:pt x="837330" y="129607"/>
                </a:lnTo>
                <a:lnTo>
                  <a:pt x="802637" y="100925"/>
                </a:lnTo>
                <a:lnTo>
                  <a:pt x="765392" y="75394"/>
                </a:lnTo>
                <a:lnTo>
                  <a:pt x="725804" y="53222"/>
                </a:lnTo>
                <a:lnTo>
                  <a:pt x="684084" y="34615"/>
                </a:lnTo>
                <a:lnTo>
                  <a:pt x="640439" y="19782"/>
                </a:lnTo>
                <a:lnTo>
                  <a:pt x="595081" y="8930"/>
                </a:lnTo>
                <a:lnTo>
                  <a:pt x="548219" y="2267"/>
                </a:lnTo>
                <a:lnTo>
                  <a:pt x="500062" y="0"/>
                </a:lnTo>
                <a:close/>
              </a:path>
            </a:pathLst>
          </a:custGeom>
          <a:solidFill>
            <a:srgbClr val="FC61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088707" y="4905946"/>
            <a:ext cx="234950" cy="4375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700" b="1" i="1" spc="-50" dirty="0">
                <a:solidFill>
                  <a:srgbClr val="FFFDFD"/>
                </a:solidFill>
                <a:latin typeface="Trebuchet MS"/>
                <a:cs typeface="Trebuchet MS"/>
              </a:rPr>
              <a:t>5</a:t>
            </a:r>
            <a:endParaRPr sz="2700">
              <a:latin typeface="Trebuchet MS"/>
              <a:cs typeface="Trebuchet MS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957262" y="3328923"/>
            <a:ext cx="505459" cy="543560"/>
          </a:xfrm>
          <a:custGeom>
            <a:avLst/>
            <a:gdLst/>
            <a:ahLst/>
            <a:cxnLst/>
            <a:rect l="l" t="t" r="r" b="b"/>
            <a:pathLst>
              <a:path w="505459" h="543560">
                <a:moveTo>
                  <a:pt x="252412" y="0"/>
                </a:moveTo>
                <a:lnTo>
                  <a:pt x="207039" y="4373"/>
                </a:lnTo>
                <a:lnTo>
                  <a:pt x="164335" y="16984"/>
                </a:lnTo>
                <a:lnTo>
                  <a:pt x="125013" y="37065"/>
                </a:lnTo>
                <a:lnTo>
                  <a:pt x="89784" y="63850"/>
                </a:lnTo>
                <a:lnTo>
                  <a:pt x="59362" y="96574"/>
                </a:lnTo>
                <a:lnTo>
                  <a:pt x="34460" y="134469"/>
                </a:lnTo>
                <a:lnTo>
                  <a:pt x="15791" y="176770"/>
                </a:lnTo>
                <a:lnTo>
                  <a:pt x="4066" y="222711"/>
                </a:lnTo>
                <a:lnTo>
                  <a:pt x="0" y="271525"/>
                </a:lnTo>
                <a:lnTo>
                  <a:pt x="4066" y="320340"/>
                </a:lnTo>
                <a:lnTo>
                  <a:pt x="15791" y="366281"/>
                </a:lnTo>
                <a:lnTo>
                  <a:pt x="34460" y="408582"/>
                </a:lnTo>
                <a:lnTo>
                  <a:pt x="59362" y="446477"/>
                </a:lnTo>
                <a:lnTo>
                  <a:pt x="89784" y="479201"/>
                </a:lnTo>
                <a:lnTo>
                  <a:pt x="125013" y="505986"/>
                </a:lnTo>
                <a:lnTo>
                  <a:pt x="164335" y="526067"/>
                </a:lnTo>
                <a:lnTo>
                  <a:pt x="207039" y="538678"/>
                </a:lnTo>
                <a:lnTo>
                  <a:pt x="252412" y="543051"/>
                </a:lnTo>
                <a:lnTo>
                  <a:pt x="297797" y="538678"/>
                </a:lnTo>
                <a:lnTo>
                  <a:pt x="340512" y="526067"/>
                </a:lnTo>
                <a:lnTo>
                  <a:pt x="379845" y="505986"/>
                </a:lnTo>
                <a:lnTo>
                  <a:pt x="415082" y="479201"/>
                </a:lnTo>
                <a:lnTo>
                  <a:pt x="445511" y="446477"/>
                </a:lnTo>
                <a:lnTo>
                  <a:pt x="470419" y="408582"/>
                </a:lnTo>
                <a:lnTo>
                  <a:pt x="489093" y="366281"/>
                </a:lnTo>
                <a:lnTo>
                  <a:pt x="500821" y="320340"/>
                </a:lnTo>
                <a:lnTo>
                  <a:pt x="504888" y="271525"/>
                </a:lnTo>
                <a:lnTo>
                  <a:pt x="500821" y="222711"/>
                </a:lnTo>
                <a:lnTo>
                  <a:pt x="489093" y="176770"/>
                </a:lnTo>
                <a:lnTo>
                  <a:pt x="470419" y="134469"/>
                </a:lnTo>
                <a:lnTo>
                  <a:pt x="445511" y="96574"/>
                </a:lnTo>
                <a:lnTo>
                  <a:pt x="415082" y="63850"/>
                </a:lnTo>
                <a:lnTo>
                  <a:pt x="379845" y="37065"/>
                </a:lnTo>
                <a:lnTo>
                  <a:pt x="340512" y="16984"/>
                </a:lnTo>
                <a:lnTo>
                  <a:pt x="297797" y="4373"/>
                </a:lnTo>
                <a:lnTo>
                  <a:pt x="252412" y="0"/>
                </a:lnTo>
                <a:close/>
              </a:path>
            </a:pathLst>
          </a:custGeom>
          <a:ln w="952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128394" y="3443605"/>
            <a:ext cx="158115" cy="2882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700" b="1" i="1" spc="-50" dirty="0">
                <a:solidFill>
                  <a:srgbClr val="181818"/>
                </a:solidFill>
                <a:latin typeface="Trebuchet MS"/>
                <a:cs typeface="Trebuchet MS"/>
              </a:rPr>
              <a:t>3</a:t>
            </a:r>
            <a:endParaRPr sz="1700">
              <a:latin typeface="Trebuchet MS"/>
              <a:cs typeface="Trebuchet MS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957262" y="1995423"/>
            <a:ext cx="505459" cy="542925"/>
          </a:xfrm>
          <a:custGeom>
            <a:avLst/>
            <a:gdLst/>
            <a:ahLst/>
            <a:cxnLst/>
            <a:rect l="l" t="t" r="r" b="b"/>
            <a:pathLst>
              <a:path w="505459" h="542925">
                <a:moveTo>
                  <a:pt x="252412" y="0"/>
                </a:moveTo>
                <a:lnTo>
                  <a:pt x="207039" y="4373"/>
                </a:lnTo>
                <a:lnTo>
                  <a:pt x="164335" y="16984"/>
                </a:lnTo>
                <a:lnTo>
                  <a:pt x="125013" y="37065"/>
                </a:lnTo>
                <a:lnTo>
                  <a:pt x="89784" y="63850"/>
                </a:lnTo>
                <a:lnTo>
                  <a:pt x="59362" y="96574"/>
                </a:lnTo>
                <a:lnTo>
                  <a:pt x="34460" y="134469"/>
                </a:lnTo>
                <a:lnTo>
                  <a:pt x="15791" y="176770"/>
                </a:lnTo>
                <a:lnTo>
                  <a:pt x="4066" y="222711"/>
                </a:lnTo>
                <a:lnTo>
                  <a:pt x="0" y="271525"/>
                </a:lnTo>
                <a:lnTo>
                  <a:pt x="4066" y="320335"/>
                </a:lnTo>
                <a:lnTo>
                  <a:pt x="15791" y="366265"/>
                </a:lnTo>
                <a:lnTo>
                  <a:pt x="34460" y="408549"/>
                </a:lnTo>
                <a:lnTo>
                  <a:pt x="59362" y="446425"/>
                </a:lnTo>
                <a:lnTo>
                  <a:pt x="89784" y="479127"/>
                </a:lnTo>
                <a:lnTo>
                  <a:pt x="125013" y="505892"/>
                </a:lnTo>
                <a:lnTo>
                  <a:pt x="164335" y="525956"/>
                </a:lnTo>
                <a:lnTo>
                  <a:pt x="207039" y="538555"/>
                </a:lnTo>
                <a:lnTo>
                  <a:pt x="252412" y="542925"/>
                </a:lnTo>
                <a:lnTo>
                  <a:pt x="297797" y="538555"/>
                </a:lnTo>
                <a:lnTo>
                  <a:pt x="340512" y="525956"/>
                </a:lnTo>
                <a:lnTo>
                  <a:pt x="379845" y="505892"/>
                </a:lnTo>
                <a:lnTo>
                  <a:pt x="415082" y="479127"/>
                </a:lnTo>
                <a:lnTo>
                  <a:pt x="445511" y="446425"/>
                </a:lnTo>
                <a:lnTo>
                  <a:pt x="470419" y="408549"/>
                </a:lnTo>
                <a:lnTo>
                  <a:pt x="489093" y="366265"/>
                </a:lnTo>
                <a:lnTo>
                  <a:pt x="500821" y="320335"/>
                </a:lnTo>
                <a:lnTo>
                  <a:pt x="504888" y="271525"/>
                </a:lnTo>
                <a:lnTo>
                  <a:pt x="500821" y="222711"/>
                </a:lnTo>
                <a:lnTo>
                  <a:pt x="489093" y="176770"/>
                </a:lnTo>
                <a:lnTo>
                  <a:pt x="470419" y="134469"/>
                </a:lnTo>
                <a:lnTo>
                  <a:pt x="445511" y="96574"/>
                </a:lnTo>
                <a:lnTo>
                  <a:pt x="415082" y="63850"/>
                </a:lnTo>
                <a:lnTo>
                  <a:pt x="379845" y="37065"/>
                </a:lnTo>
                <a:lnTo>
                  <a:pt x="340512" y="16984"/>
                </a:lnTo>
                <a:lnTo>
                  <a:pt x="297797" y="4373"/>
                </a:lnTo>
                <a:lnTo>
                  <a:pt x="252412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146810" y="2108517"/>
            <a:ext cx="120650" cy="2889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700" b="1" i="1" spc="-310" dirty="0">
                <a:solidFill>
                  <a:srgbClr val="181818"/>
                </a:solidFill>
                <a:latin typeface="Trebuchet MS"/>
                <a:cs typeface="Trebuchet MS"/>
              </a:rPr>
              <a:t>1</a:t>
            </a:r>
            <a:endParaRPr sz="1700">
              <a:latin typeface="Trebuchet MS"/>
              <a:cs typeface="Trebuchet MS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957262" y="3995801"/>
            <a:ext cx="505459" cy="542925"/>
          </a:xfrm>
          <a:custGeom>
            <a:avLst/>
            <a:gdLst/>
            <a:ahLst/>
            <a:cxnLst/>
            <a:rect l="l" t="t" r="r" b="b"/>
            <a:pathLst>
              <a:path w="505459" h="542925">
                <a:moveTo>
                  <a:pt x="252412" y="0"/>
                </a:moveTo>
                <a:lnTo>
                  <a:pt x="207039" y="4369"/>
                </a:lnTo>
                <a:lnTo>
                  <a:pt x="164335" y="16968"/>
                </a:lnTo>
                <a:lnTo>
                  <a:pt x="125013" y="37032"/>
                </a:lnTo>
                <a:lnTo>
                  <a:pt x="89784" y="63797"/>
                </a:lnTo>
                <a:lnTo>
                  <a:pt x="59362" y="96499"/>
                </a:lnTo>
                <a:lnTo>
                  <a:pt x="34460" y="134375"/>
                </a:lnTo>
                <a:lnTo>
                  <a:pt x="15791" y="176659"/>
                </a:lnTo>
                <a:lnTo>
                  <a:pt x="4066" y="222589"/>
                </a:lnTo>
                <a:lnTo>
                  <a:pt x="0" y="271399"/>
                </a:lnTo>
                <a:lnTo>
                  <a:pt x="4066" y="320213"/>
                </a:lnTo>
                <a:lnTo>
                  <a:pt x="15791" y="366154"/>
                </a:lnTo>
                <a:lnTo>
                  <a:pt x="34460" y="408455"/>
                </a:lnTo>
                <a:lnTo>
                  <a:pt x="59362" y="446350"/>
                </a:lnTo>
                <a:lnTo>
                  <a:pt x="89784" y="479074"/>
                </a:lnTo>
                <a:lnTo>
                  <a:pt x="125013" y="505859"/>
                </a:lnTo>
                <a:lnTo>
                  <a:pt x="164335" y="525940"/>
                </a:lnTo>
                <a:lnTo>
                  <a:pt x="207039" y="538551"/>
                </a:lnTo>
                <a:lnTo>
                  <a:pt x="252412" y="542925"/>
                </a:lnTo>
                <a:lnTo>
                  <a:pt x="297797" y="538551"/>
                </a:lnTo>
                <a:lnTo>
                  <a:pt x="340512" y="525940"/>
                </a:lnTo>
                <a:lnTo>
                  <a:pt x="379845" y="505859"/>
                </a:lnTo>
                <a:lnTo>
                  <a:pt x="415082" y="479074"/>
                </a:lnTo>
                <a:lnTo>
                  <a:pt x="445511" y="446350"/>
                </a:lnTo>
                <a:lnTo>
                  <a:pt x="470419" y="408455"/>
                </a:lnTo>
                <a:lnTo>
                  <a:pt x="489093" y="366154"/>
                </a:lnTo>
                <a:lnTo>
                  <a:pt x="500821" y="320213"/>
                </a:lnTo>
                <a:lnTo>
                  <a:pt x="504888" y="271399"/>
                </a:lnTo>
                <a:lnTo>
                  <a:pt x="500821" y="222589"/>
                </a:lnTo>
                <a:lnTo>
                  <a:pt x="489093" y="176659"/>
                </a:lnTo>
                <a:lnTo>
                  <a:pt x="470419" y="134375"/>
                </a:lnTo>
                <a:lnTo>
                  <a:pt x="445511" y="96499"/>
                </a:lnTo>
                <a:lnTo>
                  <a:pt x="415082" y="63797"/>
                </a:lnTo>
                <a:lnTo>
                  <a:pt x="379845" y="37032"/>
                </a:lnTo>
                <a:lnTo>
                  <a:pt x="340512" y="16968"/>
                </a:lnTo>
                <a:lnTo>
                  <a:pt x="297797" y="4369"/>
                </a:lnTo>
                <a:lnTo>
                  <a:pt x="252412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1122044" y="4111878"/>
            <a:ext cx="170180" cy="2882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700" b="1" i="1" spc="80" dirty="0">
                <a:solidFill>
                  <a:srgbClr val="181818"/>
                </a:solidFill>
                <a:latin typeface="Trebuchet MS"/>
                <a:cs typeface="Trebuchet MS"/>
              </a:rPr>
              <a:t>4</a:t>
            </a:r>
            <a:endParaRPr sz="1700">
              <a:latin typeface="Trebuchet MS"/>
              <a:cs typeface="Trebuchet MS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957262" y="2662301"/>
            <a:ext cx="505459" cy="542925"/>
          </a:xfrm>
          <a:custGeom>
            <a:avLst/>
            <a:gdLst/>
            <a:ahLst/>
            <a:cxnLst/>
            <a:rect l="l" t="t" r="r" b="b"/>
            <a:pathLst>
              <a:path w="505459" h="542925">
                <a:moveTo>
                  <a:pt x="252412" y="0"/>
                </a:moveTo>
                <a:lnTo>
                  <a:pt x="207039" y="4369"/>
                </a:lnTo>
                <a:lnTo>
                  <a:pt x="164335" y="16968"/>
                </a:lnTo>
                <a:lnTo>
                  <a:pt x="125013" y="37032"/>
                </a:lnTo>
                <a:lnTo>
                  <a:pt x="89784" y="63797"/>
                </a:lnTo>
                <a:lnTo>
                  <a:pt x="59362" y="96499"/>
                </a:lnTo>
                <a:lnTo>
                  <a:pt x="34460" y="134375"/>
                </a:lnTo>
                <a:lnTo>
                  <a:pt x="15791" y="176659"/>
                </a:lnTo>
                <a:lnTo>
                  <a:pt x="4066" y="222589"/>
                </a:lnTo>
                <a:lnTo>
                  <a:pt x="0" y="271399"/>
                </a:lnTo>
                <a:lnTo>
                  <a:pt x="4066" y="320213"/>
                </a:lnTo>
                <a:lnTo>
                  <a:pt x="15791" y="366154"/>
                </a:lnTo>
                <a:lnTo>
                  <a:pt x="34460" y="408455"/>
                </a:lnTo>
                <a:lnTo>
                  <a:pt x="59362" y="446350"/>
                </a:lnTo>
                <a:lnTo>
                  <a:pt x="89784" y="479074"/>
                </a:lnTo>
                <a:lnTo>
                  <a:pt x="125013" y="505859"/>
                </a:lnTo>
                <a:lnTo>
                  <a:pt x="164335" y="525940"/>
                </a:lnTo>
                <a:lnTo>
                  <a:pt x="207039" y="538551"/>
                </a:lnTo>
                <a:lnTo>
                  <a:pt x="252412" y="542925"/>
                </a:lnTo>
                <a:lnTo>
                  <a:pt x="297797" y="538551"/>
                </a:lnTo>
                <a:lnTo>
                  <a:pt x="340512" y="525940"/>
                </a:lnTo>
                <a:lnTo>
                  <a:pt x="379845" y="505859"/>
                </a:lnTo>
                <a:lnTo>
                  <a:pt x="415082" y="479074"/>
                </a:lnTo>
                <a:lnTo>
                  <a:pt x="445511" y="446350"/>
                </a:lnTo>
                <a:lnTo>
                  <a:pt x="470419" y="408455"/>
                </a:lnTo>
                <a:lnTo>
                  <a:pt x="489093" y="366154"/>
                </a:lnTo>
                <a:lnTo>
                  <a:pt x="500821" y="320213"/>
                </a:lnTo>
                <a:lnTo>
                  <a:pt x="504888" y="271399"/>
                </a:lnTo>
                <a:lnTo>
                  <a:pt x="500821" y="222589"/>
                </a:lnTo>
                <a:lnTo>
                  <a:pt x="489093" y="176659"/>
                </a:lnTo>
                <a:lnTo>
                  <a:pt x="470419" y="134375"/>
                </a:lnTo>
                <a:lnTo>
                  <a:pt x="445511" y="96499"/>
                </a:lnTo>
                <a:lnTo>
                  <a:pt x="415082" y="63797"/>
                </a:lnTo>
                <a:lnTo>
                  <a:pt x="379845" y="37032"/>
                </a:lnTo>
                <a:lnTo>
                  <a:pt x="340512" y="16968"/>
                </a:lnTo>
                <a:lnTo>
                  <a:pt x="297797" y="4369"/>
                </a:lnTo>
                <a:lnTo>
                  <a:pt x="252412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1126807" y="2775013"/>
            <a:ext cx="160655" cy="2889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700" b="1" i="1" spc="10" dirty="0">
                <a:solidFill>
                  <a:srgbClr val="181818"/>
                </a:solidFill>
                <a:latin typeface="Trebuchet MS"/>
                <a:cs typeface="Trebuchet MS"/>
              </a:rPr>
              <a:t>2</a:t>
            </a:r>
            <a:endParaRPr sz="1700">
              <a:latin typeface="Trebuchet MS"/>
              <a:cs typeface="Trebuchet MS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957262" y="6434201"/>
            <a:ext cx="505459" cy="542925"/>
          </a:xfrm>
          <a:custGeom>
            <a:avLst/>
            <a:gdLst/>
            <a:ahLst/>
            <a:cxnLst/>
            <a:rect l="l" t="t" r="r" b="b"/>
            <a:pathLst>
              <a:path w="505459" h="542925">
                <a:moveTo>
                  <a:pt x="252412" y="0"/>
                </a:moveTo>
                <a:lnTo>
                  <a:pt x="207039" y="4369"/>
                </a:lnTo>
                <a:lnTo>
                  <a:pt x="164335" y="16968"/>
                </a:lnTo>
                <a:lnTo>
                  <a:pt x="125013" y="37032"/>
                </a:lnTo>
                <a:lnTo>
                  <a:pt x="89784" y="63797"/>
                </a:lnTo>
                <a:lnTo>
                  <a:pt x="59362" y="96499"/>
                </a:lnTo>
                <a:lnTo>
                  <a:pt x="34460" y="134375"/>
                </a:lnTo>
                <a:lnTo>
                  <a:pt x="15791" y="176659"/>
                </a:lnTo>
                <a:lnTo>
                  <a:pt x="4066" y="222589"/>
                </a:lnTo>
                <a:lnTo>
                  <a:pt x="0" y="271399"/>
                </a:lnTo>
                <a:lnTo>
                  <a:pt x="4066" y="320208"/>
                </a:lnTo>
                <a:lnTo>
                  <a:pt x="15791" y="366138"/>
                </a:lnTo>
                <a:lnTo>
                  <a:pt x="34460" y="408422"/>
                </a:lnTo>
                <a:lnTo>
                  <a:pt x="59362" y="446298"/>
                </a:lnTo>
                <a:lnTo>
                  <a:pt x="89784" y="479000"/>
                </a:lnTo>
                <a:lnTo>
                  <a:pt x="125013" y="505765"/>
                </a:lnTo>
                <a:lnTo>
                  <a:pt x="164335" y="525829"/>
                </a:lnTo>
                <a:lnTo>
                  <a:pt x="207039" y="538428"/>
                </a:lnTo>
                <a:lnTo>
                  <a:pt x="252412" y="542798"/>
                </a:lnTo>
                <a:lnTo>
                  <a:pt x="297797" y="538428"/>
                </a:lnTo>
                <a:lnTo>
                  <a:pt x="340512" y="525829"/>
                </a:lnTo>
                <a:lnTo>
                  <a:pt x="379845" y="505765"/>
                </a:lnTo>
                <a:lnTo>
                  <a:pt x="415082" y="479000"/>
                </a:lnTo>
                <a:lnTo>
                  <a:pt x="445511" y="446298"/>
                </a:lnTo>
                <a:lnTo>
                  <a:pt x="470419" y="408422"/>
                </a:lnTo>
                <a:lnTo>
                  <a:pt x="489093" y="366138"/>
                </a:lnTo>
                <a:lnTo>
                  <a:pt x="500821" y="320208"/>
                </a:lnTo>
                <a:lnTo>
                  <a:pt x="504888" y="271399"/>
                </a:lnTo>
                <a:lnTo>
                  <a:pt x="500821" y="222589"/>
                </a:lnTo>
                <a:lnTo>
                  <a:pt x="489093" y="176659"/>
                </a:lnTo>
                <a:lnTo>
                  <a:pt x="470419" y="134375"/>
                </a:lnTo>
                <a:lnTo>
                  <a:pt x="445511" y="96499"/>
                </a:lnTo>
                <a:lnTo>
                  <a:pt x="415082" y="63797"/>
                </a:lnTo>
                <a:lnTo>
                  <a:pt x="379845" y="37032"/>
                </a:lnTo>
                <a:lnTo>
                  <a:pt x="340512" y="16968"/>
                </a:lnTo>
                <a:lnTo>
                  <a:pt x="297797" y="4369"/>
                </a:lnTo>
                <a:lnTo>
                  <a:pt x="252412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957262" y="5767451"/>
            <a:ext cx="505459" cy="542925"/>
          </a:xfrm>
          <a:custGeom>
            <a:avLst/>
            <a:gdLst/>
            <a:ahLst/>
            <a:cxnLst/>
            <a:rect l="l" t="t" r="r" b="b"/>
            <a:pathLst>
              <a:path w="505459" h="542925">
                <a:moveTo>
                  <a:pt x="252412" y="0"/>
                </a:moveTo>
                <a:lnTo>
                  <a:pt x="207039" y="4369"/>
                </a:lnTo>
                <a:lnTo>
                  <a:pt x="164335" y="16968"/>
                </a:lnTo>
                <a:lnTo>
                  <a:pt x="125013" y="37032"/>
                </a:lnTo>
                <a:lnTo>
                  <a:pt x="89784" y="63797"/>
                </a:lnTo>
                <a:lnTo>
                  <a:pt x="59362" y="96499"/>
                </a:lnTo>
                <a:lnTo>
                  <a:pt x="34460" y="134375"/>
                </a:lnTo>
                <a:lnTo>
                  <a:pt x="15791" y="176659"/>
                </a:lnTo>
                <a:lnTo>
                  <a:pt x="4066" y="222589"/>
                </a:lnTo>
                <a:lnTo>
                  <a:pt x="0" y="271399"/>
                </a:lnTo>
                <a:lnTo>
                  <a:pt x="4066" y="320213"/>
                </a:lnTo>
                <a:lnTo>
                  <a:pt x="15791" y="366154"/>
                </a:lnTo>
                <a:lnTo>
                  <a:pt x="34460" y="408455"/>
                </a:lnTo>
                <a:lnTo>
                  <a:pt x="59362" y="446350"/>
                </a:lnTo>
                <a:lnTo>
                  <a:pt x="89784" y="479074"/>
                </a:lnTo>
                <a:lnTo>
                  <a:pt x="125013" y="505859"/>
                </a:lnTo>
                <a:lnTo>
                  <a:pt x="164335" y="525940"/>
                </a:lnTo>
                <a:lnTo>
                  <a:pt x="207039" y="538551"/>
                </a:lnTo>
                <a:lnTo>
                  <a:pt x="252412" y="542925"/>
                </a:lnTo>
                <a:lnTo>
                  <a:pt x="297797" y="538551"/>
                </a:lnTo>
                <a:lnTo>
                  <a:pt x="340512" y="525940"/>
                </a:lnTo>
                <a:lnTo>
                  <a:pt x="379845" y="505859"/>
                </a:lnTo>
                <a:lnTo>
                  <a:pt x="415082" y="479074"/>
                </a:lnTo>
                <a:lnTo>
                  <a:pt x="445511" y="446350"/>
                </a:lnTo>
                <a:lnTo>
                  <a:pt x="470419" y="408455"/>
                </a:lnTo>
                <a:lnTo>
                  <a:pt x="489093" y="366154"/>
                </a:lnTo>
                <a:lnTo>
                  <a:pt x="500821" y="320213"/>
                </a:lnTo>
                <a:lnTo>
                  <a:pt x="504888" y="271399"/>
                </a:lnTo>
                <a:lnTo>
                  <a:pt x="500821" y="222589"/>
                </a:lnTo>
                <a:lnTo>
                  <a:pt x="489093" y="176659"/>
                </a:lnTo>
                <a:lnTo>
                  <a:pt x="470419" y="134375"/>
                </a:lnTo>
                <a:lnTo>
                  <a:pt x="445511" y="96499"/>
                </a:lnTo>
                <a:lnTo>
                  <a:pt x="415082" y="63797"/>
                </a:lnTo>
                <a:lnTo>
                  <a:pt x="379845" y="37032"/>
                </a:lnTo>
                <a:lnTo>
                  <a:pt x="340512" y="16968"/>
                </a:lnTo>
                <a:lnTo>
                  <a:pt x="297797" y="4369"/>
                </a:lnTo>
                <a:lnTo>
                  <a:pt x="252412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957262" y="7091298"/>
            <a:ext cx="505459" cy="542925"/>
          </a:xfrm>
          <a:custGeom>
            <a:avLst/>
            <a:gdLst/>
            <a:ahLst/>
            <a:cxnLst/>
            <a:rect l="l" t="t" r="r" b="b"/>
            <a:pathLst>
              <a:path w="505459" h="542925">
                <a:moveTo>
                  <a:pt x="252412" y="0"/>
                </a:moveTo>
                <a:lnTo>
                  <a:pt x="207039" y="4373"/>
                </a:lnTo>
                <a:lnTo>
                  <a:pt x="164335" y="16984"/>
                </a:lnTo>
                <a:lnTo>
                  <a:pt x="125013" y="37065"/>
                </a:lnTo>
                <a:lnTo>
                  <a:pt x="89784" y="63850"/>
                </a:lnTo>
                <a:lnTo>
                  <a:pt x="59362" y="96574"/>
                </a:lnTo>
                <a:lnTo>
                  <a:pt x="34460" y="134469"/>
                </a:lnTo>
                <a:lnTo>
                  <a:pt x="15791" y="176770"/>
                </a:lnTo>
                <a:lnTo>
                  <a:pt x="4066" y="222711"/>
                </a:lnTo>
                <a:lnTo>
                  <a:pt x="0" y="271525"/>
                </a:lnTo>
                <a:lnTo>
                  <a:pt x="4066" y="320335"/>
                </a:lnTo>
                <a:lnTo>
                  <a:pt x="15791" y="366265"/>
                </a:lnTo>
                <a:lnTo>
                  <a:pt x="34460" y="408549"/>
                </a:lnTo>
                <a:lnTo>
                  <a:pt x="59362" y="446425"/>
                </a:lnTo>
                <a:lnTo>
                  <a:pt x="89784" y="479127"/>
                </a:lnTo>
                <a:lnTo>
                  <a:pt x="125013" y="505892"/>
                </a:lnTo>
                <a:lnTo>
                  <a:pt x="164335" y="525956"/>
                </a:lnTo>
                <a:lnTo>
                  <a:pt x="207039" y="538555"/>
                </a:lnTo>
                <a:lnTo>
                  <a:pt x="252412" y="542925"/>
                </a:lnTo>
                <a:lnTo>
                  <a:pt x="297797" y="538555"/>
                </a:lnTo>
                <a:lnTo>
                  <a:pt x="340512" y="525956"/>
                </a:lnTo>
                <a:lnTo>
                  <a:pt x="379845" y="505892"/>
                </a:lnTo>
                <a:lnTo>
                  <a:pt x="415082" y="479127"/>
                </a:lnTo>
                <a:lnTo>
                  <a:pt x="445511" y="446425"/>
                </a:lnTo>
                <a:lnTo>
                  <a:pt x="470419" y="408549"/>
                </a:lnTo>
                <a:lnTo>
                  <a:pt x="489093" y="366265"/>
                </a:lnTo>
                <a:lnTo>
                  <a:pt x="500821" y="320335"/>
                </a:lnTo>
                <a:lnTo>
                  <a:pt x="504888" y="271525"/>
                </a:lnTo>
                <a:lnTo>
                  <a:pt x="500821" y="222711"/>
                </a:lnTo>
                <a:lnTo>
                  <a:pt x="489093" y="176770"/>
                </a:lnTo>
                <a:lnTo>
                  <a:pt x="470419" y="134469"/>
                </a:lnTo>
                <a:lnTo>
                  <a:pt x="445511" y="96574"/>
                </a:lnTo>
                <a:lnTo>
                  <a:pt x="415082" y="63850"/>
                </a:lnTo>
                <a:lnTo>
                  <a:pt x="379845" y="37065"/>
                </a:lnTo>
                <a:lnTo>
                  <a:pt x="340512" y="16984"/>
                </a:lnTo>
                <a:lnTo>
                  <a:pt x="297797" y="4373"/>
                </a:lnTo>
                <a:lnTo>
                  <a:pt x="252412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957262" y="7758048"/>
            <a:ext cx="505459" cy="542925"/>
          </a:xfrm>
          <a:custGeom>
            <a:avLst/>
            <a:gdLst/>
            <a:ahLst/>
            <a:cxnLst/>
            <a:rect l="l" t="t" r="r" b="b"/>
            <a:pathLst>
              <a:path w="505459" h="542925">
                <a:moveTo>
                  <a:pt x="252412" y="0"/>
                </a:moveTo>
                <a:lnTo>
                  <a:pt x="207039" y="4373"/>
                </a:lnTo>
                <a:lnTo>
                  <a:pt x="164335" y="16984"/>
                </a:lnTo>
                <a:lnTo>
                  <a:pt x="125013" y="37065"/>
                </a:lnTo>
                <a:lnTo>
                  <a:pt x="89784" y="63850"/>
                </a:lnTo>
                <a:lnTo>
                  <a:pt x="59362" y="96574"/>
                </a:lnTo>
                <a:lnTo>
                  <a:pt x="34460" y="134469"/>
                </a:lnTo>
                <a:lnTo>
                  <a:pt x="15791" y="176770"/>
                </a:lnTo>
                <a:lnTo>
                  <a:pt x="4066" y="222711"/>
                </a:lnTo>
                <a:lnTo>
                  <a:pt x="0" y="271525"/>
                </a:lnTo>
                <a:lnTo>
                  <a:pt x="4066" y="320335"/>
                </a:lnTo>
                <a:lnTo>
                  <a:pt x="15791" y="366265"/>
                </a:lnTo>
                <a:lnTo>
                  <a:pt x="34460" y="408549"/>
                </a:lnTo>
                <a:lnTo>
                  <a:pt x="59362" y="446425"/>
                </a:lnTo>
                <a:lnTo>
                  <a:pt x="89784" y="479127"/>
                </a:lnTo>
                <a:lnTo>
                  <a:pt x="125013" y="505892"/>
                </a:lnTo>
                <a:lnTo>
                  <a:pt x="164335" y="525956"/>
                </a:lnTo>
                <a:lnTo>
                  <a:pt x="207039" y="538555"/>
                </a:lnTo>
                <a:lnTo>
                  <a:pt x="252412" y="542925"/>
                </a:lnTo>
                <a:lnTo>
                  <a:pt x="297797" y="538555"/>
                </a:lnTo>
                <a:lnTo>
                  <a:pt x="340512" y="525956"/>
                </a:lnTo>
                <a:lnTo>
                  <a:pt x="379845" y="505892"/>
                </a:lnTo>
                <a:lnTo>
                  <a:pt x="415082" y="479127"/>
                </a:lnTo>
                <a:lnTo>
                  <a:pt x="445511" y="446425"/>
                </a:lnTo>
                <a:lnTo>
                  <a:pt x="470419" y="408549"/>
                </a:lnTo>
                <a:lnTo>
                  <a:pt x="489093" y="366265"/>
                </a:lnTo>
                <a:lnTo>
                  <a:pt x="500821" y="320335"/>
                </a:lnTo>
                <a:lnTo>
                  <a:pt x="504888" y="271525"/>
                </a:lnTo>
                <a:lnTo>
                  <a:pt x="500821" y="222711"/>
                </a:lnTo>
                <a:lnTo>
                  <a:pt x="489093" y="176770"/>
                </a:lnTo>
                <a:lnTo>
                  <a:pt x="470419" y="134469"/>
                </a:lnTo>
                <a:lnTo>
                  <a:pt x="445511" y="96574"/>
                </a:lnTo>
                <a:lnTo>
                  <a:pt x="415082" y="63850"/>
                </a:lnTo>
                <a:lnTo>
                  <a:pt x="379845" y="37065"/>
                </a:lnTo>
                <a:lnTo>
                  <a:pt x="340512" y="16984"/>
                </a:lnTo>
                <a:lnTo>
                  <a:pt x="297797" y="4373"/>
                </a:lnTo>
                <a:lnTo>
                  <a:pt x="252412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1122044" y="5889688"/>
            <a:ext cx="170815" cy="22821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5240">
              <a:lnSpc>
                <a:spcPct val="100000"/>
              </a:lnSpc>
              <a:spcBef>
                <a:spcPts val="125"/>
              </a:spcBef>
            </a:pPr>
            <a:r>
              <a:rPr sz="1700" b="1" i="1" spc="60" dirty="0">
                <a:solidFill>
                  <a:srgbClr val="181818"/>
                </a:solidFill>
                <a:latin typeface="Trebuchet MS"/>
                <a:cs typeface="Trebuchet MS"/>
              </a:rPr>
              <a:t>6</a:t>
            </a:r>
            <a:endParaRPr sz="17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235"/>
              </a:spcBef>
            </a:pPr>
            <a:endParaRPr sz="1700">
              <a:latin typeface="Trebuchet MS"/>
              <a:cs typeface="Trebuchet MS"/>
            </a:endParaRPr>
          </a:p>
          <a:p>
            <a:pPr marL="18415">
              <a:lnSpc>
                <a:spcPct val="100000"/>
              </a:lnSpc>
            </a:pPr>
            <a:r>
              <a:rPr sz="1700" b="1" i="1" dirty="0">
                <a:solidFill>
                  <a:srgbClr val="181818"/>
                </a:solidFill>
                <a:latin typeface="Trebuchet MS"/>
                <a:cs typeface="Trebuchet MS"/>
              </a:rPr>
              <a:t>7</a:t>
            </a:r>
            <a:endParaRPr sz="17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170"/>
              </a:spcBef>
            </a:pPr>
            <a:endParaRPr sz="17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sz="1700" b="1" i="1" spc="90" dirty="0">
                <a:solidFill>
                  <a:srgbClr val="181818"/>
                </a:solidFill>
                <a:latin typeface="Trebuchet MS"/>
                <a:cs typeface="Trebuchet MS"/>
              </a:rPr>
              <a:t>8</a:t>
            </a:r>
            <a:endParaRPr sz="17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245"/>
              </a:spcBef>
            </a:pPr>
            <a:endParaRPr sz="1700">
              <a:latin typeface="Trebuchet MS"/>
              <a:cs typeface="Trebuchet MS"/>
            </a:endParaRPr>
          </a:p>
          <a:p>
            <a:pPr marL="15240">
              <a:lnSpc>
                <a:spcPct val="100000"/>
              </a:lnSpc>
              <a:spcBef>
                <a:spcPts val="5"/>
              </a:spcBef>
            </a:pPr>
            <a:r>
              <a:rPr sz="1700" b="1" i="1" spc="60" dirty="0">
                <a:solidFill>
                  <a:srgbClr val="181818"/>
                </a:solidFill>
                <a:latin typeface="Trebuchet MS"/>
                <a:cs typeface="Trebuchet MS"/>
              </a:rPr>
              <a:t>9</a:t>
            </a:r>
            <a:endParaRPr sz="1700">
              <a:latin typeface="Trebuchet MS"/>
              <a:cs typeface="Trebuchet MS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13380377" y="-257175"/>
            <a:ext cx="5165090" cy="1876425"/>
            <a:chOff x="13380377" y="-257175"/>
            <a:chExt cx="5165090" cy="1876425"/>
          </a:xfrm>
        </p:grpSpPr>
        <p:sp>
          <p:nvSpPr>
            <p:cNvPr id="18" name="object 18"/>
            <p:cNvSpPr/>
            <p:nvPr/>
          </p:nvSpPr>
          <p:spPr>
            <a:xfrm>
              <a:off x="13637552" y="0"/>
              <a:ext cx="4650740" cy="1362075"/>
            </a:xfrm>
            <a:custGeom>
              <a:avLst/>
              <a:gdLst/>
              <a:ahLst/>
              <a:cxnLst/>
              <a:rect l="l" t="t" r="r" b="b"/>
              <a:pathLst>
                <a:path w="4650740" h="1362075">
                  <a:moveTo>
                    <a:pt x="0" y="0"/>
                  </a:moveTo>
                  <a:lnTo>
                    <a:pt x="31449" y="27382"/>
                  </a:lnTo>
                  <a:lnTo>
                    <a:pt x="65561" y="56599"/>
                  </a:lnTo>
                  <a:lnTo>
                    <a:pt x="99914" y="85542"/>
                  </a:lnTo>
                  <a:lnTo>
                    <a:pt x="134506" y="114208"/>
                  </a:lnTo>
                  <a:lnTo>
                    <a:pt x="169335" y="142596"/>
                  </a:lnTo>
                  <a:lnTo>
                    <a:pt x="204399" y="170704"/>
                  </a:lnTo>
                  <a:lnTo>
                    <a:pt x="239697" y="198531"/>
                  </a:lnTo>
                  <a:lnTo>
                    <a:pt x="275228" y="226074"/>
                  </a:lnTo>
                  <a:lnTo>
                    <a:pt x="310988" y="253333"/>
                  </a:lnTo>
                  <a:lnTo>
                    <a:pt x="346978" y="280305"/>
                  </a:lnTo>
                  <a:lnTo>
                    <a:pt x="383194" y="306989"/>
                  </a:lnTo>
                  <a:lnTo>
                    <a:pt x="419636" y="333383"/>
                  </a:lnTo>
                  <a:lnTo>
                    <a:pt x="456301" y="359485"/>
                  </a:lnTo>
                  <a:lnTo>
                    <a:pt x="493188" y="385294"/>
                  </a:lnTo>
                  <a:lnTo>
                    <a:pt x="530295" y="410807"/>
                  </a:lnTo>
                  <a:lnTo>
                    <a:pt x="567621" y="436024"/>
                  </a:lnTo>
                  <a:lnTo>
                    <a:pt x="605163" y="460942"/>
                  </a:lnTo>
                  <a:lnTo>
                    <a:pt x="642921" y="485560"/>
                  </a:lnTo>
                  <a:lnTo>
                    <a:pt x="680892" y="509876"/>
                  </a:lnTo>
                  <a:lnTo>
                    <a:pt x="719074" y="533889"/>
                  </a:lnTo>
                  <a:lnTo>
                    <a:pt x="757467" y="557596"/>
                  </a:lnTo>
                  <a:lnTo>
                    <a:pt x="796067" y="580996"/>
                  </a:lnTo>
                  <a:lnTo>
                    <a:pt x="834875" y="604088"/>
                  </a:lnTo>
                  <a:lnTo>
                    <a:pt x="873887" y="626869"/>
                  </a:lnTo>
                  <a:lnTo>
                    <a:pt x="913102" y="649338"/>
                  </a:lnTo>
                  <a:lnTo>
                    <a:pt x="952519" y="671493"/>
                  </a:lnTo>
                  <a:lnTo>
                    <a:pt x="992135" y="693333"/>
                  </a:lnTo>
                  <a:lnTo>
                    <a:pt x="1031950" y="714855"/>
                  </a:lnTo>
                  <a:lnTo>
                    <a:pt x="1071961" y="736058"/>
                  </a:lnTo>
                  <a:lnTo>
                    <a:pt x="1112166" y="756941"/>
                  </a:lnTo>
                  <a:lnTo>
                    <a:pt x="1152565" y="777501"/>
                  </a:lnTo>
                  <a:lnTo>
                    <a:pt x="1193154" y="797738"/>
                  </a:lnTo>
                  <a:lnTo>
                    <a:pt x="1233933" y="817648"/>
                  </a:lnTo>
                  <a:lnTo>
                    <a:pt x="1274900" y="837231"/>
                  </a:lnTo>
                  <a:lnTo>
                    <a:pt x="1316053" y="856485"/>
                  </a:lnTo>
                  <a:lnTo>
                    <a:pt x="1357391" y="875408"/>
                  </a:lnTo>
                  <a:lnTo>
                    <a:pt x="1398911" y="893999"/>
                  </a:lnTo>
                  <a:lnTo>
                    <a:pt x="1440612" y="912255"/>
                  </a:lnTo>
                  <a:lnTo>
                    <a:pt x="1482492" y="930175"/>
                  </a:lnTo>
                  <a:lnTo>
                    <a:pt x="1524550" y="947758"/>
                  </a:lnTo>
                  <a:lnTo>
                    <a:pt x="1566784" y="965001"/>
                  </a:lnTo>
                  <a:lnTo>
                    <a:pt x="1609192" y="981903"/>
                  </a:lnTo>
                  <a:lnTo>
                    <a:pt x="1651773" y="998463"/>
                  </a:lnTo>
                  <a:lnTo>
                    <a:pt x="1694524" y="1014677"/>
                  </a:lnTo>
                  <a:lnTo>
                    <a:pt x="1737445" y="1030546"/>
                  </a:lnTo>
                  <a:lnTo>
                    <a:pt x="1780533" y="1046067"/>
                  </a:lnTo>
                  <a:lnTo>
                    <a:pt x="1823786" y="1061238"/>
                  </a:lnTo>
                  <a:lnTo>
                    <a:pt x="1867204" y="1076058"/>
                  </a:lnTo>
                  <a:lnTo>
                    <a:pt x="1910784" y="1090525"/>
                  </a:lnTo>
                  <a:lnTo>
                    <a:pt x="1954524" y="1104637"/>
                  </a:lnTo>
                  <a:lnTo>
                    <a:pt x="1998423" y="1118393"/>
                  </a:lnTo>
                  <a:lnTo>
                    <a:pt x="2042480" y="1131790"/>
                  </a:lnTo>
                  <a:lnTo>
                    <a:pt x="2086691" y="1144828"/>
                  </a:lnTo>
                  <a:lnTo>
                    <a:pt x="2131057" y="1157504"/>
                  </a:lnTo>
                  <a:lnTo>
                    <a:pt x="2175575" y="1169818"/>
                  </a:lnTo>
                  <a:lnTo>
                    <a:pt x="2220243" y="1181766"/>
                  </a:lnTo>
                  <a:lnTo>
                    <a:pt x="2265059" y="1193347"/>
                  </a:lnTo>
                  <a:lnTo>
                    <a:pt x="2310023" y="1204560"/>
                  </a:lnTo>
                  <a:lnTo>
                    <a:pt x="2355132" y="1215404"/>
                  </a:lnTo>
                  <a:lnTo>
                    <a:pt x="2400384" y="1225875"/>
                  </a:lnTo>
                  <a:lnTo>
                    <a:pt x="2445778" y="1235973"/>
                  </a:lnTo>
                  <a:lnTo>
                    <a:pt x="2491313" y="1245696"/>
                  </a:lnTo>
                  <a:lnTo>
                    <a:pt x="2536985" y="1255042"/>
                  </a:lnTo>
                  <a:lnTo>
                    <a:pt x="2582795" y="1264009"/>
                  </a:lnTo>
                  <a:lnTo>
                    <a:pt x="2628739" y="1272597"/>
                  </a:lnTo>
                  <a:lnTo>
                    <a:pt x="2674817" y="1280802"/>
                  </a:lnTo>
                  <a:lnTo>
                    <a:pt x="2721026" y="1288624"/>
                  </a:lnTo>
                  <a:lnTo>
                    <a:pt x="2767366" y="1296060"/>
                  </a:lnTo>
                  <a:lnTo>
                    <a:pt x="2813833" y="1303109"/>
                  </a:lnTo>
                  <a:lnTo>
                    <a:pt x="2860427" y="1309769"/>
                  </a:lnTo>
                  <a:lnTo>
                    <a:pt x="2907146" y="1316039"/>
                  </a:lnTo>
                  <a:lnTo>
                    <a:pt x="2953988" y="1321917"/>
                  </a:lnTo>
                  <a:lnTo>
                    <a:pt x="3000952" y="1327401"/>
                  </a:lnTo>
                  <a:lnTo>
                    <a:pt x="3048035" y="1332489"/>
                  </a:lnTo>
                  <a:lnTo>
                    <a:pt x="3095236" y="1337180"/>
                  </a:lnTo>
                  <a:lnTo>
                    <a:pt x="3142553" y="1341473"/>
                  </a:lnTo>
                  <a:lnTo>
                    <a:pt x="3189985" y="1345364"/>
                  </a:lnTo>
                  <a:lnTo>
                    <a:pt x="3237530" y="1348853"/>
                  </a:lnTo>
                  <a:lnTo>
                    <a:pt x="3285186" y="1351938"/>
                  </a:lnTo>
                  <a:lnTo>
                    <a:pt x="3332951" y="1354617"/>
                  </a:lnTo>
                  <a:lnTo>
                    <a:pt x="3380825" y="1356889"/>
                  </a:lnTo>
                  <a:lnTo>
                    <a:pt x="3428804" y="1358751"/>
                  </a:lnTo>
                  <a:lnTo>
                    <a:pt x="3476888" y="1360202"/>
                  </a:lnTo>
                  <a:lnTo>
                    <a:pt x="3525074" y="1361241"/>
                  </a:lnTo>
                  <a:lnTo>
                    <a:pt x="3573361" y="1361866"/>
                  </a:lnTo>
                  <a:lnTo>
                    <a:pt x="3621748" y="1362075"/>
                  </a:lnTo>
                  <a:lnTo>
                    <a:pt x="3670134" y="1361866"/>
                  </a:lnTo>
                  <a:lnTo>
                    <a:pt x="3718422" y="1361241"/>
                  </a:lnTo>
                  <a:lnTo>
                    <a:pt x="3766608" y="1360202"/>
                  </a:lnTo>
                  <a:lnTo>
                    <a:pt x="3814692" y="1358751"/>
                  </a:lnTo>
                  <a:lnTo>
                    <a:pt x="3862671" y="1356889"/>
                  </a:lnTo>
                  <a:lnTo>
                    <a:pt x="3910544" y="1354617"/>
                  </a:lnTo>
                  <a:lnTo>
                    <a:pt x="3958310" y="1351938"/>
                  </a:lnTo>
                  <a:lnTo>
                    <a:pt x="4005966" y="1348853"/>
                  </a:lnTo>
                  <a:lnTo>
                    <a:pt x="4053511" y="1345364"/>
                  </a:lnTo>
                  <a:lnTo>
                    <a:pt x="4100943" y="1341473"/>
                  </a:lnTo>
                  <a:lnTo>
                    <a:pt x="4148260" y="1337180"/>
                  </a:lnTo>
                  <a:lnTo>
                    <a:pt x="4195461" y="1332489"/>
                  </a:lnTo>
                  <a:lnTo>
                    <a:pt x="4242544" y="1327401"/>
                  </a:lnTo>
                  <a:lnTo>
                    <a:pt x="4289507" y="1321917"/>
                  </a:lnTo>
                  <a:lnTo>
                    <a:pt x="4336349" y="1316039"/>
                  </a:lnTo>
                  <a:lnTo>
                    <a:pt x="4383068" y="1309769"/>
                  </a:lnTo>
                  <a:lnTo>
                    <a:pt x="4429662" y="1303109"/>
                  </a:lnTo>
                  <a:lnTo>
                    <a:pt x="4476130" y="1296060"/>
                  </a:lnTo>
                  <a:lnTo>
                    <a:pt x="4522469" y="1288624"/>
                  </a:lnTo>
                  <a:lnTo>
                    <a:pt x="4568679" y="1280802"/>
                  </a:lnTo>
                  <a:lnTo>
                    <a:pt x="4614756" y="1272597"/>
                  </a:lnTo>
                  <a:lnTo>
                    <a:pt x="4650448" y="1265926"/>
                  </a:lnTo>
                </a:path>
              </a:pathLst>
            </a:custGeom>
            <a:ln w="514350">
              <a:solidFill>
                <a:srgbClr val="FC611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16331438" y="927832"/>
              <a:ext cx="914400" cy="203200"/>
            </a:xfrm>
            <a:custGeom>
              <a:avLst/>
              <a:gdLst/>
              <a:ahLst/>
              <a:cxnLst/>
              <a:rect l="l" t="t" r="r" b="b"/>
              <a:pathLst>
                <a:path w="914400" h="203200">
                  <a:moveTo>
                    <a:pt x="114280" y="0"/>
                  </a:moveTo>
                  <a:lnTo>
                    <a:pt x="69787" y="7962"/>
                  </a:lnTo>
                  <a:lnTo>
                    <a:pt x="33462" y="29680"/>
                  </a:lnTo>
                  <a:lnTo>
                    <a:pt x="8977" y="61899"/>
                  </a:lnTo>
                  <a:lnTo>
                    <a:pt x="0" y="101365"/>
                  </a:lnTo>
                  <a:lnTo>
                    <a:pt x="8977" y="140829"/>
                  </a:lnTo>
                  <a:lnTo>
                    <a:pt x="33463" y="173048"/>
                  </a:lnTo>
                  <a:lnTo>
                    <a:pt x="69788" y="194766"/>
                  </a:lnTo>
                  <a:lnTo>
                    <a:pt x="114281" y="202729"/>
                  </a:lnTo>
                  <a:lnTo>
                    <a:pt x="158774" y="194766"/>
                  </a:lnTo>
                  <a:lnTo>
                    <a:pt x="195098" y="173048"/>
                  </a:lnTo>
                  <a:lnTo>
                    <a:pt x="219583" y="140829"/>
                  </a:lnTo>
                  <a:lnTo>
                    <a:pt x="228560" y="101365"/>
                  </a:lnTo>
                  <a:lnTo>
                    <a:pt x="219582" y="61899"/>
                  </a:lnTo>
                  <a:lnTo>
                    <a:pt x="195097" y="29680"/>
                  </a:lnTo>
                  <a:lnTo>
                    <a:pt x="158773" y="7962"/>
                  </a:lnTo>
                  <a:lnTo>
                    <a:pt x="114280" y="0"/>
                  </a:lnTo>
                  <a:close/>
                </a:path>
                <a:path w="914400" h="203200">
                  <a:moveTo>
                    <a:pt x="799962" y="0"/>
                  </a:moveTo>
                  <a:lnTo>
                    <a:pt x="755461" y="7962"/>
                  </a:lnTo>
                  <a:lnTo>
                    <a:pt x="719138" y="29680"/>
                  </a:lnTo>
                  <a:lnTo>
                    <a:pt x="694658" y="61899"/>
                  </a:lnTo>
                  <a:lnTo>
                    <a:pt x="685684" y="101365"/>
                  </a:lnTo>
                  <a:lnTo>
                    <a:pt x="694658" y="140829"/>
                  </a:lnTo>
                  <a:lnTo>
                    <a:pt x="719139" y="173048"/>
                  </a:lnTo>
                  <a:lnTo>
                    <a:pt x="755462" y="194766"/>
                  </a:lnTo>
                  <a:lnTo>
                    <a:pt x="799963" y="202729"/>
                  </a:lnTo>
                  <a:lnTo>
                    <a:pt x="844448" y="194766"/>
                  </a:lnTo>
                  <a:lnTo>
                    <a:pt x="880773" y="173048"/>
                  </a:lnTo>
                  <a:lnTo>
                    <a:pt x="905262" y="140829"/>
                  </a:lnTo>
                  <a:lnTo>
                    <a:pt x="914242" y="101365"/>
                  </a:lnTo>
                  <a:lnTo>
                    <a:pt x="905262" y="61899"/>
                  </a:lnTo>
                  <a:lnTo>
                    <a:pt x="880772" y="29680"/>
                  </a:lnTo>
                  <a:lnTo>
                    <a:pt x="844447" y="7962"/>
                  </a:lnTo>
                  <a:lnTo>
                    <a:pt x="799962" y="0"/>
                  </a:lnTo>
                  <a:close/>
                </a:path>
                <a:path w="914400" h="203200">
                  <a:moveTo>
                    <a:pt x="457125" y="0"/>
                  </a:moveTo>
                  <a:lnTo>
                    <a:pt x="412623" y="7962"/>
                  </a:lnTo>
                  <a:lnTo>
                    <a:pt x="376297" y="29680"/>
                  </a:lnTo>
                  <a:lnTo>
                    <a:pt x="351814" y="61899"/>
                  </a:lnTo>
                  <a:lnTo>
                    <a:pt x="342839" y="101365"/>
                  </a:lnTo>
                  <a:lnTo>
                    <a:pt x="351815" y="140829"/>
                  </a:lnTo>
                  <a:lnTo>
                    <a:pt x="376298" y="173048"/>
                  </a:lnTo>
                  <a:lnTo>
                    <a:pt x="412624" y="194766"/>
                  </a:lnTo>
                  <a:lnTo>
                    <a:pt x="457126" y="202729"/>
                  </a:lnTo>
                  <a:lnTo>
                    <a:pt x="501611" y="194766"/>
                  </a:lnTo>
                  <a:lnTo>
                    <a:pt x="537935" y="173048"/>
                  </a:lnTo>
                  <a:lnTo>
                    <a:pt x="562425" y="140829"/>
                  </a:lnTo>
                  <a:lnTo>
                    <a:pt x="571404" y="101365"/>
                  </a:lnTo>
                  <a:lnTo>
                    <a:pt x="562424" y="61899"/>
                  </a:lnTo>
                  <a:lnTo>
                    <a:pt x="537935" y="29680"/>
                  </a:lnTo>
                  <a:lnTo>
                    <a:pt x="501610" y="7962"/>
                  </a:lnTo>
                  <a:lnTo>
                    <a:pt x="457125" y="0"/>
                  </a:lnTo>
                  <a:close/>
                </a:path>
              </a:pathLst>
            </a:custGeom>
            <a:solidFill>
              <a:srgbClr val="FC611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270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PROPOSED</a:t>
            </a:r>
            <a:r>
              <a:rPr spc="-120" dirty="0"/>
              <a:t> </a:t>
            </a:r>
            <a:r>
              <a:rPr spc="-10" dirty="0"/>
              <a:t>SYSTEM</a:t>
            </a:r>
            <a:r>
              <a:rPr spc="-330" dirty="0"/>
              <a:t> </a:t>
            </a:r>
            <a:r>
              <a:rPr spc="-10" dirty="0"/>
              <a:t>ARCHITECTURE</a:t>
            </a:r>
          </a:p>
        </p:txBody>
      </p:sp>
      <p:sp>
        <p:nvSpPr>
          <p:cNvPr id="21" name="object 21"/>
          <p:cNvSpPr txBox="1"/>
          <p:nvPr/>
        </p:nvSpPr>
        <p:spPr>
          <a:xfrm>
            <a:off x="2256789" y="2054288"/>
            <a:ext cx="14568169" cy="32289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8450" marR="732790" indent="-286385">
              <a:lnSpc>
                <a:spcPct val="100000"/>
              </a:lnSpc>
              <a:spcBef>
                <a:spcPts val="100"/>
              </a:spcBef>
              <a:buChar char="•"/>
              <a:tabLst>
                <a:tab pos="298450" algn="l"/>
                <a:tab pos="393700" algn="l"/>
              </a:tabLst>
            </a:pPr>
            <a:r>
              <a:rPr sz="3000" dirty="0">
                <a:latin typeface="Arial MT"/>
                <a:cs typeface="Arial MT"/>
              </a:rPr>
              <a:t>	</a:t>
            </a:r>
            <a:r>
              <a:rPr sz="3000" b="1" dirty="0">
                <a:latin typeface="Times New Roman"/>
                <a:cs typeface="Times New Roman"/>
              </a:rPr>
              <a:t>Input:</a:t>
            </a:r>
            <a:r>
              <a:rPr sz="3000" b="1" spc="-5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User</a:t>
            </a:r>
            <a:r>
              <a:rPr sz="3000" spc="-3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registration</a:t>
            </a:r>
            <a:r>
              <a:rPr sz="3000" spc="-7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details,</a:t>
            </a:r>
            <a:r>
              <a:rPr sz="3000" spc="-7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login</a:t>
            </a:r>
            <a:r>
              <a:rPr sz="3000" spc="-7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credentials,</a:t>
            </a:r>
            <a:r>
              <a:rPr sz="3000" spc="-7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job</a:t>
            </a:r>
            <a:r>
              <a:rPr sz="3000" spc="-7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postings,</a:t>
            </a:r>
            <a:r>
              <a:rPr sz="3000" spc="-7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resume</a:t>
            </a:r>
            <a:r>
              <a:rPr sz="3000" spc="-6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uploads,</a:t>
            </a:r>
            <a:r>
              <a:rPr sz="3000" spc="-7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and</a:t>
            </a:r>
            <a:r>
              <a:rPr sz="3000" spc="-75" dirty="0">
                <a:latin typeface="Times New Roman"/>
                <a:cs typeface="Times New Roman"/>
              </a:rPr>
              <a:t> </a:t>
            </a:r>
            <a:r>
              <a:rPr sz="3000" spc="-25" dirty="0">
                <a:latin typeface="Times New Roman"/>
                <a:cs typeface="Times New Roman"/>
              </a:rPr>
              <a:t>job </a:t>
            </a:r>
            <a:r>
              <a:rPr sz="3000" spc="-10" dirty="0">
                <a:latin typeface="Times New Roman"/>
                <a:cs typeface="Times New Roman"/>
              </a:rPr>
              <a:t>applications.</a:t>
            </a:r>
            <a:endParaRPr sz="3000">
              <a:latin typeface="Times New Roman"/>
              <a:cs typeface="Times New Roman"/>
            </a:endParaRPr>
          </a:p>
          <a:p>
            <a:pPr marL="298450" marR="5080" indent="-286385">
              <a:lnSpc>
                <a:spcPct val="100000"/>
              </a:lnSpc>
              <a:spcBef>
                <a:spcPts val="10"/>
              </a:spcBef>
              <a:buChar char="•"/>
              <a:tabLst>
                <a:tab pos="298450" algn="l"/>
                <a:tab pos="393700" algn="l"/>
              </a:tabLst>
            </a:pPr>
            <a:r>
              <a:rPr sz="3000" dirty="0">
                <a:latin typeface="Arial MT"/>
                <a:cs typeface="Arial MT"/>
              </a:rPr>
              <a:t>	</a:t>
            </a:r>
            <a:r>
              <a:rPr sz="3000" b="1" dirty="0">
                <a:latin typeface="Times New Roman"/>
                <a:cs typeface="Times New Roman"/>
              </a:rPr>
              <a:t>Processing:</a:t>
            </a:r>
            <a:r>
              <a:rPr sz="3000" b="1" spc="-9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User</a:t>
            </a:r>
            <a:r>
              <a:rPr sz="3000" spc="-3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authentication,</a:t>
            </a:r>
            <a:r>
              <a:rPr sz="3000" spc="-7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job</a:t>
            </a:r>
            <a:r>
              <a:rPr sz="3000" spc="-7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search</a:t>
            </a:r>
            <a:r>
              <a:rPr sz="3000" spc="-7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and</a:t>
            </a:r>
            <a:r>
              <a:rPr sz="3000" spc="-7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filtering,</a:t>
            </a:r>
            <a:r>
              <a:rPr sz="3000" spc="-7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application</a:t>
            </a:r>
            <a:r>
              <a:rPr sz="3000" spc="-7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submission,</a:t>
            </a:r>
            <a:r>
              <a:rPr sz="3000" spc="-70" dirty="0">
                <a:latin typeface="Times New Roman"/>
                <a:cs typeface="Times New Roman"/>
              </a:rPr>
              <a:t> </a:t>
            </a:r>
            <a:r>
              <a:rPr sz="3000" spc="-10" dirty="0">
                <a:latin typeface="Times New Roman"/>
                <a:cs typeface="Times New Roman"/>
              </a:rPr>
              <a:t>validation, </a:t>
            </a:r>
            <a:r>
              <a:rPr sz="3000" dirty="0">
                <a:latin typeface="Times New Roman"/>
                <a:cs typeface="Times New Roman"/>
              </a:rPr>
              <a:t>and</a:t>
            </a:r>
            <a:r>
              <a:rPr sz="3000" spc="-1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status</a:t>
            </a:r>
            <a:r>
              <a:rPr sz="3000" spc="-55" dirty="0">
                <a:latin typeface="Times New Roman"/>
                <a:cs typeface="Times New Roman"/>
              </a:rPr>
              <a:t> </a:t>
            </a:r>
            <a:r>
              <a:rPr sz="3000" spc="-10" dirty="0">
                <a:latin typeface="Times New Roman"/>
                <a:cs typeface="Times New Roman"/>
              </a:rPr>
              <a:t>tracking.</a:t>
            </a:r>
            <a:endParaRPr sz="3000">
              <a:latin typeface="Times New Roman"/>
              <a:cs typeface="Times New Roman"/>
            </a:endParaRPr>
          </a:p>
          <a:p>
            <a:pPr marL="393700" indent="-381000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393700" algn="l"/>
              </a:tabLst>
            </a:pPr>
            <a:r>
              <a:rPr sz="3000" b="1" dirty="0">
                <a:latin typeface="Times New Roman"/>
                <a:cs typeface="Times New Roman"/>
              </a:rPr>
              <a:t>Database:</a:t>
            </a:r>
            <a:r>
              <a:rPr sz="3000" b="1" spc="-8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Stores</a:t>
            </a:r>
            <a:r>
              <a:rPr sz="3000" spc="-10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user</a:t>
            </a:r>
            <a:r>
              <a:rPr sz="3000" spc="-2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details,</a:t>
            </a:r>
            <a:r>
              <a:rPr sz="3000" spc="-6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employer</a:t>
            </a:r>
            <a:r>
              <a:rPr sz="3000" spc="-2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details,</a:t>
            </a:r>
            <a:r>
              <a:rPr sz="3000" spc="-6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job</a:t>
            </a:r>
            <a:r>
              <a:rPr sz="3000" spc="-6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listings,</a:t>
            </a:r>
            <a:r>
              <a:rPr sz="3000" spc="-6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applications,</a:t>
            </a:r>
            <a:r>
              <a:rPr sz="3000" spc="-6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and</a:t>
            </a:r>
            <a:r>
              <a:rPr sz="3000" spc="-6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resume</a:t>
            </a:r>
            <a:r>
              <a:rPr sz="3000" spc="-114" dirty="0">
                <a:latin typeface="Times New Roman"/>
                <a:cs typeface="Times New Roman"/>
              </a:rPr>
              <a:t> </a:t>
            </a:r>
            <a:r>
              <a:rPr sz="3000" spc="-10" dirty="0">
                <a:latin typeface="Times New Roman"/>
                <a:cs typeface="Times New Roman"/>
              </a:rPr>
              <a:t>files.</a:t>
            </a:r>
            <a:endParaRPr sz="3000">
              <a:latin typeface="Times New Roman"/>
              <a:cs typeface="Times New Roman"/>
            </a:endParaRPr>
          </a:p>
          <a:p>
            <a:pPr marL="298450" marR="50165" indent="-286385">
              <a:lnSpc>
                <a:spcPct val="100000"/>
              </a:lnSpc>
              <a:spcBef>
                <a:spcPts val="5"/>
              </a:spcBef>
              <a:buChar char="•"/>
              <a:tabLst>
                <a:tab pos="298450" algn="l"/>
                <a:tab pos="393700" algn="l"/>
              </a:tabLst>
            </a:pPr>
            <a:r>
              <a:rPr sz="3000" dirty="0">
                <a:latin typeface="Arial MT"/>
                <a:cs typeface="Arial MT"/>
              </a:rPr>
              <a:t>	</a:t>
            </a:r>
            <a:r>
              <a:rPr sz="3000" b="1" dirty="0">
                <a:latin typeface="Times New Roman"/>
                <a:cs typeface="Times New Roman"/>
              </a:rPr>
              <a:t>Output:</a:t>
            </a:r>
            <a:r>
              <a:rPr sz="3000" b="1" spc="-4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Job</a:t>
            </a:r>
            <a:r>
              <a:rPr sz="3000" spc="-6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listings,</a:t>
            </a:r>
            <a:r>
              <a:rPr sz="3000" spc="-6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application</a:t>
            </a:r>
            <a:r>
              <a:rPr sz="3000" spc="-6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status</a:t>
            </a:r>
            <a:r>
              <a:rPr sz="3000" spc="-3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updates,</a:t>
            </a:r>
            <a:r>
              <a:rPr sz="3000" spc="-6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notifications,</a:t>
            </a:r>
            <a:r>
              <a:rPr sz="3000" spc="-6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user</a:t>
            </a:r>
            <a:r>
              <a:rPr sz="3000" spc="-8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dashboard,</a:t>
            </a:r>
            <a:r>
              <a:rPr sz="3000" spc="-6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and</a:t>
            </a:r>
            <a:r>
              <a:rPr sz="3000" spc="-60" dirty="0">
                <a:latin typeface="Times New Roman"/>
                <a:cs typeface="Times New Roman"/>
              </a:rPr>
              <a:t> </a:t>
            </a:r>
            <a:r>
              <a:rPr sz="3000" spc="-10" dirty="0">
                <a:latin typeface="Times New Roman"/>
                <a:cs typeface="Times New Roman"/>
              </a:rPr>
              <a:t>employer reports.</a:t>
            </a:r>
            <a:endParaRPr sz="3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33425" y="5314950"/>
            <a:ext cx="990600" cy="1000125"/>
          </a:xfrm>
          <a:custGeom>
            <a:avLst/>
            <a:gdLst/>
            <a:ahLst/>
            <a:cxnLst/>
            <a:rect l="l" t="t" r="r" b="b"/>
            <a:pathLst>
              <a:path w="990600" h="1000125">
                <a:moveTo>
                  <a:pt x="495300" y="0"/>
                </a:moveTo>
                <a:lnTo>
                  <a:pt x="447599" y="2289"/>
                </a:lnTo>
                <a:lnTo>
                  <a:pt x="401181" y="9017"/>
                </a:lnTo>
                <a:lnTo>
                  <a:pt x="356254" y="19974"/>
                </a:lnTo>
                <a:lnTo>
                  <a:pt x="313025" y="34950"/>
                </a:lnTo>
                <a:lnTo>
                  <a:pt x="271701" y="53737"/>
                </a:lnTo>
                <a:lnTo>
                  <a:pt x="232490" y="76123"/>
                </a:lnTo>
                <a:lnTo>
                  <a:pt x="195600" y="101899"/>
                </a:lnTo>
                <a:lnTo>
                  <a:pt x="161238" y="130856"/>
                </a:lnTo>
                <a:lnTo>
                  <a:pt x="129612" y="162785"/>
                </a:lnTo>
                <a:lnTo>
                  <a:pt x="100929" y="197474"/>
                </a:lnTo>
                <a:lnTo>
                  <a:pt x="75397" y="234715"/>
                </a:lnTo>
                <a:lnTo>
                  <a:pt x="53224" y="274297"/>
                </a:lnTo>
                <a:lnTo>
                  <a:pt x="34617" y="316012"/>
                </a:lnTo>
                <a:lnTo>
                  <a:pt x="19783" y="359649"/>
                </a:lnTo>
                <a:lnTo>
                  <a:pt x="8931" y="404999"/>
                </a:lnTo>
                <a:lnTo>
                  <a:pt x="2267" y="451852"/>
                </a:lnTo>
                <a:lnTo>
                  <a:pt x="0" y="499999"/>
                </a:lnTo>
                <a:lnTo>
                  <a:pt x="2267" y="548166"/>
                </a:lnTo>
                <a:lnTo>
                  <a:pt x="8931" y="595038"/>
                </a:lnTo>
                <a:lnTo>
                  <a:pt x="19783" y="640404"/>
                </a:lnTo>
                <a:lnTo>
                  <a:pt x="34617" y="684055"/>
                </a:lnTo>
                <a:lnTo>
                  <a:pt x="53224" y="725782"/>
                </a:lnTo>
                <a:lnTo>
                  <a:pt x="75397" y="765375"/>
                </a:lnTo>
                <a:lnTo>
                  <a:pt x="100929" y="802624"/>
                </a:lnTo>
                <a:lnTo>
                  <a:pt x="129612" y="837321"/>
                </a:lnTo>
                <a:lnTo>
                  <a:pt x="161238" y="869254"/>
                </a:lnTo>
                <a:lnTo>
                  <a:pt x="195600" y="898216"/>
                </a:lnTo>
                <a:lnTo>
                  <a:pt x="232490" y="923996"/>
                </a:lnTo>
                <a:lnTo>
                  <a:pt x="271701" y="946384"/>
                </a:lnTo>
                <a:lnTo>
                  <a:pt x="313025" y="965172"/>
                </a:lnTo>
                <a:lnTo>
                  <a:pt x="356254" y="980149"/>
                </a:lnTo>
                <a:lnTo>
                  <a:pt x="401181" y="991107"/>
                </a:lnTo>
                <a:lnTo>
                  <a:pt x="447599" y="997835"/>
                </a:lnTo>
                <a:lnTo>
                  <a:pt x="495300" y="1000125"/>
                </a:lnTo>
                <a:lnTo>
                  <a:pt x="543002" y="997835"/>
                </a:lnTo>
                <a:lnTo>
                  <a:pt x="589421" y="991107"/>
                </a:lnTo>
                <a:lnTo>
                  <a:pt x="634350" y="980149"/>
                </a:lnTo>
                <a:lnTo>
                  <a:pt x="677580" y="965172"/>
                </a:lnTo>
                <a:lnTo>
                  <a:pt x="718904" y="946384"/>
                </a:lnTo>
                <a:lnTo>
                  <a:pt x="758115" y="923996"/>
                </a:lnTo>
                <a:lnTo>
                  <a:pt x="795005" y="898216"/>
                </a:lnTo>
                <a:lnTo>
                  <a:pt x="829366" y="869254"/>
                </a:lnTo>
                <a:lnTo>
                  <a:pt x="860992" y="837321"/>
                </a:lnTo>
                <a:lnTo>
                  <a:pt x="889674" y="802624"/>
                </a:lnTo>
                <a:lnTo>
                  <a:pt x="915205" y="765375"/>
                </a:lnTo>
                <a:lnTo>
                  <a:pt x="937377" y="725782"/>
                </a:lnTo>
                <a:lnTo>
                  <a:pt x="955984" y="684055"/>
                </a:lnTo>
                <a:lnTo>
                  <a:pt x="970817" y="640404"/>
                </a:lnTo>
                <a:lnTo>
                  <a:pt x="981669" y="595038"/>
                </a:lnTo>
                <a:lnTo>
                  <a:pt x="988332" y="548166"/>
                </a:lnTo>
                <a:lnTo>
                  <a:pt x="990600" y="499999"/>
                </a:lnTo>
                <a:lnTo>
                  <a:pt x="988332" y="451852"/>
                </a:lnTo>
                <a:lnTo>
                  <a:pt x="981669" y="404999"/>
                </a:lnTo>
                <a:lnTo>
                  <a:pt x="970817" y="359649"/>
                </a:lnTo>
                <a:lnTo>
                  <a:pt x="955984" y="316012"/>
                </a:lnTo>
                <a:lnTo>
                  <a:pt x="937377" y="274297"/>
                </a:lnTo>
                <a:lnTo>
                  <a:pt x="915205" y="234715"/>
                </a:lnTo>
                <a:lnTo>
                  <a:pt x="889674" y="197474"/>
                </a:lnTo>
                <a:lnTo>
                  <a:pt x="860992" y="162785"/>
                </a:lnTo>
                <a:lnTo>
                  <a:pt x="829366" y="130856"/>
                </a:lnTo>
                <a:lnTo>
                  <a:pt x="795005" y="101899"/>
                </a:lnTo>
                <a:lnTo>
                  <a:pt x="758115" y="76123"/>
                </a:lnTo>
                <a:lnTo>
                  <a:pt x="718904" y="53737"/>
                </a:lnTo>
                <a:lnTo>
                  <a:pt x="677580" y="34950"/>
                </a:lnTo>
                <a:lnTo>
                  <a:pt x="634350" y="19974"/>
                </a:lnTo>
                <a:lnTo>
                  <a:pt x="589421" y="9017"/>
                </a:lnTo>
                <a:lnTo>
                  <a:pt x="543002" y="2289"/>
                </a:lnTo>
                <a:lnTo>
                  <a:pt x="495300" y="0"/>
                </a:lnTo>
                <a:close/>
              </a:path>
            </a:pathLst>
          </a:custGeom>
          <a:solidFill>
            <a:srgbClr val="FC61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109344" y="5569648"/>
            <a:ext cx="246379" cy="4375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700" b="1" i="1" spc="90" dirty="0">
                <a:solidFill>
                  <a:srgbClr val="FFFDFD"/>
                </a:solidFill>
                <a:latin typeface="Trebuchet MS"/>
                <a:cs typeface="Trebuchet MS"/>
              </a:rPr>
              <a:t>6</a:t>
            </a:r>
            <a:endParaRPr sz="2700">
              <a:latin typeface="Trebuchet MS"/>
              <a:cs typeface="Trebuchet MS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985837" y="3319398"/>
            <a:ext cx="505459" cy="543560"/>
          </a:xfrm>
          <a:custGeom>
            <a:avLst/>
            <a:gdLst/>
            <a:ahLst/>
            <a:cxnLst/>
            <a:rect l="l" t="t" r="r" b="b"/>
            <a:pathLst>
              <a:path w="505459" h="543560">
                <a:moveTo>
                  <a:pt x="252412" y="0"/>
                </a:moveTo>
                <a:lnTo>
                  <a:pt x="207039" y="4373"/>
                </a:lnTo>
                <a:lnTo>
                  <a:pt x="164335" y="16984"/>
                </a:lnTo>
                <a:lnTo>
                  <a:pt x="125013" y="37065"/>
                </a:lnTo>
                <a:lnTo>
                  <a:pt x="89784" y="63850"/>
                </a:lnTo>
                <a:lnTo>
                  <a:pt x="59362" y="96574"/>
                </a:lnTo>
                <a:lnTo>
                  <a:pt x="34460" y="134469"/>
                </a:lnTo>
                <a:lnTo>
                  <a:pt x="15791" y="176770"/>
                </a:lnTo>
                <a:lnTo>
                  <a:pt x="4066" y="222711"/>
                </a:lnTo>
                <a:lnTo>
                  <a:pt x="0" y="271525"/>
                </a:lnTo>
                <a:lnTo>
                  <a:pt x="4066" y="320340"/>
                </a:lnTo>
                <a:lnTo>
                  <a:pt x="15791" y="366281"/>
                </a:lnTo>
                <a:lnTo>
                  <a:pt x="34460" y="408582"/>
                </a:lnTo>
                <a:lnTo>
                  <a:pt x="59362" y="446477"/>
                </a:lnTo>
                <a:lnTo>
                  <a:pt x="89784" y="479201"/>
                </a:lnTo>
                <a:lnTo>
                  <a:pt x="125013" y="505986"/>
                </a:lnTo>
                <a:lnTo>
                  <a:pt x="164335" y="526067"/>
                </a:lnTo>
                <a:lnTo>
                  <a:pt x="207039" y="538678"/>
                </a:lnTo>
                <a:lnTo>
                  <a:pt x="252412" y="543051"/>
                </a:lnTo>
                <a:lnTo>
                  <a:pt x="297797" y="538678"/>
                </a:lnTo>
                <a:lnTo>
                  <a:pt x="340512" y="526067"/>
                </a:lnTo>
                <a:lnTo>
                  <a:pt x="379845" y="505986"/>
                </a:lnTo>
                <a:lnTo>
                  <a:pt x="415082" y="479201"/>
                </a:lnTo>
                <a:lnTo>
                  <a:pt x="445511" y="446477"/>
                </a:lnTo>
                <a:lnTo>
                  <a:pt x="470419" y="408582"/>
                </a:lnTo>
                <a:lnTo>
                  <a:pt x="489093" y="366281"/>
                </a:lnTo>
                <a:lnTo>
                  <a:pt x="500821" y="320340"/>
                </a:lnTo>
                <a:lnTo>
                  <a:pt x="504888" y="271525"/>
                </a:lnTo>
                <a:lnTo>
                  <a:pt x="500821" y="222711"/>
                </a:lnTo>
                <a:lnTo>
                  <a:pt x="489093" y="176770"/>
                </a:lnTo>
                <a:lnTo>
                  <a:pt x="470419" y="134469"/>
                </a:lnTo>
                <a:lnTo>
                  <a:pt x="445511" y="96574"/>
                </a:lnTo>
                <a:lnTo>
                  <a:pt x="415082" y="63850"/>
                </a:lnTo>
                <a:lnTo>
                  <a:pt x="379845" y="37065"/>
                </a:lnTo>
                <a:lnTo>
                  <a:pt x="340512" y="16984"/>
                </a:lnTo>
                <a:lnTo>
                  <a:pt x="297797" y="4373"/>
                </a:lnTo>
                <a:lnTo>
                  <a:pt x="252412" y="0"/>
                </a:lnTo>
                <a:close/>
              </a:path>
            </a:pathLst>
          </a:custGeom>
          <a:ln w="952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985837" y="1985898"/>
            <a:ext cx="505459" cy="542925"/>
          </a:xfrm>
          <a:custGeom>
            <a:avLst/>
            <a:gdLst/>
            <a:ahLst/>
            <a:cxnLst/>
            <a:rect l="l" t="t" r="r" b="b"/>
            <a:pathLst>
              <a:path w="505459" h="542925">
                <a:moveTo>
                  <a:pt x="252412" y="0"/>
                </a:moveTo>
                <a:lnTo>
                  <a:pt x="207039" y="4373"/>
                </a:lnTo>
                <a:lnTo>
                  <a:pt x="164335" y="16984"/>
                </a:lnTo>
                <a:lnTo>
                  <a:pt x="125013" y="37065"/>
                </a:lnTo>
                <a:lnTo>
                  <a:pt x="89784" y="63850"/>
                </a:lnTo>
                <a:lnTo>
                  <a:pt x="59362" y="96574"/>
                </a:lnTo>
                <a:lnTo>
                  <a:pt x="34460" y="134469"/>
                </a:lnTo>
                <a:lnTo>
                  <a:pt x="15791" y="176770"/>
                </a:lnTo>
                <a:lnTo>
                  <a:pt x="4066" y="222711"/>
                </a:lnTo>
                <a:lnTo>
                  <a:pt x="0" y="271525"/>
                </a:lnTo>
                <a:lnTo>
                  <a:pt x="4066" y="320335"/>
                </a:lnTo>
                <a:lnTo>
                  <a:pt x="15791" y="366265"/>
                </a:lnTo>
                <a:lnTo>
                  <a:pt x="34460" y="408549"/>
                </a:lnTo>
                <a:lnTo>
                  <a:pt x="59362" y="446425"/>
                </a:lnTo>
                <a:lnTo>
                  <a:pt x="89784" y="479127"/>
                </a:lnTo>
                <a:lnTo>
                  <a:pt x="125013" y="505892"/>
                </a:lnTo>
                <a:lnTo>
                  <a:pt x="164335" y="525956"/>
                </a:lnTo>
                <a:lnTo>
                  <a:pt x="207039" y="538555"/>
                </a:lnTo>
                <a:lnTo>
                  <a:pt x="252412" y="542925"/>
                </a:lnTo>
                <a:lnTo>
                  <a:pt x="297797" y="538555"/>
                </a:lnTo>
                <a:lnTo>
                  <a:pt x="340512" y="525956"/>
                </a:lnTo>
                <a:lnTo>
                  <a:pt x="379845" y="505892"/>
                </a:lnTo>
                <a:lnTo>
                  <a:pt x="415082" y="479127"/>
                </a:lnTo>
                <a:lnTo>
                  <a:pt x="445511" y="446425"/>
                </a:lnTo>
                <a:lnTo>
                  <a:pt x="470419" y="408549"/>
                </a:lnTo>
                <a:lnTo>
                  <a:pt x="489093" y="366265"/>
                </a:lnTo>
                <a:lnTo>
                  <a:pt x="500821" y="320335"/>
                </a:lnTo>
                <a:lnTo>
                  <a:pt x="504888" y="271525"/>
                </a:lnTo>
                <a:lnTo>
                  <a:pt x="500821" y="222711"/>
                </a:lnTo>
                <a:lnTo>
                  <a:pt x="489093" y="176770"/>
                </a:lnTo>
                <a:lnTo>
                  <a:pt x="470419" y="134469"/>
                </a:lnTo>
                <a:lnTo>
                  <a:pt x="445511" y="96574"/>
                </a:lnTo>
                <a:lnTo>
                  <a:pt x="415082" y="63850"/>
                </a:lnTo>
                <a:lnTo>
                  <a:pt x="379845" y="37065"/>
                </a:lnTo>
                <a:lnTo>
                  <a:pt x="340512" y="16984"/>
                </a:lnTo>
                <a:lnTo>
                  <a:pt x="297797" y="4373"/>
                </a:lnTo>
                <a:lnTo>
                  <a:pt x="252412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985837" y="3986276"/>
            <a:ext cx="505459" cy="542925"/>
          </a:xfrm>
          <a:custGeom>
            <a:avLst/>
            <a:gdLst/>
            <a:ahLst/>
            <a:cxnLst/>
            <a:rect l="l" t="t" r="r" b="b"/>
            <a:pathLst>
              <a:path w="505459" h="542925">
                <a:moveTo>
                  <a:pt x="252412" y="0"/>
                </a:moveTo>
                <a:lnTo>
                  <a:pt x="207039" y="4369"/>
                </a:lnTo>
                <a:lnTo>
                  <a:pt x="164335" y="16968"/>
                </a:lnTo>
                <a:lnTo>
                  <a:pt x="125013" y="37032"/>
                </a:lnTo>
                <a:lnTo>
                  <a:pt x="89784" y="63797"/>
                </a:lnTo>
                <a:lnTo>
                  <a:pt x="59362" y="96499"/>
                </a:lnTo>
                <a:lnTo>
                  <a:pt x="34460" y="134375"/>
                </a:lnTo>
                <a:lnTo>
                  <a:pt x="15791" y="176659"/>
                </a:lnTo>
                <a:lnTo>
                  <a:pt x="4066" y="222589"/>
                </a:lnTo>
                <a:lnTo>
                  <a:pt x="0" y="271399"/>
                </a:lnTo>
                <a:lnTo>
                  <a:pt x="4066" y="320213"/>
                </a:lnTo>
                <a:lnTo>
                  <a:pt x="15791" y="366154"/>
                </a:lnTo>
                <a:lnTo>
                  <a:pt x="34460" y="408455"/>
                </a:lnTo>
                <a:lnTo>
                  <a:pt x="59362" y="446350"/>
                </a:lnTo>
                <a:lnTo>
                  <a:pt x="89784" y="479074"/>
                </a:lnTo>
                <a:lnTo>
                  <a:pt x="125013" y="505859"/>
                </a:lnTo>
                <a:lnTo>
                  <a:pt x="164335" y="525940"/>
                </a:lnTo>
                <a:lnTo>
                  <a:pt x="207039" y="538551"/>
                </a:lnTo>
                <a:lnTo>
                  <a:pt x="252412" y="542925"/>
                </a:lnTo>
                <a:lnTo>
                  <a:pt x="297797" y="538551"/>
                </a:lnTo>
                <a:lnTo>
                  <a:pt x="340512" y="525940"/>
                </a:lnTo>
                <a:lnTo>
                  <a:pt x="379845" y="505859"/>
                </a:lnTo>
                <a:lnTo>
                  <a:pt x="415082" y="479074"/>
                </a:lnTo>
                <a:lnTo>
                  <a:pt x="445511" y="446350"/>
                </a:lnTo>
                <a:lnTo>
                  <a:pt x="470419" y="408455"/>
                </a:lnTo>
                <a:lnTo>
                  <a:pt x="489093" y="366154"/>
                </a:lnTo>
                <a:lnTo>
                  <a:pt x="500821" y="320213"/>
                </a:lnTo>
                <a:lnTo>
                  <a:pt x="504888" y="271399"/>
                </a:lnTo>
                <a:lnTo>
                  <a:pt x="500821" y="222589"/>
                </a:lnTo>
                <a:lnTo>
                  <a:pt x="489093" y="176659"/>
                </a:lnTo>
                <a:lnTo>
                  <a:pt x="470419" y="134375"/>
                </a:lnTo>
                <a:lnTo>
                  <a:pt x="445511" y="96499"/>
                </a:lnTo>
                <a:lnTo>
                  <a:pt x="415082" y="63797"/>
                </a:lnTo>
                <a:lnTo>
                  <a:pt x="379845" y="37032"/>
                </a:lnTo>
                <a:lnTo>
                  <a:pt x="340512" y="16968"/>
                </a:lnTo>
                <a:lnTo>
                  <a:pt x="297797" y="4369"/>
                </a:lnTo>
                <a:lnTo>
                  <a:pt x="252412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985837" y="2652776"/>
            <a:ext cx="505459" cy="542925"/>
          </a:xfrm>
          <a:custGeom>
            <a:avLst/>
            <a:gdLst/>
            <a:ahLst/>
            <a:cxnLst/>
            <a:rect l="l" t="t" r="r" b="b"/>
            <a:pathLst>
              <a:path w="505459" h="542925">
                <a:moveTo>
                  <a:pt x="252412" y="0"/>
                </a:moveTo>
                <a:lnTo>
                  <a:pt x="207039" y="4369"/>
                </a:lnTo>
                <a:lnTo>
                  <a:pt x="164335" y="16968"/>
                </a:lnTo>
                <a:lnTo>
                  <a:pt x="125013" y="37032"/>
                </a:lnTo>
                <a:lnTo>
                  <a:pt x="89784" y="63797"/>
                </a:lnTo>
                <a:lnTo>
                  <a:pt x="59362" y="96499"/>
                </a:lnTo>
                <a:lnTo>
                  <a:pt x="34460" y="134375"/>
                </a:lnTo>
                <a:lnTo>
                  <a:pt x="15791" y="176659"/>
                </a:lnTo>
                <a:lnTo>
                  <a:pt x="4066" y="222589"/>
                </a:lnTo>
                <a:lnTo>
                  <a:pt x="0" y="271399"/>
                </a:lnTo>
                <a:lnTo>
                  <a:pt x="4066" y="320213"/>
                </a:lnTo>
                <a:lnTo>
                  <a:pt x="15791" y="366154"/>
                </a:lnTo>
                <a:lnTo>
                  <a:pt x="34460" y="408455"/>
                </a:lnTo>
                <a:lnTo>
                  <a:pt x="59362" y="446350"/>
                </a:lnTo>
                <a:lnTo>
                  <a:pt x="89784" y="479074"/>
                </a:lnTo>
                <a:lnTo>
                  <a:pt x="125013" y="505859"/>
                </a:lnTo>
                <a:lnTo>
                  <a:pt x="164335" y="525940"/>
                </a:lnTo>
                <a:lnTo>
                  <a:pt x="207039" y="538551"/>
                </a:lnTo>
                <a:lnTo>
                  <a:pt x="252412" y="542925"/>
                </a:lnTo>
                <a:lnTo>
                  <a:pt x="297797" y="538551"/>
                </a:lnTo>
                <a:lnTo>
                  <a:pt x="340512" y="525940"/>
                </a:lnTo>
                <a:lnTo>
                  <a:pt x="379845" y="505859"/>
                </a:lnTo>
                <a:lnTo>
                  <a:pt x="415082" y="479074"/>
                </a:lnTo>
                <a:lnTo>
                  <a:pt x="445511" y="446350"/>
                </a:lnTo>
                <a:lnTo>
                  <a:pt x="470419" y="408455"/>
                </a:lnTo>
                <a:lnTo>
                  <a:pt x="489093" y="366154"/>
                </a:lnTo>
                <a:lnTo>
                  <a:pt x="500821" y="320213"/>
                </a:lnTo>
                <a:lnTo>
                  <a:pt x="504888" y="271399"/>
                </a:lnTo>
                <a:lnTo>
                  <a:pt x="500821" y="222589"/>
                </a:lnTo>
                <a:lnTo>
                  <a:pt x="489093" y="176659"/>
                </a:lnTo>
                <a:lnTo>
                  <a:pt x="470419" y="134375"/>
                </a:lnTo>
                <a:lnTo>
                  <a:pt x="445511" y="96499"/>
                </a:lnTo>
                <a:lnTo>
                  <a:pt x="415082" y="63797"/>
                </a:lnTo>
                <a:lnTo>
                  <a:pt x="379845" y="37032"/>
                </a:lnTo>
                <a:lnTo>
                  <a:pt x="340512" y="16968"/>
                </a:lnTo>
                <a:lnTo>
                  <a:pt x="297797" y="4369"/>
                </a:lnTo>
                <a:lnTo>
                  <a:pt x="252412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985837" y="6434201"/>
            <a:ext cx="505459" cy="542925"/>
          </a:xfrm>
          <a:custGeom>
            <a:avLst/>
            <a:gdLst/>
            <a:ahLst/>
            <a:cxnLst/>
            <a:rect l="l" t="t" r="r" b="b"/>
            <a:pathLst>
              <a:path w="505459" h="542925">
                <a:moveTo>
                  <a:pt x="252412" y="0"/>
                </a:moveTo>
                <a:lnTo>
                  <a:pt x="207039" y="4369"/>
                </a:lnTo>
                <a:lnTo>
                  <a:pt x="164335" y="16968"/>
                </a:lnTo>
                <a:lnTo>
                  <a:pt x="125013" y="37032"/>
                </a:lnTo>
                <a:lnTo>
                  <a:pt x="89784" y="63797"/>
                </a:lnTo>
                <a:lnTo>
                  <a:pt x="59362" y="96499"/>
                </a:lnTo>
                <a:lnTo>
                  <a:pt x="34460" y="134375"/>
                </a:lnTo>
                <a:lnTo>
                  <a:pt x="15791" y="176659"/>
                </a:lnTo>
                <a:lnTo>
                  <a:pt x="4066" y="222589"/>
                </a:lnTo>
                <a:lnTo>
                  <a:pt x="0" y="271399"/>
                </a:lnTo>
                <a:lnTo>
                  <a:pt x="4066" y="320208"/>
                </a:lnTo>
                <a:lnTo>
                  <a:pt x="15791" y="366138"/>
                </a:lnTo>
                <a:lnTo>
                  <a:pt x="34460" y="408422"/>
                </a:lnTo>
                <a:lnTo>
                  <a:pt x="59362" y="446298"/>
                </a:lnTo>
                <a:lnTo>
                  <a:pt x="89784" y="479000"/>
                </a:lnTo>
                <a:lnTo>
                  <a:pt x="125013" y="505765"/>
                </a:lnTo>
                <a:lnTo>
                  <a:pt x="164335" y="525829"/>
                </a:lnTo>
                <a:lnTo>
                  <a:pt x="207039" y="538428"/>
                </a:lnTo>
                <a:lnTo>
                  <a:pt x="252412" y="542798"/>
                </a:lnTo>
                <a:lnTo>
                  <a:pt x="297797" y="538428"/>
                </a:lnTo>
                <a:lnTo>
                  <a:pt x="340512" y="525829"/>
                </a:lnTo>
                <a:lnTo>
                  <a:pt x="379845" y="505765"/>
                </a:lnTo>
                <a:lnTo>
                  <a:pt x="415082" y="479000"/>
                </a:lnTo>
                <a:lnTo>
                  <a:pt x="445511" y="446298"/>
                </a:lnTo>
                <a:lnTo>
                  <a:pt x="470419" y="408422"/>
                </a:lnTo>
                <a:lnTo>
                  <a:pt x="489093" y="366138"/>
                </a:lnTo>
                <a:lnTo>
                  <a:pt x="500821" y="320208"/>
                </a:lnTo>
                <a:lnTo>
                  <a:pt x="504888" y="271399"/>
                </a:lnTo>
                <a:lnTo>
                  <a:pt x="500821" y="222589"/>
                </a:lnTo>
                <a:lnTo>
                  <a:pt x="489093" y="176659"/>
                </a:lnTo>
                <a:lnTo>
                  <a:pt x="470419" y="134375"/>
                </a:lnTo>
                <a:lnTo>
                  <a:pt x="445511" y="96499"/>
                </a:lnTo>
                <a:lnTo>
                  <a:pt x="415082" y="63797"/>
                </a:lnTo>
                <a:lnTo>
                  <a:pt x="379845" y="37032"/>
                </a:lnTo>
                <a:lnTo>
                  <a:pt x="340512" y="16968"/>
                </a:lnTo>
                <a:lnTo>
                  <a:pt x="297797" y="4369"/>
                </a:lnTo>
                <a:lnTo>
                  <a:pt x="252412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985837" y="4653026"/>
            <a:ext cx="505459" cy="542925"/>
          </a:xfrm>
          <a:custGeom>
            <a:avLst/>
            <a:gdLst/>
            <a:ahLst/>
            <a:cxnLst/>
            <a:rect l="l" t="t" r="r" b="b"/>
            <a:pathLst>
              <a:path w="505459" h="542925">
                <a:moveTo>
                  <a:pt x="252412" y="0"/>
                </a:moveTo>
                <a:lnTo>
                  <a:pt x="207039" y="4369"/>
                </a:lnTo>
                <a:lnTo>
                  <a:pt x="164335" y="16968"/>
                </a:lnTo>
                <a:lnTo>
                  <a:pt x="125013" y="37032"/>
                </a:lnTo>
                <a:lnTo>
                  <a:pt x="89784" y="63797"/>
                </a:lnTo>
                <a:lnTo>
                  <a:pt x="59362" y="96499"/>
                </a:lnTo>
                <a:lnTo>
                  <a:pt x="34460" y="134375"/>
                </a:lnTo>
                <a:lnTo>
                  <a:pt x="15791" y="176659"/>
                </a:lnTo>
                <a:lnTo>
                  <a:pt x="4066" y="222589"/>
                </a:lnTo>
                <a:lnTo>
                  <a:pt x="0" y="271399"/>
                </a:lnTo>
                <a:lnTo>
                  <a:pt x="4066" y="320213"/>
                </a:lnTo>
                <a:lnTo>
                  <a:pt x="15791" y="366154"/>
                </a:lnTo>
                <a:lnTo>
                  <a:pt x="34460" y="408455"/>
                </a:lnTo>
                <a:lnTo>
                  <a:pt x="59362" y="446350"/>
                </a:lnTo>
                <a:lnTo>
                  <a:pt x="89784" y="479074"/>
                </a:lnTo>
                <a:lnTo>
                  <a:pt x="125013" y="505859"/>
                </a:lnTo>
                <a:lnTo>
                  <a:pt x="164335" y="525940"/>
                </a:lnTo>
                <a:lnTo>
                  <a:pt x="207039" y="538551"/>
                </a:lnTo>
                <a:lnTo>
                  <a:pt x="252412" y="542925"/>
                </a:lnTo>
                <a:lnTo>
                  <a:pt x="297797" y="538551"/>
                </a:lnTo>
                <a:lnTo>
                  <a:pt x="340512" y="525940"/>
                </a:lnTo>
                <a:lnTo>
                  <a:pt x="379845" y="505859"/>
                </a:lnTo>
                <a:lnTo>
                  <a:pt x="415082" y="479074"/>
                </a:lnTo>
                <a:lnTo>
                  <a:pt x="445511" y="446350"/>
                </a:lnTo>
                <a:lnTo>
                  <a:pt x="470419" y="408455"/>
                </a:lnTo>
                <a:lnTo>
                  <a:pt x="489093" y="366154"/>
                </a:lnTo>
                <a:lnTo>
                  <a:pt x="500821" y="320213"/>
                </a:lnTo>
                <a:lnTo>
                  <a:pt x="504888" y="271399"/>
                </a:lnTo>
                <a:lnTo>
                  <a:pt x="500821" y="222589"/>
                </a:lnTo>
                <a:lnTo>
                  <a:pt x="489093" y="176659"/>
                </a:lnTo>
                <a:lnTo>
                  <a:pt x="470419" y="134375"/>
                </a:lnTo>
                <a:lnTo>
                  <a:pt x="445511" y="96499"/>
                </a:lnTo>
                <a:lnTo>
                  <a:pt x="415082" y="63797"/>
                </a:lnTo>
                <a:lnTo>
                  <a:pt x="379845" y="37032"/>
                </a:lnTo>
                <a:lnTo>
                  <a:pt x="340512" y="16968"/>
                </a:lnTo>
                <a:lnTo>
                  <a:pt x="297797" y="4369"/>
                </a:lnTo>
                <a:lnTo>
                  <a:pt x="252412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1148397" y="2103691"/>
            <a:ext cx="170180" cy="296037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6830">
              <a:lnSpc>
                <a:spcPct val="100000"/>
              </a:lnSpc>
              <a:spcBef>
                <a:spcPts val="125"/>
              </a:spcBef>
            </a:pPr>
            <a:r>
              <a:rPr sz="1700" b="1" i="1" spc="-310" dirty="0">
                <a:solidFill>
                  <a:srgbClr val="181818"/>
                </a:solidFill>
                <a:latin typeface="Trebuchet MS"/>
                <a:cs typeface="Trebuchet MS"/>
              </a:rPr>
              <a:t>1</a:t>
            </a:r>
            <a:endParaRPr sz="17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235"/>
              </a:spcBef>
            </a:pPr>
            <a:endParaRPr sz="1700">
              <a:latin typeface="Trebuchet MS"/>
              <a:cs typeface="Trebuchet MS"/>
            </a:endParaRPr>
          </a:p>
          <a:p>
            <a:pPr marL="17145">
              <a:lnSpc>
                <a:spcPct val="100000"/>
              </a:lnSpc>
            </a:pPr>
            <a:r>
              <a:rPr sz="1700" b="1" i="1" spc="10" dirty="0">
                <a:solidFill>
                  <a:srgbClr val="181818"/>
                </a:solidFill>
                <a:latin typeface="Trebuchet MS"/>
                <a:cs typeface="Trebuchet MS"/>
              </a:rPr>
              <a:t>2</a:t>
            </a:r>
            <a:endParaRPr sz="17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250"/>
              </a:spcBef>
            </a:pPr>
            <a:endParaRPr sz="1700">
              <a:latin typeface="Trebuchet MS"/>
              <a:cs typeface="Trebuchet MS"/>
            </a:endParaRPr>
          </a:p>
          <a:p>
            <a:pPr marL="19050">
              <a:lnSpc>
                <a:spcPct val="100000"/>
              </a:lnSpc>
            </a:pPr>
            <a:r>
              <a:rPr sz="1700" b="1" i="1" spc="-50" dirty="0">
                <a:solidFill>
                  <a:srgbClr val="181818"/>
                </a:solidFill>
                <a:latin typeface="Trebuchet MS"/>
                <a:cs typeface="Trebuchet MS"/>
              </a:rPr>
              <a:t>3</a:t>
            </a:r>
            <a:endParaRPr sz="17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245"/>
              </a:spcBef>
            </a:pPr>
            <a:endParaRPr sz="17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sz="1700" b="1" i="1" spc="80" dirty="0">
                <a:solidFill>
                  <a:srgbClr val="181818"/>
                </a:solidFill>
                <a:latin typeface="Trebuchet MS"/>
                <a:cs typeface="Trebuchet MS"/>
              </a:rPr>
              <a:t>4</a:t>
            </a:r>
            <a:endParaRPr sz="17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245"/>
              </a:spcBef>
            </a:pPr>
            <a:endParaRPr sz="1700">
              <a:latin typeface="Trebuchet MS"/>
              <a:cs typeface="Trebuchet MS"/>
            </a:endParaRPr>
          </a:p>
          <a:p>
            <a:pPr marL="17780">
              <a:lnSpc>
                <a:spcPct val="100000"/>
              </a:lnSpc>
              <a:spcBef>
                <a:spcPts val="5"/>
              </a:spcBef>
            </a:pPr>
            <a:r>
              <a:rPr sz="1700" b="1" i="1" dirty="0">
                <a:solidFill>
                  <a:srgbClr val="181818"/>
                </a:solidFill>
                <a:latin typeface="Trebuchet MS"/>
                <a:cs typeface="Trebuchet MS"/>
              </a:rPr>
              <a:t>5</a:t>
            </a:r>
            <a:endParaRPr sz="1700">
              <a:latin typeface="Trebuchet MS"/>
              <a:cs typeface="Trebuchet MS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985837" y="7100823"/>
            <a:ext cx="505459" cy="542925"/>
          </a:xfrm>
          <a:custGeom>
            <a:avLst/>
            <a:gdLst/>
            <a:ahLst/>
            <a:cxnLst/>
            <a:rect l="l" t="t" r="r" b="b"/>
            <a:pathLst>
              <a:path w="505459" h="542925">
                <a:moveTo>
                  <a:pt x="252412" y="0"/>
                </a:moveTo>
                <a:lnTo>
                  <a:pt x="207039" y="4373"/>
                </a:lnTo>
                <a:lnTo>
                  <a:pt x="164335" y="16984"/>
                </a:lnTo>
                <a:lnTo>
                  <a:pt x="125013" y="37065"/>
                </a:lnTo>
                <a:lnTo>
                  <a:pt x="89784" y="63850"/>
                </a:lnTo>
                <a:lnTo>
                  <a:pt x="59362" y="96574"/>
                </a:lnTo>
                <a:lnTo>
                  <a:pt x="34460" y="134469"/>
                </a:lnTo>
                <a:lnTo>
                  <a:pt x="15791" y="176770"/>
                </a:lnTo>
                <a:lnTo>
                  <a:pt x="4066" y="222711"/>
                </a:lnTo>
                <a:lnTo>
                  <a:pt x="0" y="271525"/>
                </a:lnTo>
                <a:lnTo>
                  <a:pt x="4066" y="320335"/>
                </a:lnTo>
                <a:lnTo>
                  <a:pt x="15791" y="366265"/>
                </a:lnTo>
                <a:lnTo>
                  <a:pt x="34460" y="408549"/>
                </a:lnTo>
                <a:lnTo>
                  <a:pt x="59362" y="446425"/>
                </a:lnTo>
                <a:lnTo>
                  <a:pt x="89784" y="479127"/>
                </a:lnTo>
                <a:lnTo>
                  <a:pt x="125013" y="505892"/>
                </a:lnTo>
                <a:lnTo>
                  <a:pt x="164335" y="525956"/>
                </a:lnTo>
                <a:lnTo>
                  <a:pt x="207039" y="538555"/>
                </a:lnTo>
                <a:lnTo>
                  <a:pt x="252412" y="542925"/>
                </a:lnTo>
                <a:lnTo>
                  <a:pt x="297797" y="538555"/>
                </a:lnTo>
                <a:lnTo>
                  <a:pt x="340512" y="525956"/>
                </a:lnTo>
                <a:lnTo>
                  <a:pt x="379845" y="505892"/>
                </a:lnTo>
                <a:lnTo>
                  <a:pt x="415082" y="479127"/>
                </a:lnTo>
                <a:lnTo>
                  <a:pt x="445511" y="446425"/>
                </a:lnTo>
                <a:lnTo>
                  <a:pt x="470419" y="408549"/>
                </a:lnTo>
                <a:lnTo>
                  <a:pt x="489093" y="366265"/>
                </a:lnTo>
                <a:lnTo>
                  <a:pt x="500821" y="320335"/>
                </a:lnTo>
                <a:lnTo>
                  <a:pt x="504888" y="271525"/>
                </a:lnTo>
                <a:lnTo>
                  <a:pt x="500821" y="222711"/>
                </a:lnTo>
                <a:lnTo>
                  <a:pt x="489093" y="176770"/>
                </a:lnTo>
                <a:lnTo>
                  <a:pt x="470419" y="134469"/>
                </a:lnTo>
                <a:lnTo>
                  <a:pt x="445511" y="96574"/>
                </a:lnTo>
                <a:lnTo>
                  <a:pt x="415082" y="63850"/>
                </a:lnTo>
                <a:lnTo>
                  <a:pt x="379845" y="37065"/>
                </a:lnTo>
                <a:lnTo>
                  <a:pt x="340512" y="16984"/>
                </a:lnTo>
                <a:lnTo>
                  <a:pt x="297797" y="4373"/>
                </a:lnTo>
                <a:lnTo>
                  <a:pt x="252412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985837" y="7767573"/>
            <a:ext cx="505459" cy="542925"/>
          </a:xfrm>
          <a:custGeom>
            <a:avLst/>
            <a:gdLst/>
            <a:ahLst/>
            <a:cxnLst/>
            <a:rect l="l" t="t" r="r" b="b"/>
            <a:pathLst>
              <a:path w="505459" h="542925">
                <a:moveTo>
                  <a:pt x="252412" y="0"/>
                </a:moveTo>
                <a:lnTo>
                  <a:pt x="207039" y="4373"/>
                </a:lnTo>
                <a:lnTo>
                  <a:pt x="164335" y="16984"/>
                </a:lnTo>
                <a:lnTo>
                  <a:pt x="125013" y="37065"/>
                </a:lnTo>
                <a:lnTo>
                  <a:pt x="89784" y="63850"/>
                </a:lnTo>
                <a:lnTo>
                  <a:pt x="59362" y="96574"/>
                </a:lnTo>
                <a:lnTo>
                  <a:pt x="34460" y="134469"/>
                </a:lnTo>
                <a:lnTo>
                  <a:pt x="15791" y="176770"/>
                </a:lnTo>
                <a:lnTo>
                  <a:pt x="4066" y="222711"/>
                </a:lnTo>
                <a:lnTo>
                  <a:pt x="0" y="271525"/>
                </a:lnTo>
                <a:lnTo>
                  <a:pt x="4066" y="320335"/>
                </a:lnTo>
                <a:lnTo>
                  <a:pt x="15791" y="366265"/>
                </a:lnTo>
                <a:lnTo>
                  <a:pt x="34460" y="408549"/>
                </a:lnTo>
                <a:lnTo>
                  <a:pt x="59362" y="446425"/>
                </a:lnTo>
                <a:lnTo>
                  <a:pt x="89784" y="479127"/>
                </a:lnTo>
                <a:lnTo>
                  <a:pt x="125013" y="505892"/>
                </a:lnTo>
                <a:lnTo>
                  <a:pt x="164335" y="525956"/>
                </a:lnTo>
                <a:lnTo>
                  <a:pt x="207039" y="538555"/>
                </a:lnTo>
                <a:lnTo>
                  <a:pt x="252412" y="542925"/>
                </a:lnTo>
                <a:lnTo>
                  <a:pt x="297797" y="538555"/>
                </a:lnTo>
                <a:lnTo>
                  <a:pt x="340512" y="525956"/>
                </a:lnTo>
                <a:lnTo>
                  <a:pt x="379845" y="505892"/>
                </a:lnTo>
                <a:lnTo>
                  <a:pt x="415082" y="479127"/>
                </a:lnTo>
                <a:lnTo>
                  <a:pt x="445511" y="446425"/>
                </a:lnTo>
                <a:lnTo>
                  <a:pt x="470419" y="408549"/>
                </a:lnTo>
                <a:lnTo>
                  <a:pt x="489093" y="366265"/>
                </a:lnTo>
                <a:lnTo>
                  <a:pt x="500821" y="320335"/>
                </a:lnTo>
                <a:lnTo>
                  <a:pt x="504888" y="271525"/>
                </a:lnTo>
                <a:lnTo>
                  <a:pt x="500821" y="222711"/>
                </a:lnTo>
                <a:lnTo>
                  <a:pt x="489093" y="176770"/>
                </a:lnTo>
                <a:lnTo>
                  <a:pt x="470419" y="134469"/>
                </a:lnTo>
                <a:lnTo>
                  <a:pt x="445511" y="96574"/>
                </a:lnTo>
                <a:lnTo>
                  <a:pt x="415082" y="63850"/>
                </a:lnTo>
                <a:lnTo>
                  <a:pt x="379845" y="37065"/>
                </a:lnTo>
                <a:lnTo>
                  <a:pt x="340512" y="16984"/>
                </a:lnTo>
                <a:lnTo>
                  <a:pt x="297797" y="4373"/>
                </a:lnTo>
                <a:lnTo>
                  <a:pt x="252412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1148397" y="6551548"/>
            <a:ext cx="170815" cy="16249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7780">
              <a:lnSpc>
                <a:spcPct val="100000"/>
              </a:lnSpc>
              <a:spcBef>
                <a:spcPts val="125"/>
              </a:spcBef>
            </a:pPr>
            <a:r>
              <a:rPr sz="1700" b="1" i="1" dirty="0">
                <a:solidFill>
                  <a:srgbClr val="181818"/>
                </a:solidFill>
                <a:latin typeface="Trebuchet MS"/>
                <a:cs typeface="Trebuchet MS"/>
              </a:rPr>
              <a:t>7</a:t>
            </a:r>
            <a:endParaRPr sz="17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245"/>
              </a:spcBef>
            </a:pPr>
            <a:endParaRPr sz="17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700" b="1" i="1" spc="90" dirty="0">
                <a:solidFill>
                  <a:srgbClr val="181818"/>
                </a:solidFill>
                <a:latin typeface="Trebuchet MS"/>
                <a:cs typeface="Trebuchet MS"/>
              </a:rPr>
              <a:t>8</a:t>
            </a:r>
            <a:endParaRPr sz="17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245"/>
              </a:spcBef>
            </a:pPr>
            <a:endParaRPr sz="1700">
              <a:latin typeface="Trebuchet MS"/>
              <a:cs typeface="Trebuchet MS"/>
            </a:endParaRPr>
          </a:p>
          <a:p>
            <a:pPr marL="14604">
              <a:lnSpc>
                <a:spcPct val="100000"/>
              </a:lnSpc>
            </a:pPr>
            <a:r>
              <a:rPr sz="1700" b="1" i="1" spc="60" dirty="0">
                <a:solidFill>
                  <a:srgbClr val="181818"/>
                </a:solidFill>
                <a:latin typeface="Trebuchet MS"/>
                <a:cs typeface="Trebuchet MS"/>
              </a:rPr>
              <a:t>9</a:t>
            </a:r>
            <a:endParaRPr sz="1700">
              <a:latin typeface="Trebuchet MS"/>
              <a:cs typeface="Trebuchet MS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16331437" y="927832"/>
            <a:ext cx="914400" cy="203200"/>
          </a:xfrm>
          <a:custGeom>
            <a:avLst/>
            <a:gdLst/>
            <a:ahLst/>
            <a:cxnLst/>
            <a:rect l="l" t="t" r="r" b="b"/>
            <a:pathLst>
              <a:path w="914400" h="203200">
                <a:moveTo>
                  <a:pt x="114280" y="0"/>
                </a:moveTo>
                <a:lnTo>
                  <a:pt x="69787" y="7962"/>
                </a:lnTo>
                <a:lnTo>
                  <a:pt x="33462" y="29680"/>
                </a:lnTo>
                <a:lnTo>
                  <a:pt x="8977" y="61899"/>
                </a:lnTo>
                <a:lnTo>
                  <a:pt x="0" y="101365"/>
                </a:lnTo>
                <a:lnTo>
                  <a:pt x="8977" y="140829"/>
                </a:lnTo>
                <a:lnTo>
                  <a:pt x="33463" y="173048"/>
                </a:lnTo>
                <a:lnTo>
                  <a:pt x="69788" y="194766"/>
                </a:lnTo>
                <a:lnTo>
                  <a:pt x="114281" y="202729"/>
                </a:lnTo>
                <a:lnTo>
                  <a:pt x="158774" y="194766"/>
                </a:lnTo>
                <a:lnTo>
                  <a:pt x="195098" y="173048"/>
                </a:lnTo>
                <a:lnTo>
                  <a:pt x="219583" y="140829"/>
                </a:lnTo>
                <a:lnTo>
                  <a:pt x="228560" y="101365"/>
                </a:lnTo>
                <a:lnTo>
                  <a:pt x="219582" y="61899"/>
                </a:lnTo>
                <a:lnTo>
                  <a:pt x="195097" y="29680"/>
                </a:lnTo>
                <a:lnTo>
                  <a:pt x="158773" y="7962"/>
                </a:lnTo>
                <a:lnTo>
                  <a:pt x="114280" y="0"/>
                </a:lnTo>
                <a:close/>
              </a:path>
              <a:path w="914400" h="203200">
                <a:moveTo>
                  <a:pt x="799962" y="0"/>
                </a:moveTo>
                <a:lnTo>
                  <a:pt x="755461" y="7962"/>
                </a:lnTo>
                <a:lnTo>
                  <a:pt x="719138" y="29680"/>
                </a:lnTo>
                <a:lnTo>
                  <a:pt x="694658" y="61899"/>
                </a:lnTo>
                <a:lnTo>
                  <a:pt x="685684" y="101365"/>
                </a:lnTo>
                <a:lnTo>
                  <a:pt x="694658" y="140829"/>
                </a:lnTo>
                <a:lnTo>
                  <a:pt x="719139" y="173048"/>
                </a:lnTo>
                <a:lnTo>
                  <a:pt x="755462" y="194766"/>
                </a:lnTo>
                <a:lnTo>
                  <a:pt x="799963" y="202729"/>
                </a:lnTo>
                <a:lnTo>
                  <a:pt x="844448" y="194766"/>
                </a:lnTo>
                <a:lnTo>
                  <a:pt x="880773" y="173048"/>
                </a:lnTo>
                <a:lnTo>
                  <a:pt x="905262" y="140829"/>
                </a:lnTo>
                <a:lnTo>
                  <a:pt x="914242" y="101365"/>
                </a:lnTo>
                <a:lnTo>
                  <a:pt x="905262" y="61899"/>
                </a:lnTo>
                <a:lnTo>
                  <a:pt x="880772" y="29680"/>
                </a:lnTo>
                <a:lnTo>
                  <a:pt x="844447" y="7962"/>
                </a:lnTo>
                <a:lnTo>
                  <a:pt x="799962" y="0"/>
                </a:lnTo>
                <a:close/>
              </a:path>
              <a:path w="914400" h="203200">
                <a:moveTo>
                  <a:pt x="457125" y="0"/>
                </a:moveTo>
                <a:lnTo>
                  <a:pt x="412623" y="7962"/>
                </a:lnTo>
                <a:lnTo>
                  <a:pt x="376297" y="29680"/>
                </a:lnTo>
                <a:lnTo>
                  <a:pt x="351814" y="61899"/>
                </a:lnTo>
                <a:lnTo>
                  <a:pt x="342839" y="101365"/>
                </a:lnTo>
                <a:lnTo>
                  <a:pt x="351815" y="140829"/>
                </a:lnTo>
                <a:lnTo>
                  <a:pt x="376298" y="173048"/>
                </a:lnTo>
                <a:lnTo>
                  <a:pt x="412624" y="194766"/>
                </a:lnTo>
                <a:lnTo>
                  <a:pt x="457126" y="202729"/>
                </a:lnTo>
                <a:lnTo>
                  <a:pt x="501611" y="194766"/>
                </a:lnTo>
                <a:lnTo>
                  <a:pt x="537935" y="173048"/>
                </a:lnTo>
                <a:lnTo>
                  <a:pt x="562425" y="140829"/>
                </a:lnTo>
                <a:lnTo>
                  <a:pt x="571404" y="101365"/>
                </a:lnTo>
                <a:lnTo>
                  <a:pt x="562424" y="61899"/>
                </a:lnTo>
                <a:lnTo>
                  <a:pt x="537935" y="29680"/>
                </a:lnTo>
                <a:lnTo>
                  <a:pt x="501610" y="7962"/>
                </a:lnTo>
                <a:lnTo>
                  <a:pt x="457125" y="0"/>
                </a:lnTo>
                <a:close/>
              </a:path>
            </a:pathLst>
          </a:custGeom>
          <a:solidFill>
            <a:srgbClr val="FC61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658235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WORKFLOW</a:t>
            </a:r>
          </a:p>
        </p:txBody>
      </p:sp>
      <p:pic>
        <p:nvPicPr>
          <p:cNvPr id="16" name="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940078" y="1906881"/>
            <a:ext cx="7461596" cy="8237243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33425" y="5972175"/>
            <a:ext cx="990600" cy="1000125"/>
          </a:xfrm>
          <a:custGeom>
            <a:avLst/>
            <a:gdLst/>
            <a:ahLst/>
            <a:cxnLst/>
            <a:rect l="l" t="t" r="r" b="b"/>
            <a:pathLst>
              <a:path w="990600" h="1000125">
                <a:moveTo>
                  <a:pt x="495300" y="0"/>
                </a:moveTo>
                <a:lnTo>
                  <a:pt x="447599" y="2289"/>
                </a:lnTo>
                <a:lnTo>
                  <a:pt x="401181" y="9017"/>
                </a:lnTo>
                <a:lnTo>
                  <a:pt x="356254" y="19974"/>
                </a:lnTo>
                <a:lnTo>
                  <a:pt x="313025" y="34950"/>
                </a:lnTo>
                <a:lnTo>
                  <a:pt x="271701" y="53737"/>
                </a:lnTo>
                <a:lnTo>
                  <a:pt x="232490" y="76123"/>
                </a:lnTo>
                <a:lnTo>
                  <a:pt x="195600" y="101899"/>
                </a:lnTo>
                <a:lnTo>
                  <a:pt x="161238" y="130856"/>
                </a:lnTo>
                <a:lnTo>
                  <a:pt x="129612" y="162785"/>
                </a:lnTo>
                <a:lnTo>
                  <a:pt x="100929" y="197474"/>
                </a:lnTo>
                <a:lnTo>
                  <a:pt x="75397" y="234715"/>
                </a:lnTo>
                <a:lnTo>
                  <a:pt x="53224" y="274297"/>
                </a:lnTo>
                <a:lnTo>
                  <a:pt x="34617" y="316012"/>
                </a:lnTo>
                <a:lnTo>
                  <a:pt x="19783" y="359649"/>
                </a:lnTo>
                <a:lnTo>
                  <a:pt x="8931" y="404999"/>
                </a:lnTo>
                <a:lnTo>
                  <a:pt x="2267" y="451852"/>
                </a:lnTo>
                <a:lnTo>
                  <a:pt x="0" y="499999"/>
                </a:lnTo>
                <a:lnTo>
                  <a:pt x="2267" y="548166"/>
                </a:lnTo>
                <a:lnTo>
                  <a:pt x="8931" y="595038"/>
                </a:lnTo>
                <a:lnTo>
                  <a:pt x="19783" y="640404"/>
                </a:lnTo>
                <a:lnTo>
                  <a:pt x="34617" y="684055"/>
                </a:lnTo>
                <a:lnTo>
                  <a:pt x="53224" y="725782"/>
                </a:lnTo>
                <a:lnTo>
                  <a:pt x="75397" y="765375"/>
                </a:lnTo>
                <a:lnTo>
                  <a:pt x="100929" y="802624"/>
                </a:lnTo>
                <a:lnTo>
                  <a:pt x="129612" y="837321"/>
                </a:lnTo>
                <a:lnTo>
                  <a:pt x="161238" y="869254"/>
                </a:lnTo>
                <a:lnTo>
                  <a:pt x="195600" y="898216"/>
                </a:lnTo>
                <a:lnTo>
                  <a:pt x="232490" y="923996"/>
                </a:lnTo>
                <a:lnTo>
                  <a:pt x="271701" y="946384"/>
                </a:lnTo>
                <a:lnTo>
                  <a:pt x="313025" y="965172"/>
                </a:lnTo>
                <a:lnTo>
                  <a:pt x="356254" y="980149"/>
                </a:lnTo>
                <a:lnTo>
                  <a:pt x="401181" y="991107"/>
                </a:lnTo>
                <a:lnTo>
                  <a:pt x="447599" y="997835"/>
                </a:lnTo>
                <a:lnTo>
                  <a:pt x="495300" y="1000125"/>
                </a:lnTo>
                <a:lnTo>
                  <a:pt x="543002" y="997835"/>
                </a:lnTo>
                <a:lnTo>
                  <a:pt x="589421" y="991107"/>
                </a:lnTo>
                <a:lnTo>
                  <a:pt x="634350" y="980149"/>
                </a:lnTo>
                <a:lnTo>
                  <a:pt x="677580" y="965172"/>
                </a:lnTo>
                <a:lnTo>
                  <a:pt x="718904" y="946384"/>
                </a:lnTo>
                <a:lnTo>
                  <a:pt x="758115" y="923996"/>
                </a:lnTo>
                <a:lnTo>
                  <a:pt x="795005" y="898216"/>
                </a:lnTo>
                <a:lnTo>
                  <a:pt x="829366" y="869254"/>
                </a:lnTo>
                <a:lnTo>
                  <a:pt x="860992" y="837321"/>
                </a:lnTo>
                <a:lnTo>
                  <a:pt x="889674" y="802624"/>
                </a:lnTo>
                <a:lnTo>
                  <a:pt x="915205" y="765375"/>
                </a:lnTo>
                <a:lnTo>
                  <a:pt x="937377" y="725782"/>
                </a:lnTo>
                <a:lnTo>
                  <a:pt x="955984" y="684055"/>
                </a:lnTo>
                <a:lnTo>
                  <a:pt x="970817" y="640404"/>
                </a:lnTo>
                <a:lnTo>
                  <a:pt x="981669" y="595038"/>
                </a:lnTo>
                <a:lnTo>
                  <a:pt x="988332" y="548166"/>
                </a:lnTo>
                <a:lnTo>
                  <a:pt x="990600" y="499999"/>
                </a:lnTo>
                <a:lnTo>
                  <a:pt x="988332" y="451852"/>
                </a:lnTo>
                <a:lnTo>
                  <a:pt x="981669" y="404999"/>
                </a:lnTo>
                <a:lnTo>
                  <a:pt x="970817" y="359649"/>
                </a:lnTo>
                <a:lnTo>
                  <a:pt x="955984" y="316012"/>
                </a:lnTo>
                <a:lnTo>
                  <a:pt x="937377" y="274297"/>
                </a:lnTo>
                <a:lnTo>
                  <a:pt x="915205" y="234715"/>
                </a:lnTo>
                <a:lnTo>
                  <a:pt x="889674" y="197474"/>
                </a:lnTo>
                <a:lnTo>
                  <a:pt x="860992" y="162785"/>
                </a:lnTo>
                <a:lnTo>
                  <a:pt x="829366" y="130856"/>
                </a:lnTo>
                <a:lnTo>
                  <a:pt x="795005" y="101899"/>
                </a:lnTo>
                <a:lnTo>
                  <a:pt x="758115" y="76123"/>
                </a:lnTo>
                <a:lnTo>
                  <a:pt x="718904" y="53737"/>
                </a:lnTo>
                <a:lnTo>
                  <a:pt x="677580" y="34950"/>
                </a:lnTo>
                <a:lnTo>
                  <a:pt x="634350" y="19974"/>
                </a:lnTo>
                <a:lnTo>
                  <a:pt x="589421" y="9017"/>
                </a:lnTo>
                <a:lnTo>
                  <a:pt x="543002" y="2289"/>
                </a:lnTo>
                <a:lnTo>
                  <a:pt x="495300" y="0"/>
                </a:lnTo>
                <a:close/>
              </a:path>
            </a:pathLst>
          </a:custGeom>
          <a:solidFill>
            <a:srgbClr val="FC61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115694" y="6228397"/>
            <a:ext cx="234950" cy="4375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700" b="1" i="1" spc="-50" dirty="0">
                <a:solidFill>
                  <a:srgbClr val="FFFDFD"/>
                </a:solidFill>
                <a:latin typeface="Trebuchet MS"/>
                <a:cs typeface="Trebuchet MS"/>
              </a:rPr>
              <a:t>7</a:t>
            </a:r>
            <a:endParaRPr sz="2700">
              <a:latin typeface="Trebuchet MS"/>
              <a:cs typeface="Trebuchet MS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985837" y="3319398"/>
            <a:ext cx="505459" cy="543560"/>
          </a:xfrm>
          <a:custGeom>
            <a:avLst/>
            <a:gdLst/>
            <a:ahLst/>
            <a:cxnLst/>
            <a:rect l="l" t="t" r="r" b="b"/>
            <a:pathLst>
              <a:path w="505459" h="543560">
                <a:moveTo>
                  <a:pt x="252412" y="0"/>
                </a:moveTo>
                <a:lnTo>
                  <a:pt x="207039" y="4373"/>
                </a:lnTo>
                <a:lnTo>
                  <a:pt x="164335" y="16984"/>
                </a:lnTo>
                <a:lnTo>
                  <a:pt x="125013" y="37065"/>
                </a:lnTo>
                <a:lnTo>
                  <a:pt x="89784" y="63850"/>
                </a:lnTo>
                <a:lnTo>
                  <a:pt x="59362" y="96574"/>
                </a:lnTo>
                <a:lnTo>
                  <a:pt x="34460" y="134469"/>
                </a:lnTo>
                <a:lnTo>
                  <a:pt x="15791" y="176770"/>
                </a:lnTo>
                <a:lnTo>
                  <a:pt x="4066" y="222711"/>
                </a:lnTo>
                <a:lnTo>
                  <a:pt x="0" y="271525"/>
                </a:lnTo>
                <a:lnTo>
                  <a:pt x="4066" y="320340"/>
                </a:lnTo>
                <a:lnTo>
                  <a:pt x="15791" y="366281"/>
                </a:lnTo>
                <a:lnTo>
                  <a:pt x="34460" y="408582"/>
                </a:lnTo>
                <a:lnTo>
                  <a:pt x="59362" y="446477"/>
                </a:lnTo>
                <a:lnTo>
                  <a:pt x="89784" y="479201"/>
                </a:lnTo>
                <a:lnTo>
                  <a:pt x="125013" y="505986"/>
                </a:lnTo>
                <a:lnTo>
                  <a:pt x="164335" y="526067"/>
                </a:lnTo>
                <a:lnTo>
                  <a:pt x="207039" y="538678"/>
                </a:lnTo>
                <a:lnTo>
                  <a:pt x="252412" y="543051"/>
                </a:lnTo>
                <a:lnTo>
                  <a:pt x="297797" y="538678"/>
                </a:lnTo>
                <a:lnTo>
                  <a:pt x="340512" y="526067"/>
                </a:lnTo>
                <a:lnTo>
                  <a:pt x="379845" y="505986"/>
                </a:lnTo>
                <a:lnTo>
                  <a:pt x="415082" y="479201"/>
                </a:lnTo>
                <a:lnTo>
                  <a:pt x="445511" y="446477"/>
                </a:lnTo>
                <a:lnTo>
                  <a:pt x="470419" y="408582"/>
                </a:lnTo>
                <a:lnTo>
                  <a:pt x="489093" y="366281"/>
                </a:lnTo>
                <a:lnTo>
                  <a:pt x="500821" y="320340"/>
                </a:lnTo>
                <a:lnTo>
                  <a:pt x="504888" y="271525"/>
                </a:lnTo>
                <a:lnTo>
                  <a:pt x="500821" y="222711"/>
                </a:lnTo>
                <a:lnTo>
                  <a:pt x="489093" y="176770"/>
                </a:lnTo>
                <a:lnTo>
                  <a:pt x="470419" y="134469"/>
                </a:lnTo>
                <a:lnTo>
                  <a:pt x="445511" y="96574"/>
                </a:lnTo>
                <a:lnTo>
                  <a:pt x="415082" y="63850"/>
                </a:lnTo>
                <a:lnTo>
                  <a:pt x="379845" y="37065"/>
                </a:lnTo>
                <a:lnTo>
                  <a:pt x="340512" y="16984"/>
                </a:lnTo>
                <a:lnTo>
                  <a:pt x="297797" y="4373"/>
                </a:lnTo>
                <a:lnTo>
                  <a:pt x="252412" y="0"/>
                </a:lnTo>
                <a:close/>
              </a:path>
            </a:pathLst>
          </a:custGeom>
          <a:ln w="952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154747" y="3438906"/>
            <a:ext cx="158115" cy="2882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700" b="1" i="1" spc="-50" dirty="0">
                <a:solidFill>
                  <a:srgbClr val="181818"/>
                </a:solidFill>
                <a:latin typeface="Trebuchet MS"/>
                <a:cs typeface="Trebuchet MS"/>
              </a:rPr>
              <a:t>3</a:t>
            </a:r>
            <a:endParaRPr sz="1700">
              <a:latin typeface="Trebuchet MS"/>
              <a:cs typeface="Trebuchet MS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985837" y="1985898"/>
            <a:ext cx="505459" cy="542925"/>
          </a:xfrm>
          <a:custGeom>
            <a:avLst/>
            <a:gdLst/>
            <a:ahLst/>
            <a:cxnLst/>
            <a:rect l="l" t="t" r="r" b="b"/>
            <a:pathLst>
              <a:path w="505459" h="542925">
                <a:moveTo>
                  <a:pt x="252412" y="0"/>
                </a:moveTo>
                <a:lnTo>
                  <a:pt x="207039" y="4373"/>
                </a:lnTo>
                <a:lnTo>
                  <a:pt x="164335" y="16984"/>
                </a:lnTo>
                <a:lnTo>
                  <a:pt x="125013" y="37065"/>
                </a:lnTo>
                <a:lnTo>
                  <a:pt x="89784" y="63850"/>
                </a:lnTo>
                <a:lnTo>
                  <a:pt x="59362" y="96574"/>
                </a:lnTo>
                <a:lnTo>
                  <a:pt x="34460" y="134469"/>
                </a:lnTo>
                <a:lnTo>
                  <a:pt x="15791" y="176770"/>
                </a:lnTo>
                <a:lnTo>
                  <a:pt x="4066" y="222711"/>
                </a:lnTo>
                <a:lnTo>
                  <a:pt x="0" y="271525"/>
                </a:lnTo>
                <a:lnTo>
                  <a:pt x="4066" y="320335"/>
                </a:lnTo>
                <a:lnTo>
                  <a:pt x="15791" y="366265"/>
                </a:lnTo>
                <a:lnTo>
                  <a:pt x="34460" y="408549"/>
                </a:lnTo>
                <a:lnTo>
                  <a:pt x="59362" y="446425"/>
                </a:lnTo>
                <a:lnTo>
                  <a:pt x="89784" y="479127"/>
                </a:lnTo>
                <a:lnTo>
                  <a:pt x="125013" y="505892"/>
                </a:lnTo>
                <a:lnTo>
                  <a:pt x="164335" y="525956"/>
                </a:lnTo>
                <a:lnTo>
                  <a:pt x="207039" y="538555"/>
                </a:lnTo>
                <a:lnTo>
                  <a:pt x="252412" y="542925"/>
                </a:lnTo>
                <a:lnTo>
                  <a:pt x="297797" y="538555"/>
                </a:lnTo>
                <a:lnTo>
                  <a:pt x="340512" y="525956"/>
                </a:lnTo>
                <a:lnTo>
                  <a:pt x="379845" y="505892"/>
                </a:lnTo>
                <a:lnTo>
                  <a:pt x="415082" y="479127"/>
                </a:lnTo>
                <a:lnTo>
                  <a:pt x="445511" y="446425"/>
                </a:lnTo>
                <a:lnTo>
                  <a:pt x="470419" y="408549"/>
                </a:lnTo>
                <a:lnTo>
                  <a:pt x="489093" y="366265"/>
                </a:lnTo>
                <a:lnTo>
                  <a:pt x="500821" y="320335"/>
                </a:lnTo>
                <a:lnTo>
                  <a:pt x="504888" y="271525"/>
                </a:lnTo>
                <a:lnTo>
                  <a:pt x="500821" y="222711"/>
                </a:lnTo>
                <a:lnTo>
                  <a:pt x="489093" y="176770"/>
                </a:lnTo>
                <a:lnTo>
                  <a:pt x="470419" y="134469"/>
                </a:lnTo>
                <a:lnTo>
                  <a:pt x="445511" y="96574"/>
                </a:lnTo>
                <a:lnTo>
                  <a:pt x="415082" y="63850"/>
                </a:lnTo>
                <a:lnTo>
                  <a:pt x="379845" y="37065"/>
                </a:lnTo>
                <a:lnTo>
                  <a:pt x="340512" y="16984"/>
                </a:lnTo>
                <a:lnTo>
                  <a:pt x="297797" y="4373"/>
                </a:lnTo>
                <a:lnTo>
                  <a:pt x="252412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172844" y="2103691"/>
            <a:ext cx="120650" cy="2889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700" b="1" i="1" spc="-310" dirty="0">
                <a:solidFill>
                  <a:srgbClr val="181818"/>
                </a:solidFill>
                <a:latin typeface="Trebuchet MS"/>
                <a:cs typeface="Trebuchet MS"/>
              </a:rPr>
              <a:t>1</a:t>
            </a:r>
            <a:endParaRPr sz="1700">
              <a:latin typeface="Trebuchet MS"/>
              <a:cs typeface="Trebuchet MS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985837" y="3986276"/>
            <a:ext cx="505459" cy="542925"/>
          </a:xfrm>
          <a:custGeom>
            <a:avLst/>
            <a:gdLst/>
            <a:ahLst/>
            <a:cxnLst/>
            <a:rect l="l" t="t" r="r" b="b"/>
            <a:pathLst>
              <a:path w="505459" h="542925">
                <a:moveTo>
                  <a:pt x="252412" y="0"/>
                </a:moveTo>
                <a:lnTo>
                  <a:pt x="207039" y="4369"/>
                </a:lnTo>
                <a:lnTo>
                  <a:pt x="164335" y="16968"/>
                </a:lnTo>
                <a:lnTo>
                  <a:pt x="125013" y="37032"/>
                </a:lnTo>
                <a:lnTo>
                  <a:pt x="89784" y="63797"/>
                </a:lnTo>
                <a:lnTo>
                  <a:pt x="59362" y="96499"/>
                </a:lnTo>
                <a:lnTo>
                  <a:pt x="34460" y="134375"/>
                </a:lnTo>
                <a:lnTo>
                  <a:pt x="15791" y="176659"/>
                </a:lnTo>
                <a:lnTo>
                  <a:pt x="4066" y="222589"/>
                </a:lnTo>
                <a:lnTo>
                  <a:pt x="0" y="271399"/>
                </a:lnTo>
                <a:lnTo>
                  <a:pt x="4066" y="320213"/>
                </a:lnTo>
                <a:lnTo>
                  <a:pt x="15791" y="366154"/>
                </a:lnTo>
                <a:lnTo>
                  <a:pt x="34460" y="408455"/>
                </a:lnTo>
                <a:lnTo>
                  <a:pt x="59362" y="446350"/>
                </a:lnTo>
                <a:lnTo>
                  <a:pt x="89784" y="479074"/>
                </a:lnTo>
                <a:lnTo>
                  <a:pt x="125013" y="505859"/>
                </a:lnTo>
                <a:lnTo>
                  <a:pt x="164335" y="525940"/>
                </a:lnTo>
                <a:lnTo>
                  <a:pt x="207039" y="538551"/>
                </a:lnTo>
                <a:lnTo>
                  <a:pt x="252412" y="542925"/>
                </a:lnTo>
                <a:lnTo>
                  <a:pt x="297797" y="538551"/>
                </a:lnTo>
                <a:lnTo>
                  <a:pt x="340512" y="525940"/>
                </a:lnTo>
                <a:lnTo>
                  <a:pt x="379845" y="505859"/>
                </a:lnTo>
                <a:lnTo>
                  <a:pt x="415082" y="479074"/>
                </a:lnTo>
                <a:lnTo>
                  <a:pt x="445511" y="446350"/>
                </a:lnTo>
                <a:lnTo>
                  <a:pt x="470419" y="408455"/>
                </a:lnTo>
                <a:lnTo>
                  <a:pt x="489093" y="366154"/>
                </a:lnTo>
                <a:lnTo>
                  <a:pt x="500821" y="320213"/>
                </a:lnTo>
                <a:lnTo>
                  <a:pt x="504888" y="271399"/>
                </a:lnTo>
                <a:lnTo>
                  <a:pt x="500821" y="222589"/>
                </a:lnTo>
                <a:lnTo>
                  <a:pt x="489093" y="176659"/>
                </a:lnTo>
                <a:lnTo>
                  <a:pt x="470419" y="134375"/>
                </a:lnTo>
                <a:lnTo>
                  <a:pt x="445511" y="96499"/>
                </a:lnTo>
                <a:lnTo>
                  <a:pt x="415082" y="63797"/>
                </a:lnTo>
                <a:lnTo>
                  <a:pt x="379845" y="37032"/>
                </a:lnTo>
                <a:lnTo>
                  <a:pt x="340512" y="16968"/>
                </a:lnTo>
                <a:lnTo>
                  <a:pt x="297797" y="4369"/>
                </a:lnTo>
                <a:lnTo>
                  <a:pt x="252412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1148397" y="4107179"/>
            <a:ext cx="170180" cy="2882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700" b="1" i="1" spc="80" dirty="0">
                <a:solidFill>
                  <a:srgbClr val="181818"/>
                </a:solidFill>
                <a:latin typeface="Trebuchet MS"/>
                <a:cs typeface="Trebuchet MS"/>
              </a:rPr>
              <a:t>4</a:t>
            </a:r>
            <a:endParaRPr sz="1700">
              <a:latin typeface="Trebuchet MS"/>
              <a:cs typeface="Trebuchet MS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985837" y="2652776"/>
            <a:ext cx="505459" cy="542925"/>
          </a:xfrm>
          <a:custGeom>
            <a:avLst/>
            <a:gdLst/>
            <a:ahLst/>
            <a:cxnLst/>
            <a:rect l="l" t="t" r="r" b="b"/>
            <a:pathLst>
              <a:path w="505459" h="542925">
                <a:moveTo>
                  <a:pt x="252412" y="0"/>
                </a:moveTo>
                <a:lnTo>
                  <a:pt x="207039" y="4369"/>
                </a:lnTo>
                <a:lnTo>
                  <a:pt x="164335" y="16968"/>
                </a:lnTo>
                <a:lnTo>
                  <a:pt x="125013" y="37032"/>
                </a:lnTo>
                <a:lnTo>
                  <a:pt x="89784" y="63797"/>
                </a:lnTo>
                <a:lnTo>
                  <a:pt x="59362" y="96499"/>
                </a:lnTo>
                <a:lnTo>
                  <a:pt x="34460" y="134375"/>
                </a:lnTo>
                <a:lnTo>
                  <a:pt x="15791" y="176659"/>
                </a:lnTo>
                <a:lnTo>
                  <a:pt x="4066" y="222589"/>
                </a:lnTo>
                <a:lnTo>
                  <a:pt x="0" y="271399"/>
                </a:lnTo>
                <a:lnTo>
                  <a:pt x="4066" y="320213"/>
                </a:lnTo>
                <a:lnTo>
                  <a:pt x="15791" y="366154"/>
                </a:lnTo>
                <a:lnTo>
                  <a:pt x="34460" y="408455"/>
                </a:lnTo>
                <a:lnTo>
                  <a:pt x="59362" y="446350"/>
                </a:lnTo>
                <a:lnTo>
                  <a:pt x="89784" y="479074"/>
                </a:lnTo>
                <a:lnTo>
                  <a:pt x="125013" y="505859"/>
                </a:lnTo>
                <a:lnTo>
                  <a:pt x="164335" y="525940"/>
                </a:lnTo>
                <a:lnTo>
                  <a:pt x="207039" y="538551"/>
                </a:lnTo>
                <a:lnTo>
                  <a:pt x="252412" y="542925"/>
                </a:lnTo>
                <a:lnTo>
                  <a:pt x="297797" y="538551"/>
                </a:lnTo>
                <a:lnTo>
                  <a:pt x="340512" y="525940"/>
                </a:lnTo>
                <a:lnTo>
                  <a:pt x="379845" y="505859"/>
                </a:lnTo>
                <a:lnTo>
                  <a:pt x="415082" y="479074"/>
                </a:lnTo>
                <a:lnTo>
                  <a:pt x="445511" y="446350"/>
                </a:lnTo>
                <a:lnTo>
                  <a:pt x="470419" y="408455"/>
                </a:lnTo>
                <a:lnTo>
                  <a:pt x="489093" y="366154"/>
                </a:lnTo>
                <a:lnTo>
                  <a:pt x="500821" y="320213"/>
                </a:lnTo>
                <a:lnTo>
                  <a:pt x="504888" y="271399"/>
                </a:lnTo>
                <a:lnTo>
                  <a:pt x="500821" y="222589"/>
                </a:lnTo>
                <a:lnTo>
                  <a:pt x="489093" y="176659"/>
                </a:lnTo>
                <a:lnTo>
                  <a:pt x="470419" y="134375"/>
                </a:lnTo>
                <a:lnTo>
                  <a:pt x="445511" y="96499"/>
                </a:lnTo>
                <a:lnTo>
                  <a:pt x="415082" y="63797"/>
                </a:lnTo>
                <a:lnTo>
                  <a:pt x="379845" y="37032"/>
                </a:lnTo>
                <a:lnTo>
                  <a:pt x="340512" y="16968"/>
                </a:lnTo>
                <a:lnTo>
                  <a:pt x="297797" y="4369"/>
                </a:lnTo>
                <a:lnTo>
                  <a:pt x="252412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1153160" y="2770187"/>
            <a:ext cx="160655" cy="2889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700" b="1" i="1" spc="10" dirty="0">
                <a:solidFill>
                  <a:srgbClr val="181818"/>
                </a:solidFill>
                <a:latin typeface="Trebuchet MS"/>
                <a:cs typeface="Trebuchet MS"/>
              </a:rPr>
              <a:t>2</a:t>
            </a:r>
            <a:endParaRPr sz="1700">
              <a:latin typeface="Trebuchet MS"/>
              <a:cs typeface="Trebuchet MS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985837" y="5319776"/>
            <a:ext cx="505459" cy="542925"/>
          </a:xfrm>
          <a:custGeom>
            <a:avLst/>
            <a:gdLst/>
            <a:ahLst/>
            <a:cxnLst/>
            <a:rect l="l" t="t" r="r" b="b"/>
            <a:pathLst>
              <a:path w="505459" h="542925">
                <a:moveTo>
                  <a:pt x="252412" y="0"/>
                </a:moveTo>
                <a:lnTo>
                  <a:pt x="207039" y="4369"/>
                </a:lnTo>
                <a:lnTo>
                  <a:pt x="164335" y="16968"/>
                </a:lnTo>
                <a:lnTo>
                  <a:pt x="125013" y="37032"/>
                </a:lnTo>
                <a:lnTo>
                  <a:pt x="89784" y="63797"/>
                </a:lnTo>
                <a:lnTo>
                  <a:pt x="59362" y="96499"/>
                </a:lnTo>
                <a:lnTo>
                  <a:pt x="34460" y="134375"/>
                </a:lnTo>
                <a:lnTo>
                  <a:pt x="15791" y="176659"/>
                </a:lnTo>
                <a:lnTo>
                  <a:pt x="4066" y="222589"/>
                </a:lnTo>
                <a:lnTo>
                  <a:pt x="0" y="271399"/>
                </a:lnTo>
                <a:lnTo>
                  <a:pt x="4066" y="320213"/>
                </a:lnTo>
                <a:lnTo>
                  <a:pt x="15791" y="366154"/>
                </a:lnTo>
                <a:lnTo>
                  <a:pt x="34460" y="408455"/>
                </a:lnTo>
                <a:lnTo>
                  <a:pt x="59362" y="446350"/>
                </a:lnTo>
                <a:lnTo>
                  <a:pt x="89784" y="479074"/>
                </a:lnTo>
                <a:lnTo>
                  <a:pt x="125013" y="505859"/>
                </a:lnTo>
                <a:lnTo>
                  <a:pt x="164335" y="525940"/>
                </a:lnTo>
                <a:lnTo>
                  <a:pt x="207039" y="538551"/>
                </a:lnTo>
                <a:lnTo>
                  <a:pt x="252412" y="542925"/>
                </a:lnTo>
                <a:lnTo>
                  <a:pt x="297797" y="538551"/>
                </a:lnTo>
                <a:lnTo>
                  <a:pt x="340512" y="525940"/>
                </a:lnTo>
                <a:lnTo>
                  <a:pt x="379845" y="505859"/>
                </a:lnTo>
                <a:lnTo>
                  <a:pt x="415082" y="479074"/>
                </a:lnTo>
                <a:lnTo>
                  <a:pt x="445511" y="446350"/>
                </a:lnTo>
                <a:lnTo>
                  <a:pt x="470419" y="408455"/>
                </a:lnTo>
                <a:lnTo>
                  <a:pt x="489093" y="366154"/>
                </a:lnTo>
                <a:lnTo>
                  <a:pt x="500821" y="320213"/>
                </a:lnTo>
                <a:lnTo>
                  <a:pt x="504888" y="271399"/>
                </a:lnTo>
                <a:lnTo>
                  <a:pt x="500821" y="222589"/>
                </a:lnTo>
                <a:lnTo>
                  <a:pt x="489093" y="176659"/>
                </a:lnTo>
                <a:lnTo>
                  <a:pt x="470419" y="134375"/>
                </a:lnTo>
                <a:lnTo>
                  <a:pt x="445511" y="96499"/>
                </a:lnTo>
                <a:lnTo>
                  <a:pt x="415082" y="63797"/>
                </a:lnTo>
                <a:lnTo>
                  <a:pt x="379845" y="37032"/>
                </a:lnTo>
                <a:lnTo>
                  <a:pt x="340512" y="16968"/>
                </a:lnTo>
                <a:lnTo>
                  <a:pt x="297797" y="4369"/>
                </a:lnTo>
                <a:lnTo>
                  <a:pt x="252412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1150619" y="5443156"/>
            <a:ext cx="167005" cy="2889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700" b="1" i="1" spc="60" dirty="0">
                <a:solidFill>
                  <a:srgbClr val="181818"/>
                </a:solidFill>
                <a:latin typeface="Trebuchet MS"/>
                <a:cs typeface="Trebuchet MS"/>
              </a:rPr>
              <a:t>6</a:t>
            </a:r>
            <a:endParaRPr sz="1700">
              <a:latin typeface="Trebuchet MS"/>
              <a:cs typeface="Trebuchet MS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985837" y="4653026"/>
            <a:ext cx="505459" cy="542925"/>
          </a:xfrm>
          <a:custGeom>
            <a:avLst/>
            <a:gdLst/>
            <a:ahLst/>
            <a:cxnLst/>
            <a:rect l="l" t="t" r="r" b="b"/>
            <a:pathLst>
              <a:path w="505459" h="542925">
                <a:moveTo>
                  <a:pt x="252412" y="0"/>
                </a:moveTo>
                <a:lnTo>
                  <a:pt x="207039" y="4369"/>
                </a:lnTo>
                <a:lnTo>
                  <a:pt x="164335" y="16968"/>
                </a:lnTo>
                <a:lnTo>
                  <a:pt x="125013" y="37032"/>
                </a:lnTo>
                <a:lnTo>
                  <a:pt x="89784" y="63797"/>
                </a:lnTo>
                <a:lnTo>
                  <a:pt x="59362" y="96499"/>
                </a:lnTo>
                <a:lnTo>
                  <a:pt x="34460" y="134375"/>
                </a:lnTo>
                <a:lnTo>
                  <a:pt x="15791" y="176659"/>
                </a:lnTo>
                <a:lnTo>
                  <a:pt x="4066" y="222589"/>
                </a:lnTo>
                <a:lnTo>
                  <a:pt x="0" y="271399"/>
                </a:lnTo>
                <a:lnTo>
                  <a:pt x="4066" y="320213"/>
                </a:lnTo>
                <a:lnTo>
                  <a:pt x="15791" y="366154"/>
                </a:lnTo>
                <a:lnTo>
                  <a:pt x="34460" y="408455"/>
                </a:lnTo>
                <a:lnTo>
                  <a:pt x="59362" y="446350"/>
                </a:lnTo>
                <a:lnTo>
                  <a:pt x="89784" y="479074"/>
                </a:lnTo>
                <a:lnTo>
                  <a:pt x="125013" y="505859"/>
                </a:lnTo>
                <a:lnTo>
                  <a:pt x="164335" y="525940"/>
                </a:lnTo>
                <a:lnTo>
                  <a:pt x="207039" y="538551"/>
                </a:lnTo>
                <a:lnTo>
                  <a:pt x="252412" y="542925"/>
                </a:lnTo>
                <a:lnTo>
                  <a:pt x="297797" y="538551"/>
                </a:lnTo>
                <a:lnTo>
                  <a:pt x="340512" y="525940"/>
                </a:lnTo>
                <a:lnTo>
                  <a:pt x="379845" y="505859"/>
                </a:lnTo>
                <a:lnTo>
                  <a:pt x="415082" y="479074"/>
                </a:lnTo>
                <a:lnTo>
                  <a:pt x="445511" y="446350"/>
                </a:lnTo>
                <a:lnTo>
                  <a:pt x="470419" y="408455"/>
                </a:lnTo>
                <a:lnTo>
                  <a:pt x="489093" y="366154"/>
                </a:lnTo>
                <a:lnTo>
                  <a:pt x="500821" y="320213"/>
                </a:lnTo>
                <a:lnTo>
                  <a:pt x="504888" y="271399"/>
                </a:lnTo>
                <a:lnTo>
                  <a:pt x="500821" y="222589"/>
                </a:lnTo>
                <a:lnTo>
                  <a:pt x="489093" y="176659"/>
                </a:lnTo>
                <a:lnTo>
                  <a:pt x="470419" y="134375"/>
                </a:lnTo>
                <a:lnTo>
                  <a:pt x="445511" y="96499"/>
                </a:lnTo>
                <a:lnTo>
                  <a:pt x="415082" y="63797"/>
                </a:lnTo>
                <a:lnTo>
                  <a:pt x="379845" y="37032"/>
                </a:lnTo>
                <a:lnTo>
                  <a:pt x="340512" y="16968"/>
                </a:lnTo>
                <a:lnTo>
                  <a:pt x="297797" y="4369"/>
                </a:lnTo>
                <a:lnTo>
                  <a:pt x="252412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1153794" y="4774882"/>
            <a:ext cx="159385" cy="2889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700" b="1" i="1" dirty="0">
                <a:solidFill>
                  <a:srgbClr val="181818"/>
                </a:solidFill>
                <a:latin typeface="Trebuchet MS"/>
                <a:cs typeface="Trebuchet MS"/>
              </a:rPr>
              <a:t>5</a:t>
            </a:r>
            <a:endParaRPr sz="1700">
              <a:latin typeface="Trebuchet MS"/>
              <a:cs typeface="Trebuchet MS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985837" y="7100823"/>
            <a:ext cx="505459" cy="542925"/>
          </a:xfrm>
          <a:custGeom>
            <a:avLst/>
            <a:gdLst/>
            <a:ahLst/>
            <a:cxnLst/>
            <a:rect l="l" t="t" r="r" b="b"/>
            <a:pathLst>
              <a:path w="505459" h="542925">
                <a:moveTo>
                  <a:pt x="252412" y="0"/>
                </a:moveTo>
                <a:lnTo>
                  <a:pt x="207039" y="4373"/>
                </a:lnTo>
                <a:lnTo>
                  <a:pt x="164335" y="16984"/>
                </a:lnTo>
                <a:lnTo>
                  <a:pt x="125013" y="37065"/>
                </a:lnTo>
                <a:lnTo>
                  <a:pt x="89784" y="63850"/>
                </a:lnTo>
                <a:lnTo>
                  <a:pt x="59362" y="96574"/>
                </a:lnTo>
                <a:lnTo>
                  <a:pt x="34460" y="134469"/>
                </a:lnTo>
                <a:lnTo>
                  <a:pt x="15791" y="176770"/>
                </a:lnTo>
                <a:lnTo>
                  <a:pt x="4066" y="222711"/>
                </a:lnTo>
                <a:lnTo>
                  <a:pt x="0" y="271525"/>
                </a:lnTo>
                <a:lnTo>
                  <a:pt x="4066" y="320335"/>
                </a:lnTo>
                <a:lnTo>
                  <a:pt x="15791" y="366265"/>
                </a:lnTo>
                <a:lnTo>
                  <a:pt x="34460" y="408549"/>
                </a:lnTo>
                <a:lnTo>
                  <a:pt x="59362" y="446425"/>
                </a:lnTo>
                <a:lnTo>
                  <a:pt x="89784" y="479127"/>
                </a:lnTo>
                <a:lnTo>
                  <a:pt x="125013" y="505892"/>
                </a:lnTo>
                <a:lnTo>
                  <a:pt x="164335" y="525956"/>
                </a:lnTo>
                <a:lnTo>
                  <a:pt x="207039" y="538555"/>
                </a:lnTo>
                <a:lnTo>
                  <a:pt x="252412" y="542925"/>
                </a:lnTo>
                <a:lnTo>
                  <a:pt x="297797" y="538555"/>
                </a:lnTo>
                <a:lnTo>
                  <a:pt x="340512" y="525956"/>
                </a:lnTo>
                <a:lnTo>
                  <a:pt x="379845" y="505892"/>
                </a:lnTo>
                <a:lnTo>
                  <a:pt x="415082" y="479127"/>
                </a:lnTo>
                <a:lnTo>
                  <a:pt x="445511" y="446425"/>
                </a:lnTo>
                <a:lnTo>
                  <a:pt x="470419" y="408549"/>
                </a:lnTo>
                <a:lnTo>
                  <a:pt x="489093" y="366265"/>
                </a:lnTo>
                <a:lnTo>
                  <a:pt x="500821" y="320335"/>
                </a:lnTo>
                <a:lnTo>
                  <a:pt x="504888" y="271525"/>
                </a:lnTo>
                <a:lnTo>
                  <a:pt x="500821" y="222711"/>
                </a:lnTo>
                <a:lnTo>
                  <a:pt x="489093" y="176770"/>
                </a:lnTo>
                <a:lnTo>
                  <a:pt x="470419" y="134469"/>
                </a:lnTo>
                <a:lnTo>
                  <a:pt x="445511" y="96574"/>
                </a:lnTo>
                <a:lnTo>
                  <a:pt x="415082" y="63850"/>
                </a:lnTo>
                <a:lnTo>
                  <a:pt x="379845" y="37065"/>
                </a:lnTo>
                <a:lnTo>
                  <a:pt x="340512" y="16984"/>
                </a:lnTo>
                <a:lnTo>
                  <a:pt x="297797" y="4373"/>
                </a:lnTo>
                <a:lnTo>
                  <a:pt x="252412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1148397" y="7219950"/>
            <a:ext cx="170815" cy="2882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700" b="1" i="1" spc="90" dirty="0">
                <a:solidFill>
                  <a:srgbClr val="181818"/>
                </a:solidFill>
                <a:latin typeface="Trebuchet MS"/>
                <a:cs typeface="Trebuchet MS"/>
              </a:rPr>
              <a:t>8</a:t>
            </a:r>
            <a:endParaRPr sz="1700">
              <a:latin typeface="Trebuchet MS"/>
              <a:cs typeface="Trebuchet MS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985837" y="7767573"/>
            <a:ext cx="505459" cy="542925"/>
          </a:xfrm>
          <a:custGeom>
            <a:avLst/>
            <a:gdLst/>
            <a:ahLst/>
            <a:cxnLst/>
            <a:rect l="l" t="t" r="r" b="b"/>
            <a:pathLst>
              <a:path w="505459" h="542925">
                <a:moveTo>
                  <a:pt x="252412" y="0"/>
                </a:moveTo>
                <a:lnTo>
                  <a:pt x="207039" y="4373"/>
                </a:lnTo>
                <a:lnTo>
                  <a:pt x="164335" y="16984"/>
                </a:lnTo>
                <a:lnTo>
                  <a:pt x="125013" y="37065"/>
                </a:lnTo>
                <a:lnTo>
                  <a:pt x="89784" y="63850"/>
                </a:lnTo>
                <a:lnTo>
                  <a:pt x="59362" y="96574"/>
                </a:lnTo>
                <a:lnTo>
                  <a:pt x="34460" y="134469"/>
                </a:lnTo>
                <a:lnTo>
                  <a:pt x="15791" y="176770"/>
                </a:lnTo>
                <a:lnTo>
                  <a:pt x="4066" y="222711"/>
                </a:lnTo>
                <a:lnTo>
                  <a:pt x="0" y="271525"/>
                </a:lnTo>
                <a:lnTo>
                  <a:pt x="4066" y="320335"/>
                </a:lnTo>
                <a:lnTo>
                  <a:pt x="15791" y="366265"/>
                </a:lnTo>
                <a:lnTo>
                  <a:pt x="34460" y="408549"/>
                </a:lnTo>
                <a:lnTo>
                  <a:pt x="59362" y="446425"/>
                </a:lnTo>
                <a:lnTo>
                  <a:pt x="89784" y="479127"/>
                </a:lnTo>
                <a:lnTo>
                  <a:pt x="125013" y="505892"/>
                </a:lnTo>
                <a:lnTo>
                  <a:pt x="164335" y="525956"/>
                </a:lnTo>
                <a:lnTo>
                  <a:pt x="207039" y="538555"/>
                </a:lnTo>
                <a:lnTo>
                  <a:pt x="252412" y="542925"/>
                </a:lnTo>
                <a:lnTo>
                  <a:pt x="297797" y="538555"/>
                </a:lnTo>
                <a:lnTo>
                  <a:pt x="340512" y="525956"/>
                </a:lnTo>
                <a:lnTo>
                  <a:pt x="379845" y="505892"/>
                </a:lnTo>
                <a:lnTo>
                  <a:pt x="415082" y="479127"/>
                </a:lnTo>
                <a:lnTo>
                  <a:pt x="445511" y="446425"/>
                </a:lnTo>
                <a:lnTo>
                  <a:pt x="470419" y="408549"/>
                </a:lnTo>
                <a:lnTo>
                  <a:pt x="489093" y="366265"/>
                </a:lnTo>
                <a:lnTo>
                  <a:pt x="500821" y="320335"/>
                </a:lnTo>
                <a:lnTo>
                  <a:pt x="504888" y="271525"/>
                </a:lnTo>
                <a:lnTo>
                  <a:pt x="500821" y="222711"/>
                </a:lnTo>
                <a:lnTo>
                  <a:pt x="489093" y="176770"/>
                </a:lnTo>
                <a:lnTo>
                  <a:pt x="470419" y="134469"/>
                </a:lnTo>
                <a:lnTo>
                  <a:pt x="445511" y="96574"/>
                </a:lnTo>
                <a:lnTo>
                  <a:pt x="415082" y="63850"/>
                </a:lnTo>
                <a:lnTo>
                  <a:pt x="379845" y="37065"/>
                </a:lnTo>
                <a:lnTo>
                  <a:pt x="340512" y="16984"/>
                </a:lnTo>
                <a:lnTo>
                  <a:pt x="297797" y="4373"/>
                </a:lnTo>
                <a:lnTo>
                  <a:pt x="252412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1150619" y="7887652"/>
            <a:ext cx="167005" cy="2889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700" b="1" i="1" spc="60" dirty="0">
                <a:solidFill>
                  <a:srgbClr val="181818"/>
                </a:solidFill>
                <a:latin typeface="Trebuchet MS"/>
                <a:cs typeface="Trebuchet MS"/>
              </a:rPr>
              <a:t>9</a:t>
            </a:r>
            <a:endParaRPr sz="1700">
              <a:latin typeface="Trebuchet MS"/>
              <a:cs typeface="Trebuchet MS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16331437" y="927832"/>
            <a:ext cx="914400" cy="203200"/>
          </a:xfrm>
          <a:custGeom>
            <a:avLst/>
            <a:gdLst/>
            <a:ahLst/>
            <a:cxnLst/>
            <a:rect l="l" t="t" r="r" b="b"/>
            <a:pathLst>
              <a:path w="914400" h="203200">
                <a:moveTo>
                  <a:pt x="114280" y="0"/>
                </a:moveTo>
                <a:lnTo>
                  <a:pt x="69787" y="7962"/>
                </a:lnTo>
                <a:lnTo>
                  <a:pt x="33462" y="29680"/>
                </a:lnTo>
                <a:lnTo>
                  <a:pt x="8977" y="61899"/>
                </a:lnTo>
                <a:lnTo>
                  <a:pt x="0" y="101365"/>
                </a:lnTo>
                <a:lnTo>
                  <a:pt x="8977" y="140829"/>
                </a:lnTo>
                <a:lnTo>
                  <a:pt x="33463" y="173048"/>
                </a:lnTo>
                <a:lnTo>
                  <a:pt x="69788" y="194766"/>
                </a:lnTo>
                <a:lnTo>
                  <a:pt x="114281" y="202729"/>
                </a:lnTo>
                <a:lnTo>
                  <a:pt x="158774" y="194766"/>
                </a:lnTo>
                <a:lnTo>
                  <a:pt x="195098" y="173048"/>
                </a:lnTo>
                <a:lnTo>
                  <a:pt x="219583" y="140829"/>
                </a:lnTo>
                <a:lnTo>
                  <a:pt x="228560" y="101365"/>
                </a:lnTo>
                <a:lnTo>
                  <a:pt x="219582" y="61899"/>
                </a:lnTo>
                <a:lnTo>
                  <a:pt x="195097" y="29680"/>
                </a:lnTo>
                <a:lnTo>
                  <a:pt x="158773" y="7962"/>
                </a:lnTo>
                <a:lnTo>
                  <a:pt x="114280" y="0"/>
                </a:lnTo>
                <a:close/>
              </a:path>
              <a:path w="914400" h="203200">
                <a:moveTo>
                  <a:pt x="799962" y="0"/>
                </a:moveTo>
                <a:lnTo>
                  <a:pt x="755461" y="7962"/>
                </a:lnTo>
                <a:lnTo>
                  <a:pt x="719138" y="29680"/>
                </a:lnTo>
                <a:lnTo>
                  <a:pt x="694658" y="61899"/>
                </a:lnTo>
                <a:lnTo>
                  <a:pt x="685684" y="101365"/>
                </a:lnTo>
                <a:lnTo>
                  <a:pt x="694658" y="140829"/>
                </a:lnTo>
                <a:lnTo>
                  <a:pt x="719139" y="173048"/>
                </a:lnTo>
                <a:lnTo>
                  <a:pt x="755462" y="194766"/>
                </a:lnTo>
                <a:lnTo>
                  <a:pt x="799963" y="202729"/>
                </a:lnTo>
                <a:lnTo>
                  <a:pt x="844448" y="194766"/>
                </a:lnTo>
                <a:lnTo>
                  <a:pt x="880773" y="173048"/>
                </a:lnTo>
                <a:lnTo>
                  <a:pt x="905262" y="140829"/>
                </a:lnTo>
                <a:lnTo>
                  <a:pt x="914242" y="101365"/>
                </a:lnTo>
                <a:lnTo>
                  <a:pt x="905262" y="61899"/>
                </a:lnTo>
                <a:lnTo>
                  <a:pt x="880772" y="29680"/>
                </a:lnTo>
                <a:lnTo>
                  <a:pt x="844447" y="7962"/>
                </a:lnTo>
                <a:lnTo>
                  <a:pt x="799962" y="0"/>
                </a:lnTo>
                <a:close/>
              </a:path>
              <a:path w="914400" h="203200">
                <a:moveTo>
                  <a:pt x="457125" y="0"/>
                </a:moveTo>
                <a:lnTo>
                  <a:pt x="412623" y="7962"/>
                </a:lnTo>
                <a:lnTo>
                  <a:pt x="376297" y="29680"/>
                </a:lnTo>
                <a:lnTo>
                  <a:pt x="351814" y="61899"/>
                </a:lnTo>
                <a:lnTo>
                  <a:pt x="342839" y="101365"/>
                </a:lnTo>
                <a:lnTo>
                  <a:pt x="351815" y="140829"/>
                </a:lnTo>
                <a:lnTo>
                  <a:pt x="376298" y="173048"/>
                </a:lnTo>
                <a:lnTo>
                  <a:pt x="412624" y="194766"/>
                </a:lnTo>
                <a:lnTo>
                  <a:pt x="457126" y="202729"/>
                </a:lnTo>
                <a:lnTo>
                  <a:pt x="501611" y="194766"/>
                </a:lnTo>
                <a:lnTo>
                  <a:pt x="537935" y="173048"/>
                </a:lnTo>
                <a:lnTo>
                  <a:pt x="562425" y="140829"/>
                </a:lnTo>
                <a:lnTo>
                  <a:pt x="571404" y="101365"/>
                </a:lnTo>
                <a:lnTo>
                  <a:pt x="562424" y="61899"/>
                </a:lnTo>
                <a:lnTo>
                  <a:pt x="537935" y="29680"/>
                </a:lnTo>
                <a:lnTo>
                  <a:pt x="501610" y="7962"/>
                </a:lnTo>
                <a:lnTo>
                  <a:pt x="457125" y="0"/>
                </a:lnTo>
                <a:close/>
              </a:path>
            </a:pathLst>
          </a:custGeom>
          <a:solidFill>
            <a:srgbClr val="FC61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5658" rIns="0" bIns="0" rtlCol="0">
            <a:spAutoFit/>
          </a:bodyPr>
          <a:lstStyle/>
          <a:p>
            <a:pPr marL="2171700">
              <a:lnSpc>
                <a:spcPct val="100000"/>
              </a:lnSpc>
              <a:spcBef>
                <a:spcPts val="105"/>
              </a:spcBef>
            </a:pPr>
            <a:r>
              <a:rPr dirty="0"/>
              <a:t>TECHNOLOGIES</a:t>
            </a:r>
            <a:r>
              <a:rPr spc="-95" dirty="0"/>
              <a:t> </a:t>
            </a:r>
            <a:r>
              <a:rPr spc="-20" dirty="0"/>
              <a:t>USED</a:t>
            </a:r>
          </a:p>
        </p:txBody>
      </p:sp>
      <p:sp>
        <p:nvSpPr>
          <p:cNvPr id="22" name="object 22"/>
          <p:cNvSpPr txBox="1"/>
          <p:nvPr/>
        </p:nvSpPr>
        <p:spPr>
          <a:xfrm>
            <a:off x="2060829" y="2056066"/>
            <a:ext cx="2523490" cy="25292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900" indent="-457200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469900" algn="l"/>
              </a:tabLst>
            </a:pPr>
            <a:r>
              <a:rPr sz="3600" spc="-10" dirty="0">
                <a:latin typeface="Times New Roman"/>
                <a:cs typeface="Times New Roman"/>
              </a:rPr>
              <a:t>Frontend:</a:t>
            </a:r>
            <a:endParaRPr sz="3600">
              <a:latin typeface="Times New Roman"/>
              <a:cs typeface="Times New Roman"/>
            </a:endParaRPr>
          </a:p>
          <a:p>
            <a:pPr marL="913765" lvl="1" indent="-307975">
              <a:lnSpc>
                <a:spcPts val="3835"/>
              </a:lnSpc>
              <a:spcBef>
                <a:spcPts val="60"/>
              </a:spcBef>
              <a:buSzPct val="96875"/>
              <a:buAutoNum type="arabicPeriod"/>
              <a:tabLst>
                <a:tab pos="913765" algn="l"/>
              </a:tabLst>
            </a:pPr>
            <a:r>
              <a:rPr sz="3200" spc="-10" dirty="0">
                <a:latin typeface="Times New Roman"/>
                <a:cs typeface="Times New Roman"/>
              </a:rPr>
              <a:t>HTML5</a:t>
            </a:r>
            <a:endParaRPr sz="3200">
              <a:latin typeface="Times New Roman"/>
              <a:cs typeface="Times New Roman"/>
            </a:endParaRPr>
          </a:p>
          <a:p>
            <a:pPr marL="926465" lvl="1" indent="-307975">
              <a:lnSpc>
                <a:spcPts val="3829"/>
              </a:lnSpc>
              <a:buSzPct val="96875"/>
              <a:buAutoNum type="arabicPeriod"/>
              <a:tabLst>
                <a:tab pos="926465" algn="l"/>
              </a:tabLst>
            </a:pPr>
            <a:r>
              <a:rPr sz="3200" spc="-20" dirty="0">
                <a:latin typeface="Times New Roman"/>
                <a:cs typeface="Times New Roman"/>
              </a:rPr>
              <a:t>CSS3</a:t>
            </a:r>
            <a:endParaRPr sz="3200">
              <a:latin typeface="Times New Roman"/>
              <a:cs typeface="Times New Roman"/>
            </a:endParaRPr>
          </a:p>
          <a:p>
            <a:pPr marL="926465" lvl="1" indent="-307975">
              <a:lnSpc>
                <a:spcPts val="3829"/>
              </a:lnSpc>
              <a:buSzPct val="96875"/>
              <a:buAutoNum type="arabicPeriod"/>
              <a:tabLst>
                <a:tab pos="926465" algn="l"/>
              </a:tabLst>
            </a:pPr>
            <a:r>
              <a:rPr sz="3200" spc="-10" dirty="0">
                <a:latin typeface="Times New Roman"/>
                <a:cs typeface="Times New Roman"/>
              </a:rPr>
              <a:t>javascript</a:t>
            </a:r>
            <a:endParaRPr sz="3200">
              <a:latin typeface="Times New Roman"/>
              <a:cs typeface="Times New Roman"/>
            </a:endParaRPr>
          </a:p>
          <a:p>
            <a:pPr marL="926465" lvl="1" indent="-307975">
              <a:lnSpc>
                <a:spcPts val="3835"/>
              </a:lnSpc>
              <a:buSzPct val="96875"/>
              <a:buAutoNum type="arabicPeriod"/>
              <a:tabLst>
                <a:tab pos="926465" algn="l"/>
              </a:tabLst>
            </a:pPr>
            <a:r>
              <a:rPr sz="3200" dirty="0">
                <a:latin typeface="Times New Roman"/>
                <a:cs typeface="Times New Roman"/>
              </a:rPr>
              <a:t>React</a:t>
            </a:r>
            <a:r>
              <a:rPr sz="3200" spc="-45" dirty="0">
                <a:latin typeface="Times New Roman"/>
                <a:cs typeface="Times New Roman"/>
              </a:rPr>
              <a:t> </a:t>
            </a:r>
            <a:r>
              <a:rPr sz="3200" spc="-25" dirty="0">
                <a:latin typeface="Times New Roman"/>
                <a:cs typeface="Times New Roman"/>
              </a:rPr>
              <a:t>JS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2060829" y="5049837"/>
            <a:ext cx="2313305" cy="10610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900" indent="-457200">
              <a:lnSpc>
                <a:spcPts val="4310"/>
              </a:lnSpc>
              <a:spcBef>
                <a:spcPts val="100"/>
              </a:spcBef>
              <a:buFont typeface="Arial MT"/>
              <a:buChar char="•"/>
              <a:tabLst>
                <a:tab pos="469900" algn="l"/>
              </a:tabLst>
            </a:pPr>
            <a:r>
              <a:rPr sz="3600" spc="-10" dirty="0">
                <a:latin typeface="Times New Roman"/>
                <a:cs typeface="Times New Roman"/>
              </a:rPr>
              <a:t>Backend:</a:t>
            </a:r>
            <a:endParaRPr sz="3600">
              <a:latin typeface="Times New Roman"/>
              <a:cs typeface="Times New Roman"/>
            </a:endParaRPr>
          </a:p>
          <a:p>
            <a:pPr marL="926465" lvl="1" indent="-307975">
              <a:lnSpc>
                <a:spcPts val="3829"/>
              </a:lnSpc>
              <a:buSzPct val="96875"/>
              <a:buAutoNum type="arabicPeriod"/>
              <a:tabLst>
                <a:tab pos="926465" algn="l"/>
              </a:tabLst>
            </a:pPr>
            <a:r>
              <a:rPr sz="3200" dirty="0">
                <a:latin typeface="Times New Roman"/>
                <a:cs typeface="Times New Roman"/>
              </a:rPr>
              <a:t>Node</a:t>
            </a:r>
            <a:r>
              <a:rPr sz="3200" spc="-65" dirty="0">
                <a:latin typeface="Times New Roman"/>
                <a:cs typeface="Times New Roman"/>
              </a:rPr>
              <a:t> </a:t>
            </a:r>
            <a:r>
              <a:rPr sz="3200" spc="-25" dirty="0">
                <a:latin typeface="Times New Roman"/>
                <a:cs typeface="Times New Roman"/>
              </a:rPr>
              <a:t>JS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2060829" y="6574790"/>
            <a:ext cx="3301365" cy="106172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469900" indent="-457200">
              <a:lnSpc>
                <a:spcPts val="4315"/>
              </a:lnSpc>
              <a:spcBef>
                <a:spcPts val="105"/>
              </a:spcBef>
              <a:buFont typeface="Arial MT"/>
              <a:buChar char="•"/>
              <a:tabLst>
                <a:tab pos="469900" algn="l"/>
              </a:tabLst>
            </a:pPr>
            <a:r>
              <a:rPr sz="3600" spc="-20" dirty="0">
                <a:latin typeface="Times New Roman"/>
                <a:cs typeface="Times New Roman"/>
              </a:rPr>
              <a:t>Database/Tools</a:t>
            </a:r>
            <a:endParaRPr sz="3600">
              <a:latin typeface="Times New Roman"/>
              <a:cs typeface="Times New Roman"/>
            </a:endParaRPr>
          </a:p>
          <a:p>
            <a:pPr marL="926465" lvl="1" indent="-307975">
              <a:lnSpc>
                <a:spcPts val="3835"/>
              </a:lnSpc>
              <a:buSzPct val="96875"/>
              <a:buAutoNum type="arabicPeriod"/>
              <a:tabLst>
                <a:tab pos="926465" algn="l"/>
              </a:tabLst>
            </a:pPr>
            <a:r>
              <a:rPr sz="3200" spc="-10" dirty="0">
                <a:latin typeface="Times New Roman"/>
                <a:cs typeface="Times New Roman"/>
              </a:rPr>
              <a:t>Firebase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2060829" y="8100631"/>
            <a:ext cx="4918075" cy="15570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900" indent="-457200">
              <a:lnSpc>
                <a:spcPts val="4310"/>
              </a:lnSpc>
              <a:spcBef>
                <a:spcPts val="100"/>
              </a:spcBef>
              <a:buFont typeface="Arial MT"/>
              <a:buChar char="•"/>
              <a:tabLst>
                <a:tab pos="469900" algn="l"/>
              </a:tabLst>
            </a:pPr>
            <a:r>
              <a:rPr sz="3600" dirty="0">
                <a:latin typeface="Times New Roman"/>
                <a:cs typeface="Times New Roman"/>
              </a:rPr>
              <a:t>Software</a:t>
            </a:r>
            <a:r>
              <a:rPr sz="3600" spc="-80" dirty="0">
                <a:latin typeface="Times New Roman"/>
                <a:cs typeface="Times New Roman"/>
              </a:rPr>
              <a:t> </a:t>
            </a:r>
            <a:r>
              <a:rPr sz="3600" spc="-10" dirty="0">
                <a:latin typeface="Times New Roman"/>
                <a:cs typeface="Times New Roman"/>
              </a:rPr>
              <a:t>Requirements:</a:t>
            </a:r>
            <a:endParaRPr sz="3600">
              <a:latin typeface="Times New Roman"/>
              <a:cs typeface="Times New Roman"/>
            </a:endParaRPr>
          </a:p>
          <a:p>
            <a:pPr marL="926465" lvl="1" indent="-307975">
              <a:lnSpc>
                <a:spcPts val="3829"/>
              </a:lnSpc>
              <a:buSzPct val="96875"/>
              <a:buAutoNum type="arabicPeriod"/>
              <a:tabLst>
                <a:tab pos="926465" algn="l"/>
              </a:tabLst>
            </a:pPr>
            <a:r>
              <a:rPr sz="3200" spc="-10" dirty="0">
                <a:latin typeface="Times New Roman"/>
                <a:cs typeface="Times New Roman"/>
              </a:rPr>
              <a:t>Windows/Mac</a:t>
            </a:r>
            <a:endParaRPr sz="3200">
              <a:latin typeface="Times New Roman"/>
              <a:cs typeface="Times New Roman"/>
            </a:endParaRPr>
          </a:p>
          <a:p>
            <a:pPr marL="926465" lvl="1" indent="-307975">
              <a:lnSpc>
                <a:spcPct val="100000"/>
              </a:lnSpc>
              <a:spcBef>
                <a:spcPts val="65"/>
              </a:spcBef>
              <a:buSzPct val="96875"/>
              <a:buAutoNum type="arabicPeriod"/>
              <a:tabLst>
                <a:tab pos="926465" algn="l"/>
              </a:tabLst>
            </a:pPr>
            <a:r>
              <a:rPr sz="3200" spc="-50" dirty="0">
                <a:latin typeface="Times New Roman"/>
                <a:cs typeface="Times New Roman"/>
              </a:rPr>
              <a:t>Web</a:t>
            </a:r>
            <a:r>
              <a:rPr sz="3200" spc="-140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imes New Roman"/>
                <a:cs typeface="Times New Roman"/>
              </a:rPr>
              <a:t>Browser</a:t>
            </a:r>
            <a:endParaRPr sz="3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33425" y="6657975"/>
            <a:ext cx="990600" cy="990600"/>
          </a:xfrm>
          <a:custGeom>
            <a:avLst/>
            <a:gdLst/>
            <a:ahLst/>
            <a:cxnLst/>
            <a:rect l="l" t="t" r="r" b="b"/>
            <a:pathLst>
              <a:path w="990600" h="990600">
                <a:moveTo>
                  <a:pt x="495300" y="0"/>
                </a:moveTo>
                <a:lnTo>
                  <a:pt x="447599" y="2267"/>
                </a:lnTo>
                <a:lnTo>
                  <a:pt x="401181" y="8930"/>
                </a:lnTo>
                <a:lnTo>
                  <a:pt x="356254" y="19782"/>
                </a:lnTo>
                <a:lnTo>
                  <a:pt x="313025" y="34615"/>
                </a:lnTo>
                <a:lnTo>
                  <a:pt x="271701" y="53222"/>
                </a:lnTo>
                <a:lnTo>
                  <a:pt x="232490" y="75394"/>
                </a:lnTo>
                <a:lnTo>
                  <a:pt x="195600" y="100925"/>
                </a:lnTo>
                <a:lnTo>
                  <a:pt x="161238" y="129607"/>
                </a:lnTo>
                <a:lnTo>
                  <a:pt x="129612" y="161233"/>
                </a:lnTo>
                <a:lnTo>
                  <a:pt x="100929" y="195594"/>
                </a:lnTo>
                <a:lnTo>
                  <a:pt x="75397" y="232484"/>
                </a:lnTo>
                <a:lnTo>
                  <a:pt x="53224" y="271695"/>
                </a:lnTo>
                <a:lnTo>
                  <a:pt x="34617" y="313019"/>
                </a:lnTo>
                <a:lnTo>
                  <a:pt x="19783" y="356249"/>
                </a:lnTo>
                <a:lnTo>
                  <a:pt x="8931" y="401178"/>
                </a:lnTo>
                <a:lnTo>
                  <a:pt x="2267" y="447597"/>
                </a:lnTo>
                <a:lnTo>
                  <a:pt x="0" y="495300"/>
                </a:lnTo>
                <a:lnTo>
                  <a:pt x="2267" y="543002"/>
                </a:lnTo>
                <a:lnTo>
                  <a:pt x="8931" y="589421"/>
                </a:lnTo>
                <a:lnTo>
                  <a:pt x="19783" y="634350"/>
                </a:lnTo>
                <a:lnTo>
                  <a:pt x="34617" y="677580"/>
                </a:lnTo>
                <a:lnTo>
                  <a:pt x="53224" y="718904"/>
                </a:lnTo>
                <a:lnTo>
                  <a:pt x="75397" y="758115"/>
                </a:lnTo>
                <a:lnTo>
                  <a:pt x="100929" y="795005"/>
                </a:lnTo>
                <a:lnTo>
                  <a:pt x="129612" y="829366"/>
                </a:lnTo>
                <a:lnTo>
                  <a:pt x="161238" y="860992"/>
                </a:lnTo>
                <a:lnTo>
                  <a:pt x="195600" y="889674"/>
                </a:lnTo>
                <a:lnTo>
                  <a:pt x="232490" y="915205"/>
                </a:lnTo>
                <a:lnTo>
                  <a:pt x="271701" y="937377"/>
                </a:lnTo>
                <a:lnTo>
                  <a:pt x="313025" y="955984"/>
                </a:lnTo>
                <a:lnTo>
                  <a:pt x="356254" y="970817"/>
                </a:lnTo>
                <a:lnTo>
                  <a:pt x="401181" y="981669"/>
                </a:lnTo>
                <a:lnTo>
                  <a:pt x="447599" y="988332"/>
                </a:lnTo>
                <a:lnTo>
                  <a:pt x="495300" y="990600"/>
                </a:lnTo>
                <a:lnTo>
                  <a:pt x="543002" y="988332"/>
                </a:lnTo>
                <a:lnTo>
                  <a:pt x="589421" y="981669"/>
                </a:lnTo>
                <a:lnTo>
                  <a:pt x="634350" y="970817"/>
                </a:lnTo>
                <a:lnTo>
                  <a:pt x="677580" y="955984"/>
                </a:lnTo>
                <a:lnTo>
                  <a:pt x="718904" y="937377"/>
                </a:lnTo>
                <a:lnTo>
                  <a:pt x="758115" y="915205"/>
                </a:lnTo>
                <a:lnTo>
                  <a:pt x="795005" y="889674"/>
                </a:lnTo>
                <a:lnTo>
                  <a:pt x="829366" y="860992"/>
                </a:lnTo>
                <a:lnTo>
                  <a:pt x="860992" y="829366"/>
                </a:lnTo>
                <a:lnTo>
                  <a:pt x="889674" y="795005"/>
                </a:lnTo>
                <a:lnTo>
                  <a:pt x="915205" y="758115"/>
                </a:lnTo>
                <a:lnTo>
                  <a:pt x="937377" y="718904"/>
                </a:lnTo>
                <a:lnTo>
                  <a:pt x="955984" y="677580"/>
                </a:lnTo>
                <a:lnTo>
                  <a:pt x="970817" y="634350"/>
                </a:lnTo>
                <a:lnTo>
                  <a:pt x="981669" y="589421"/>
                </a:lnTo>
                <a:lnTo>
                  <a:pt x="988332" y="543002"/>
                </a:lnTo>
                <a:lnTo>
                  <a:pt x="990600" y="495300"/>
                </a:lnTo>
                <a:lnTo>
                  <a:pt x="988332" y="447597"/>
                </a:lnTo>
                <a:lnTo>
                  <a:pt x="981669" y="401178"/>
                </a:lnTo>
                <a:lnTo>
                  <a:pt x="970817" y="356249"/>
                </a:lnTo>
                <a:lnTo>
                  <a:pt x="955984" y="313019"/>
                </a:lnTo>
                <a:lnTo>
                  <a:pt x="937377" y="271695"/>
                </a:lnTo>
                <a:lnTo>
                  <a:pt x="915205" y="232484"/>
                </a:lnTo>
                <a:lnTo>
                  <a:pt x="889674" y="195594"/>
                </a:lnTo>
                <a:lnTo>
                  <a:pt x="860992" y="161233"/>
                </a:lnTo>
                <a:lnTo>
                  <a:pt x="829366" y="129607"/>
                </a:lnTo>
                <a:lnTo>
                  <a:pt x="795005" y="100925"/>
                </a:lnTo>
                <a:lnTo>
                  <a:pt x="758115" y="75394"/>
                </a:lnTo>
                <a:lnTo>
                  <a:pt x="718904" y="53222"/>
                </a:lnTo>
                <a:lnTo>
                  <a:pt x="677580" y="34615"/>
                </a:lnTo>
                <a:lnTo>
                  <a:pt x="634350" y="19782"/>
                </a:lnTo>
                <a:lnTo>
                  <a:pt x="589421" y="8930"/>
                </a:lnTo>
                <a:lnTo>
                  <a:pt x="543002" y="2267"/>
                </a:lnTo>
                <a:lnTo>
                  <a:pt x="495300" y="0"/>
                </a:lnTo>
                <a:close/>
              </a:path>
            </a:pathLst>
          </a:custGeom>
          <a:solidFill>
            <a:srgbClr val="FC61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106169" y="6905942"/>
            <a:ext cx="252729" cy="4375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700" b="1" i="1" spc="140" dirty="0">
                <a:solidFill>
                  <a:srgbClr val="FFFDFD"/>
                </a:solidFill>
                <a:latin typeface="Trebuchet MS"/>
                <a:cs typeface="Trebuchet MS"/>
              </a:rPr>
              <a:t>8</a:t>
            </a:r>
            <a:endParaRPr sz="2700">
              <a:latin typeface="Trebuchet MS"/>
              <a:cs typeface="Trebuchet MS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985837" y="3319398"/>
            <a:ext cx="505459" cy="543560"/>
          </a:xfrm>
          <a:custGeom>
            <a:avLst/>
            <a:gdLst/>
            <a:ahLst/>
            <a:cxnLst/>
            <a:rect l="l" t="t" r="r" b="b"/>
            <a:pathLst>
              <a:path w="505459" h="543560">
                <a:moveTo>
                  <a:pt x="252412" y="0"/>
                </a:moveTo>
                <a:lnTo>
                  <a:pt x="207039" y="4373"/>
                </a:lnTo>
                <a:lnTo>
                  <a:pt x="164335" y="16984"/>
                </a:lnTo>
                <a:lnTo>
                  <a:pt x="125013" y="37065"/>
                </a:lnTo>
                <a:lnTo>
                  <a:pt x="89784" y="63850"/>
                </a:lnTo>
                <a:lnTo>
                  <a:pt x="59362" y="96574"/>
                </a:lnTo>
                <a:lnTo>
                  <a:pt x="34460" y="134469"/>
                </a:lnTo>
                <a:lnTo>
                  <a:pt x="15791" y="176770"/>
                </a:lnTo>
                <a:lnTo>
                  <a:pt x="4066" y="222711"/>
                </a:lnTo>
                <a:lnTo>
                  <a:pt x="0" y="271525"/>
                </a:lnTo>
                <a:lnTo>
                  <a:pt x="4066" y="320340"/>
                </a:lnTo>
                <a:lnTo>
                  <a:pt x="15791" y="366281"/>
                </a:lnTo>
                <a:lnTo>
                  <a:pt x="34460" y="408582"/>
                </a:lnTo>
                <a:lnTo>
                  <a:pt x="59362" y="446477"/>
                </a:lnTo>
                <a:lnTo>
                  <a:pt x="89784" y="479201"/>
                </a:lnTo>
                <a:lnTo>
                  <a:pt x="125013" y="505986"/>
                </a:lnTo>
                <a:lnTo>
                  <a:pt x="164335" y="526067"/>
                </a:lnTo>
                <a:lnTo>
                  <a:pt x="207039" y="538678"/>
                </a:lnTo>
                <a:lnTo>
                  <a:pt x="252412" y="543051"/>
                </a:lnTo>
                <a:lnTo>
                  <a:pt x="297797" y="538678"/>
                </a:lnTo>
                <a:lnTo>
                  <a:pt x="340512" y="526067"/>
                </a:lnTo>
                <a:lnTo>
                  <a:pt x="379845" y="505986"/>
                </a:lnTo>
                <a:lnTo>
                  <a:pt x="415082" y="479201"/>
                </a:lnTo>
                <a:lnTo>
                  <a:pt x="445511" y="446477"/>
                </a:lnTo>
                <a:lnTo>
                  <a:pt x="470419" y="408582"/>
                </a:lnTo>
                <a:lnTo>
                  <a:pt x="489093" y="366281"/>
                </a:lnTo>
                <a:lnTo>
                  <a:pt x="500821" y="320340"/>
                </a:lnTo>
                <a:lnTo>
                  <a:pt x="504888" y="271525"/>
                </a:lnTo>
                <a:lnTo>
                  <a:pt x="500821" y="222711"/>
                </a:lnTo>
                <a:lnTo>
                  <a:pt x="489093" y="176770"/>
                </a:lnTo>
                <a:lnTo>
                  <a:pt x="470419" y="134469"/>
                </a:lnTo>
                <a:lnTo>
                  <a:pt x="445511" y="96574"/>
                </a:lnTo>
                <a:lnTo>
                  <a:pt x="415082" y="63850"/>
                </a:lnTo>
                <a:lnTo>
                  <a:pt x="379845" y="37065"/>
                </a:lnTo>
                <a:lnTo>
                  <a:pt x="340512" y="16984"/>
                </a:lnTo>
                <a:lnTo>
                  <a:pt x="297797" y="4373"/>
                </a:lnTo>
                <a:lnTo>
                  <a:pt x="252412" y="0"/>
                </a:lnTo>
                <a:close/>
              </a:path>
            </a:pathLst>
          </a:custGeom>
          <a:ln w="952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154747" y="3438906"/>
            <a:ext cx="158115" cy="2882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700" b="1" i="1" spc="-50" dirty="0">
                <a:solidFill>
                  <a:srgbClr val="181818"/>
                </a:solidFill>
                <a:latin typeface="Trebuchet MS"/>
                <a:cs typeface="Trebuchet MS"/>
              </a:rPr>
              <a:t>3</a:t>
            </a:r>
            <a:endParaRPr sz="1700">
              <a:latin typeface="Trebuchet MS"/>
              <a:cs typeface="Trebuchet MS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985837" y="1985898"/>
            <a:ext cx="505459" cy="542925"/>
          </a:xfrm>
          <a:custGeom>
            <a:avLst/>
            <a:gdLst/>
            <a:ahLst/>
            <a:cxnLst/>
            <a:rect l="l" t="t" r="r" b="b"/>
            <a:pathLst>
              <a:path w="505459" h="542925">
                <a:moveTo>
                  <a:pt x="252412" y="0"/>
                </a:moveTo>
                <a:lnTo>
                  <a:pt x="207039" y="4373"/>
                </a:lnTo>
                <a:lnTo>
                  <a:pt x="164335" y="16984"/>
                </a:lnTo>
                <a:lnTo>
                  <a:pt x="125013" y="37065"/>
                </a:lnTo>
                <a:lnTo>
                  <a:pt x="89784" y="63850"/>
                </a:lnTo>
                <a:lnTo>
                  <a:pt x="59362" y="96574"/>
                </a:lnTo>
                <a:lnTo>
                  <a:pt x="34460" y="134469"/>
                </a:lnTo>
                <a:lnTo>
                  <a:pt x="15791" y="176770"/>
                </a:lnTo>
                <a:lnTo>
                  <a:pt x="4066" y="222711"/>
                </a:lnTo>
                <a:lnTo>
                  <a:pt x="0" y="271525"/>
                </a:lnTo>
                <a:lnTo>
                  <a:pt x="4066" y="320335"/>
                </a:lnTo>
                <a:lnTo>
                  <a:pt x="15791" y="366265"/>
                </a:lnTo>
                <a:lnTo>
                  <a:pt x="34460" y="408549"/>
                </a:lnTo>
                <a:lnTo>
                  <a:pt x="59362" y="446425"/>
                </a:lnTo>
                <a:lnTo>
                  <a:pt x="89784" y="479127"/>
                </a:lnTo>
                <a:lnTo>
                  <a:pt x="125013" y="505892"/>
                </a:lnTo>
                <a:lnTo>
                  <a:pt x="164335" y="525956"/>
                </a:lnTo>
                <a:lnTo>
                  <a:pt x="207039" y="538555"/>
                </a:lnTo>
                <a:lnTo>
                  <a:pt x="252412" y="542925"/>
                </a:lnTo>
                <a:lnTo>
                  <a:pt x="297797" y="538555"/>
                </a:lnTo>
                <a:lnTo>
                  <a:pt x="340512" y="525956"/>
                </a:lnTo>
                <a:lnTo>
                  <a:pt x="379845" y="505892"/>
                </a:lnTo>
                <a:lnTo>
                  <a:pt x="415082" y="479127"/>
                </a:lnTo>
                <a:lnTo>
                  <a:pt x="445511" y="446425"/>
                </a:lnTo>
                <a:lnTo>
                  <a:pt x="470419" y="408549"/>
                </a:lnTo>
                <a:lnTo>
                  <a:pt x="489093" y="366265"/>
                </a:lnTo>
                <a:lnTo>
                  <a:pt x="500821" y="320335"/>
                </a:lnTo>
                <a:lnTo>
                  <a:pt x="504888" y="271525"/>
                </a:lnTo>
                <a:lnTo>
                  <a:pt x="500821" y="222711"/>
                </a:lnTo>
                <a:lnTo>
                  <a:pt x="489093" y="176770"/>
                </a:lnTo>
                <a:lnTo>
                  <a:pt x="470419" y="134469"/>
                </a:lnTo>
                <a:lnTo>
                  <a:pt x="445511" y="96574"/>
                </a:lnTo>
                <a:lnTo>
                  <a:pt x="415082" y="63850"/>
                </a:lnTo>
                <a:lnTo>
                  <a:pt x="379845" y="37065"/>
                </a:lnTo>
                <a:lnTo>
                  <a:pt x="340512" y="16984"/>
                </a:lnTo>
                <a:lnTo>
                  <a:pt x="297797" y="4373"/>
                </a:lnTo>
                <a:lnTo>
                  <a:pt x="252412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172844" y="2103691"/>
            <a:ext cx="120650" cy="2889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700" b="1" i="1" spc="-310" dirty="0">
                <a:solidFill>
                  <a:srgbClr val="181818"/>
                </a:solidFill>
                <a:latin typeface="Trebuchet MS"/>
                <a:cs typeface="Trebuchet MS"/>
              </a:rPr>
              <a:t>1</a:t>
            </a:r>
            <a:endParaRPr sz="1700">
              <a:latin typeface="Trebuchet MS"/>
              <a:cs typeface="Trebuchet MS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985837" y="3986276"/>
            <a:ext cx="505459" cy="542925"/>
          </a:xfrm>
          <a:custGeom>
            <a:avLst/>
            <a:gdLst/>
            <a:ahLst/>
            <a:cxnLst/>
            <a:rect l="l" t="t" r="r" b="b"/>
            <a:pathLst>
              <a:path w="505459" h="542925">
                <a:moveTo>
                  <a:pt x="252412" y="0"/>
                </a:moveTo>
                <a:lnTo>
                  <a:pt x="207039" y="4369"/>
                </a:lnTo>
                <a:lnTo>
                  <a:pt x="164335" y="16968"/>
                </a:lnTo>
                <a:lnTo>
                  <a:pt x="125013" y="37032"/>
                </a:lnTo>
                <a:lnTo>
                  <a:pt x="89784" y="63797"/>
                </a:lnTo>
                <a:lnTo>
                  <a:pt x="59362" y="96499"/>
                </a:lnTo>
                <a:lnTo>
                  <a:pt x="34460" y="134375"/>
                </a:lnTo>
                <a:lnTo>
                  <a:pt x="15791" y="176659"/>
                </a:lnTo>
                <a:lnTo>
                  <a:pt x="4066" y="222589"/>
                </a:lnTo>
                <a:lnTo>
                  <a:pt x="0" y="271399"/>
                </a:lnTo>
                <a:lnTo>
                  <a:pt x="4066" y="320213"/>
                </a:lnTo>
                <a:lnTo>
                  <a:pt x="15791" y="366154"/>
                </a:lnTo>
                <a:lnTo>
                  <a:pt x="34460" y="408455"/>
                </a:lnTo>
                <a:lnTo>
                  <a:pt x="59362" y="446350"/>
                </a:lnTo>
                <a:lnTo>
                  <a:pt x="89784" y="479074"/>
                </a:lnTo>
                <a:lnTo>
                  <a:pt x="125013" y="505859"/>
                </a:lnTo>
                <a:lnTo>
                  <a:pt x="164335" y="525940"/>
                </a:lnTo>
                <a:lnTo>
                  <a:pt x="207039" y="538551"/>
                </a:lnTo>
                <a:lnTo>
                  <a:pt x="252412" y="542925"/>
                </a:lnTo>
                <a:lnTo>
                  <a:pt x="297797" y="538551"/>
                </a:lnTo>
                <a:lnTo>
                  <a:pt x="340512" y="525940"/>
                </a:lnTo>
                <a:lnTo>
                  <a:pt x="379845" y="505859"/>
                </a:lnTo>
                <a:lnTo>
                  <a:pt x="415082" y="479074"/>
                </a:lnTo>
                <a:lnTo>
                  <a:pt x="445511" y="446350"/>
                </a:lnTo>
                <a:lnTo>
                  <a:pt x="470419" y="408455"/>
                </a:lnTo>
                <a:lnTo>
                  <a:pt x="489093" y="366154"/>
                </a:lnTo>
                <a:lnTo>
                  <a:pt x="500821" y="320213"/>
                </a:lnTo>
                <a:lnTo>
                  <a:pt x="504888" y="271399"/>
                </a:lnTo>
                <a:lnTo>
                  <a:pt x="500821" y="222589"/>
                </a:lnTo>
                <a:lnTo>
                  <a:pt x="489093" y="176659"/>
                </a:lnTo>
                <a:lnTo>
                  <a:pt x="470419" y="134375"/>
                </a:lnTo>
                <a:lnTo>
                  <a:pt x="445511" y="96499"/>
                </a:lnTo>
                <a:lnTo>
                  <a:pt x="415082" y="63797"/>
                </a:lnTo>
                <a:lnTo>
                  <a:pt x="379845" y="37032"/>
                </a:lnTo>
                <a:lnTo>
                  <a:pt x="340512" y="16968"/>
                </a:lnTo>
                <a:lnTo>
                  <a:pt x="297797" y="4369"/>
                </a:lnTo>
                <a:lnTo>
                  <a:pt x="252412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1148397" y="4107179"/>
            <a:ext cx="170180" cy="2882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700" b="1" i="1" spc="80" dirty="0">
                <a:solidFill>
                  <a:srgbClr val="181818"/>
                </a:solidFill>
                <a:latin typeface="Trebuchet MS"/>
                <a:cs typeface="Trebuchet MS"/>
              </a:rPr>
              <a:t>4</a:t>
            </a:r>
            <a:endParaRPr sz="1700">
              <a:latin typeface="Trebuchet MS"/>
              <a:cs typeface="Trebuchet MS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985837" y="2652776"/>
            <a:ext cx="505459" cy="542925"/>
          </a:xfrm>
          <a:custGeom>
            <a:avLst/>
            <a:gdLst/>
            <a:ahLst/>
            <a:cxnLst/>
            <a:rect l="l" t="t" r="r" b="b"/>
            <a:pathLst>
              <a:path w="505459" h="542925">
                <a:moveTo>
                  <a:pt x="252412" y="0"/>
                </a:moveTo>
                <a:lnTo>
                  <a:pt x="207039" y="4369"/>
                </a:lnTo>
                <a:lnTo>
                  <a:pt x="164335" y="16968"/>
                </a:lnTo>
                <a:lnTo>
                  <a:pt x="125013" y="37032"/>
                </a:lnTo>
                <a:lnTo>
                  <a:pt x="89784" y="63797"/>
                </a:lnTo>
                <a:lnTo>
                  <a:pt x="59362" y="96499"/>
                </a:lnTo>
                <a:lnTo>
                  <a:pt x="34460" y="134375"/>
                </a:lnTo>
                <a:lnTo>
                  <a:pt x="15791" y="176659"/>
                </a:lnTo>
                <a:lnTo>
                  <a:pt x="4066" y="222589"/>
                </a:lnTo>
                <a:lnTo>
                  <a:pt x="0" y="271399"/>
                </a:lnTo>
                <a:lnTo>
                  <a:pt x="4066" y="320213"/>
                </a:lnTo>
                <a:lnTo>
                  <a:pt x="15791" y="366154"/>
                </a:lnTo>
                <a:lnTo>
                  <a:pt x="34460" y="408455"/>
                </a:lnTo>
                <a:lnTo>
                  <a:pt x="59362" y="446350"/>
                </a:lnTo>
                <a:lnTo>
                  <a:pt x="89784" y="479074"/>
                </a:lnTo>
                <a:lnTo>
                  <a:pt x="125013" y="505859"/>
                </a:lnTo>
                <a:lnTo>
                  <a:pt x="164335" y="525940"/>
                </a:lnTo>
                <a:lnTo>
                  <a:pt x="207039" y="538551"/>
                </a:lnTo>
                <a:lnTo>
                  <a:pt x="252412" y="542925"/>
                </a:lnTo>
                <a:lnTo>
                  <a:pt x="297797" y="538551"/>
                </a:lnTo>
                <a:lnTo>
                  <a:pt x="340512" y="525940"/>
                </a:lnTo>
                <a:lnTo>
                  <a:pt x="379845" y="505859"/>
                </a:lnTo>
                <a:lnTo>
                  <a:pt x="415082" y="479074"/>
                </a:lnTo>
                <a:lnTo>
                  <a:pt x="445511" y="446350"/>
                </a:lnTo>
                <a:lnTo>
                  <a:pt x="470419" y="408455"/>
                </a:lnTo>
                <a:lnTo>
                  <a:pt x="489093" y="366154"/>
                </a:lnTo>
                <a:lnTo>
                  <a:pt x="500821" y="320213"/>
                </a:lnTo>
                <a:lnTo>
                  <a:pt x="504888" y="271399"/>
                </a:lnTo>
                <a:lnTo>
                  <a:pt x="500821" y="222589"/>
                </a:lnTo>
                <a:lnTo>
                  <a:pt x="489093" y="176659"/>
                </a:lnTo>
                <a:lnTo>
                  <a:pt x="470419" y="134375"/>
                </a:lnTo>
                <a:lnTo>
                  <a:pt x="445511" y="96499"/>
                </a:lnTo>
                <a:lnTo>
                  <a:pt x="415082" y="63797"/>
                </a:lnTo>
                <a:lnTo>
                  <a:pt x="379845" y="37032"/>
                </a:lnTo>
                <a:lnTo>
                  <a:pt x="340512" y="16968"/>
                </a:lnTo>
                <a:lnTo>
                  <a:pt x="297797" y="4369"/>
                </a:lnTo>
                <a:lnTo>
                  <a:pt x="252412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1153160" y="2770187"/>
            <a:ext cx="160655" cy="2889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700" b="1" i="1" spc="10" dirty="0">
                <a:solidFill>
                  <a:srgbClr val="181818"/>
                </a:solidFill>
                <a:latin typeface="Trebuchet MS"/>
                <a:cs typeface="Trebuchet MS"/>
              </a:rPr>
              <a:t>2</a:t>
            </a:r>
            <a:endParaRPr sz="1700">
              <a:latin typeface="Trebuchet MS"/>
              <a:cs typeface="Trebuchet MS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985837" y="5319776"/>
            <a:ext cx="505459" cy="542925"/>
          </a:xfrm>
          <a:custGeom>
            <a:avLst/>
            <a:gdLst/>
            <a:ahLst/>
            <a:cxnLst/>
            <a:rect l="l" t="t" r="r" b="b"/>
            <a:pathLst>
              <a:path w="505459" h="542925">
                <a:moveTo>
                  <a:pt x="252412" y="0"/>
                </a:moveTo>
                <a:lnTo>
                  <a:pt x="207039" y="4369"/>
                </a:lnTo>
                <a:lnTo>
                  <a:pt x="164335" y="16968"/>
                </a:lnTo>
                <a:lnTo>
                  <a:pt x="125013" y="37032"/>
                </a:lnTo>
                <a:lnTo>
                  <a:pt x="89784" y="63797"/>
                </a:lnTo>
                <a:lnTo>
                  <a:pt x="59362" y="96499"/>
                </a:lnTo>
                <a:lnTo>
                  <a:pt x="34460" y="134375"/>
                </a:lnTo>
                <a:lnTo>
                  <a:pt x="15791" y="176659"/>
                </a:lnTo>
                <a:lnTo>
                  <a:pt x="4066" y="222589"/>
                </a:lnTo>
                <a:lnTo>
                  <a:pt x="0" y="271399"/>
                </a:lnTo>
                <a:lnTo>
                  <a:pt x="4066" y="320213"/>
                </a:lnTo>
                <a:lnTo>
                  <a:pt x="15791" y="366154"/>
                </a:lnTo>
                <a:lnTo>
                  <a:pt x="34460" y="408455"/>
                </a:lnTo>
                <a:lnTo>
                  <a:pt x="59362" y="446350"/>
                </a:lnTo>
                <a:lnTo>
                  <a:pt x="89784" y="479074"/>
                </a:lnTo>
                <a:lnTo>
                  <a:pt x="125013" y="505859"/>
                </a:lnTo>
                <a:lnTo>
                  <a:pt x="164335" y="525940"/>
                </a:lnTo>
                <a:lnTo>
                  <a:pt x="207039" y="538551"/>
                </a:lnTo>
                <a:lnTo>
                  <a:pt x="252412" y="542925"/>
                </a:lnTo>
                <a:lnTo>
                  <a:pt x="297797" y="538551"/>
                </a:lnTo>
                <a:lnTo>
                  <a:pt x="340512" y="525940"/>
                </a:lnTo>
                <a:lnTo>
                  <a:pt x="379845" y="505859"/>
                </a:lnTo>
                <a:lnTo>
                  <a:pt x="415082" y="479074"/>
                </a:lnTo>
                <a:lnTo>
                  <a:pt x="445511" y="446350"/>
                </a:lnTo>
                <a:lnTo>
                  <a:pt x="470419" y="408455"/>
                </a:lnTo>
                <a:lnTo>
                  <a:pt x="489093" y="366154"/>
                </a:lnTo>
                <a:lnTo>
                  <a:pt x="500821" y="320213"/>
                </a:lnTo>
                <a:lnTo>
                  <a:pt x="504888" y="271399"/>
                </a:lnTo>
                <a:lnTo>
                  <a:pt x="500821" y="222589"/>
                </a:lnTo>
                <a:lnTo>
                  <a:pt x="489093" y="176659"/>
                </a:lnTo>
                <a:lnTo>
                  <a:pt x="470419" y="134375"/>
                </a:lnTo>
                <a:lnTo>
                  <a:pt x="445511" y="96499"/>
                </a:lnTo>
                <a:lnTo>
                  <a:pt x="415082" y="63797"/>
                </a:lnTo>
                <a:lnTo>
                  <a:pt x="379845" y="37032"/>
                </a:lnTo>
                <a:lnTo>
                  <a:pt x="340512" y="16968"/>
                </a:lnTo>
                <a:lnTo>
                  <a:pt x="297797" y="4369"/>
                </a:lnTo>
                <a:lnTo>
                  <a:pt x="252412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1150619" y="5443156"/>
            <a:ext cx="167005" cy="2889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700" b="1" i="1" spc="60" dirty="0">
                <a:solidFill>
                  <a:srgbClr val="181818"/>
                </a:solidFill>
                <a:latin typeface="Trebuchet MS"/>
                <a:cs typeface="Trebuchet MS"/>
              </a:rPr>
              <a:t>6</a:t>
            </a:r>
            <a:endParaRPr sz="1700">
              <a:latin typeface="Trebuchet MS"/>
              <a:cs typeface="Trebuchet MS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985837" y="4653026"/>
            <a:ext cx="505459" cy="542925"/>
          </a:xfrm>
          <a:custGeom>
            <a:avLst/>
            <a:gdLst/>
            <a:ahLst/>
            <a:cxnLst/>
            <a:rect l="l" t="t" r="r" b="b"/>
            <a:pathLst>
              <a:path w="505459" h="542925">
                <a:moveTo>
                  <a:pt x="252412" y="0"/>
                </a:moveTo>
                <a:lnTo>
                  <a:pt x="207039" y="4369"/>
                </a:lnTo>
                <a:lnTo>
                  <a:pt x="164335" y="16968"/>
                </a:lnTo>
                <a:lnTo>
                  <a:pt x="125013" y="37032"/>
                </a:lnTo>
                <a:lnTo>
                  <a:pt x="89784" y="63797"/>
                </a:lnTo>
                <a:lnTo>
                  <a:pt x="59362" y="96499"/>
                </a:lnTo>
                <a:lnTo>
                  <a:pt x="34460" y="134375"/>
                </a:lnTo>
                <a:lnTo>
                  <a:pt x="15791" y="176659"/>
                </a:lnTo>
                <a:lnTo>
                  <a:pt x="4066" y="222589"/>
                </a:lnTo>
                <a:lnTo>
                  <a:pt x="0" y="271399"/>
                </a:lnTo>
                <a:lnTo>
                  <a:pt x="4066" y="320213"/>
                </a:lnTo>
                <a:lnTo>
                  <a:pt x="15791" y="366154"/>
                </a:lnTo>
                <a:lnTo>
                  <a:pt x="34460" y="408455"/>
                </a:lnTo>
                <a:lnTo>
                  <a:pt x="59362" y="446350"/>
                </a:lnTo>
                <a:lnTo>
                  <a:pt x="89784" y="479074"/>
                </a:lnTo>
                <a:lnTo>
                  <a:pt x="125013" y="505859"/>
                </a:lnTo>
                <a:lnTo>
                  <a:pt x="164335" y="525940"/>
                </a:lnTo>
                <a:lnTo>
                  <a:pt x="207039" y="538551"/>
                </a:lnTo>
                <a:lnTo>
                  <a:pt x="252412" y="542925"/>
                </a:lnTo>
                <a:lnTo>
                  <a:pt x="297797" y="538551"/>
                </a:lnTo>
                <a:lnTo>
                  <a:pt x="340512" y="525940"/>
                </a:lnTo>
                <a:lnTo>
                  <a:pt x="379845" y="505859"/>
                </a:lnTo>
                <a:lnTo>
                  <a:pt x="415082" y="479074"/>
                </a:lnTo>
                <a:lnTo>
                  <a:pt x="445511" y="446350"/>
                </a:lnTo>
                <a:lnTo>
                  <a:pt x="470419" y="408455"/>
                </a:lnTo>
                <a:lnTo>
                  <a:pt x="489093" y="366154"/>
                </a:lnTo>
                <a:lnTo>
                  <a:pt x="500821" y="320213"/>
                </a:lnTo>
                <a:lnTo>
                  <a:pt x="504888" y="271399"/>
                </a:lnTo>
                <a:lnTo>
                  <a:pt x="500821" y="222589"/>
                </a:lnTo>
                <a:lnTo>
                  <a:pt x="489093" y="176659"/>
                </a:lnTo>
                <a:lnTo>
                  <a:pt x="470419" y="134375"/>
                </a:lnTo>
                <a:lnTo>
                  <a:pt x="445511" y="96499"/>
                </a:lnTo>
                <a:lnTo>
                  <a:pt x="415082" y="63797"/>
                </a:lnTo>
                <a:lnTo>
                  <a:pt x="379845" y="37032"/>
                </a:lnTo>
                <a:lnTo>
                  <a:pt x="340512" y="16968"/>
                </a:lnTo>
                <a:lnTo>
                  <a:pt x="297797" y="4369"/>
                </a:lnTo>
                <a:lnTo>
                  <a:pt x="252412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1153794" y="4774882"/>
            <a:ext cx="159385" cy="2889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700" b="1" i="1" dirty="0">
                <a:solidFill>
                  <a:srgbClr val="181818"/>
                </a:solidFill>
                <a:latin typeface="Trebuchet MS"/>
                <a:cs typeface="Trebuchet MS"/>
              </a:rPr>
              <a:t>5</a:t>
            </a:r>
            <a:endParaRPr sz="1700">
              <a:latin typeface="Trebuchet MS"/>
              <a:cs typeface="Trebuchet MS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985837" y="5986526"/>
            <a:ext cx="505459" cy="552450"/>
          </a:xfrm>
          <a:custGeom>
            <a:avLst/>
            <a:gdLst/>
            <a:ahLst/>
            <a:cxnLst/>
            <a:rect l="l" t="t" r="r" b="b"/>
            <a:pathLst>
              <a:path w="505459" h="552450">
                <a:moveTo>
                  <a:pt x="252412" y="0"/>
                </a:moveTo>
                <a:lnTo>
                  <a:pt x="207039" y="4446"/>
                </a:lnTo>
                <a:lnTo>
                  <a:pt x="164335" y="17268"/>
                </a:lnTo>
                <a:lnTo>
                  <a:pt x="125013" y="37686"/>
                </a:lnTo>
                <a:lnTo>
                  <a:pt x="89784" y="64920"/>
                </a:lnTo>
                <a:lnTo>
                  <a:pt x="59362" y="98194"/>
                </a:lnTo>
                <a:lnTo>
                  <a:pt x="34460" y="136727"/>
                </a:lnTo>
                <a:lnTo>
                  <a:pt x="15791" y="179741"/>
                </a:lnTo>
                <a:lnTo>
                  <a:pt x="4066" y="226457"/>
                </a:lnTo>
                <a:lnTo>
                  <a:pt x="0" y="276098"/>
                </a:lnTo>
                <a:lnTo>
                  <a:pt x="4066" y="325775"/>
                </a:lnTo>
                <a:lnTo>
                  <a:pt x="15791" y="372521"/>
                </a:lnTo>
                <a:lnTo>
                  <a:pt x="34460" y="415558"/>
                </a:lnTo>
                <a:lnTo>
                  <a:pt x="59362" y="454107"/>
                </a:lnTo>
                <a:lnTo>
                  <a:pt x="89784" y="487390"/>
                </a:lnTo>
                <a:lnTo>
                  <a:pt x="125013" y="514632"/>
                </a:lnTo>
                <a:lnTo>
                  <a:pt x="164335" y="535053"/>
                </a:lnTo>
                <a:lnTo>
                  <a:pt x="207039" y="547875"/>
                </a:lnTo>
                <a:lnTo>
                  <a:pt x="252412" y="552323"/>
                </a:lnTo>
                <a:lnTo>
                  <a:pt x="297797" y="547875"/>
                </a:lnTo>
                <a:lnTo>
                  <a:pt x="340512" y="535053"/>
                </a:lnTo>
                <a:lnTo>
                  <a:pt x="379845" y="514632"/>
                </a:lnTo>
                <a:lnTo>
                  <a:pt x="415082" y="487390"/>
                </a:lnTo>
                <a:lnTo>
                  <a:pt x="445511" y="454107"/>
                </a:lnTo>
                <a:lnTo>
                  <a:pt x="470419" y="415558"/>
                </a:lnTo>
                <a:lnTo>
                  <a:pt x="489093" y="372521"/>
                </a:lnTo>
                <a:lnTo>
                  <a:pt x="500821" y="325775"/>
                </a:lnTo>
                <a:lnTo>
                  <a:pt x="504888" y="276098"/>
                </a:lnTo>
                <a:lnTo>
                  <a:pt x="500821" y="226457"/>
                </a:lnTo>
                <a:lnTo>
                  <a:pt x="489093" y="179741"/>
                </a:lnTo>
                <a:lnTo>
                  <a:pt x="470419" y="136727"/>
                </a:lnTo>
                <a:lnTo>
                  <a:pt x="445511" y="98194"/>
                </a:lnTo>
                <a:lnTo>
                  <a:pt x="415082" y="64920"/>
                </a:lnTo>
                <a:lnTo>
                  <a:pt x="379845" y="37686"/>
                </a:lnTo>
                <a:lnTo>
                  <a:pt x="340512" y="17268"/>
                </a:lnTo>
                <a:lnTo>
                  <a:pt x="297797" y="4446"/>
                </a:lnTo>
                <a:lnTo>
                  <a:pt x="252412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1153794" y="6111875"/>
            <a:ext cx="159385" cy="2882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700" b="1" i="1" dirty="0">
                <a:solidFill>
                  <a:srgbClr val="181818"/>
                </a:solidFill>
                <a:latin typeface="Trebuchet MS"/>
                <a:cs typeface="Trebuchet MS"/>
              </a:rPr>
              <a:t>7</a:t>
            </a:r>
            <a:endParaRPr sz="1700">
              <a:latin typeface="Trebuchet MS"/>
              <a:cs typeface="Trebuchet MS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985837" y="7767573"/>
            <a:ext cx="505459" cy="542925"/>
          </a:xfrm>
          <a:custGeom>
            <a:avLst/>
            <a:gdLst/>
            <a:ahLst/>
            <a:cxnLst/>
            <a:rect l="l" t="t" r="r" b="b"/>
            <a:pathLst>
              <a:path w="505459" h="542925">
                <a:moveTo>
                  <a:pt x="252412" y="0"/>
                </a:moveTo>
                <a:lnTo>
                  <a:pt x="207039" y="4373"/>
                </a:lnTo>
                <a:lnTo>
                  <a:pt x="164335" y="16984"/>
                </a:lnTo>
                <a:lnTo>
                  <a:pt x="125013" y="37065"/>
                </a:lnTo>
                <a:lnTo>
                  <a:pt x="89784" y="63850"/>
                </a:lnTo>
                <a:lnTo>
                  <a:pt x="59362" y="96574"/>
                </a:lnTo>
                <a:lnTo>
                  <a:pt x="34460" y="134469"/>
                </a:lnTo>
                <a:lnTo>
                  <a:pt x="15791" y="176770"/>
                </a:lnTo>
                <a:lnTo>
                  <a:pt x="4066" y="222711"/>
                </a:lnTo>
                <a:lnTo>
                  <a:pt x="0" y="271525"/>
                </a:lnTo>
                <a:lnTo>
                  <a:pt x="4066" y="320335"/>
                </a:lnTo>
                <a:lnTo>
                  <a:pt x="15791" y="366265"/>
                </a:lnTo>
                <a:lnTo>
                  <a:pt x="34460" y="408549"/>
                </a:lnTo>
                <a:lnTo>
                  <a:pt x="59362" y="446425"/>
                </a:lnTo>
                <a:lnTo>
                  <a:pt x="89784" y="479127"/>
                </a:lnTo>
                <a:lnTo>
                  <a:pt x="125013" y="505892"/>
                </a:lnTo>
                <a:lnTo>
                  <a:pt x="164335" y="525956"/>
                </a:lnTo>
                <a:lnTo>
                  <a:pt x="207039" y="538555"/>
                </a:lnTo>
                <a:lnTo>
                  <a:pt x="252412" y="542925"/>
                </a:lnTo>
                <a:lnTo>
                  <a:pt x="297797" y="538555"/>
                </a:lnTo>
                <a:lnTo>
                  <a:pt x="340512" y="525956"/>
                </a:lnTo>
                <a:lnTo>
                  <a:pt x="379845" y="505892"/>
                </a:lnTo>
                <a:lnTo>
                  <a:pt x="415082" y="479127"/>
                </a:lnTo>
                <a:lnTo>
                  <a:pt x="445511" y="446425"/>
                </a:lnTo>
                <a:lnTo>
                  <a:pt x="470419" y="408549"/>
                </a:lnTo>
                <a:lnTo>
                  <a:pt x="489093" y="366265"/>
                </a:lnTo>
                <a:lnTo>
                  <a:pt x="500821" y="320335"/>
                </a:lnTo>
                <a:lnTo>
                  <a:pt x="504888" y="271525"/>
                </a:lnTo>
                <a:lnTo>
                  <a:pt x="500821" y="222711"/>
                </a:lnTo>
                <a:lnTo>
                  <a:pt x="489093" y="176770"/>
                </a:lnTo>
                <a:lnTo>
                  <a:pt x="470419" y="134469"/>
                </a:lnTo>
                <a:lnTo>
                  <a:pt x="445511" y="96574"/>
                </a:lnTo>
                <a:lnTo>
                  <a:pt x="415082" y="63850"/>
                </a:lnTo>
                <a:lnTo>
                  <a:pt x="379845" y="37065"/>
                </a:lnTo>
                <a:lnTo>
                  <a:pt x="340512" y="16984"/>
                </a:lnTo>
                <a:lnTo>
                  <a:pt x="297797" y="4373"/>
                </a:lnTo>
                <a:lnTo>
                  <a:pt x="252412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1150619" y="7887652"/>
            <a:ext cx="167005" cy="2889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700" b="1" i="1" spc="60" dirty="0">
                <a:solidFill>
                  <a:srgbClr val="181818"/>
                </a:solidFill>
                <a:latin typeface="Trebuchet MS"/>
                <a:cs typeface="Trebuchet MS"/>
              </a:rPr>
              <a:t>9</a:t>
            </a:r>
            <a:endParaRPr sz="1700">
              <a:latin typeface="Trebuchet MS"/>
              <a:cs typeface="Trebuchet MS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16331437" y="1042689"/>
            <a:ext cx="914400" cy="211454"/>
          </a:xfrm>
          <a:custGeom>
            <a:avLst/>
            <a:gdLst/>
            <a:ahLst/>
            <a:cxnLst/>
            <a:rect l="l" t="t" r="r" b="b"/>
            <a:pathLst>
              <a:path w="914400" h="211455">
                <a:moveTo>
                  <a:pt x="114280" y="0"/>
                </a:moveTo>
                <a:lnTo>
                  <a:pt x="69787" y="8294"/>
                </a:lnTo>
                <a:lnTo>
                  <a:pt x="33462" y="30918"/>
                </a:lnTo>
                <a:lnTo>
                  <a:pt x="8977" y="64479"/>
                </a:lnTo>
                <a:lnTo>
                  <a:pt x="0" y="105589"/>
                </a:lnTo>
                <a:lnTo>
                  <a:pt x="8977" y="146699"/>
                </a:lnTo>
                <a:lnTo>
                  <a:pt x="33463" y="180261"/>
                </a:lnTo>
                <a:lnTo>
                  <a:pt x="69788" y="202884"/>
                </a:lnTo>
                <a:lnTo>
                  <a:pt x="114281" y="211178"/>
                </a:lnTo>
                <a:lnTo>
                  <a:pt x="158774" y="202884"/>
                </a:lnTo>
                <a:lnTo>
                  <a:pt x="195098" y="180261"/>
                </a:lnTo>
                <a:lnTo>
                  <a:pt x="219583" y="146699"/>
                </a:lnTo>
                <a:lnTo>
                  <a:pt x="228560" y="105589"/>
                </a:lnTo>
                <a:lnTo>
                  <a:pt x="219582" y="64479"/>
                </a:lnTo>
                <a:lnTo>
                  <a:pt x="195097" y="30918"/>
                </a:lnTo>
                <a:lnTo>
                  <a:pt x="158773" y="8294"/>
                </a:lnTo>
                <a:lnTo>
                  <a:pt x="114280" y="0"/>
                </a:lnTo>
                <a:close/>
              </a:path>
              <a:path w="914400" h="211455">
                <a:moveTo>
                  <a:pt x="799962" y="0"/>
                </a:moveTo>
                <a:lnTo>
                  <a:pt x="755461" y="8294"/>
                </a:lnTo>
                <a:lnTo>
                  <a:pt x="719138" y="30918"/>
                </a:lnTo>
                <a:lnTo>
                  <a:pt x="694658" y="64479"/>
                </a:lnTo>
                <a:lnTo>
                  <a:pt x="685684" y="105589"/>
                </a:lnTo>
                <a:lnTo>
                  <a:pt x="694658" y="146699"/>
                </a:lnTo>
                <a:lnTo>
                  <a:pt x="719139" y="180261"/>
                </a:lnTo>
                <a:lnTo>
                  <a:pt x="755462" y="202884"/>
                </a:lnTo>
                <a:lnTo>
                  <a:pt x="799963" y="211178"/>
                </a:lnTo>
                <a:lnTo>
                  <a:pt x="844448" y="202884"/>
                </a:lnTo>
                <a:lnTo>
                  <a:pt x="880773" y="180261"/>
                </a:lnTo>
                <a:lnTo>
                  <a:pt x="905262" y="146699"/>
                </a:lnTo>
                <a:lnTo>
                  <a:pt x="914242" y="105589"/>
                </a:lnTo>
                <a:lnTo>
                  <a:pt x="905262" y="64479"/>
                </a:lnTo>
                <a:lnTo>
                  <a:pt x="880772" y="30918"/>
                </a:lnTo>
                <a:lnTo>
                  <a:pt x="844447" y="8294"/>
                </a:lnTo>
                <a:lnTo>
                  <a:pt x="799962" y="0"/>
                </a:lnTo>
                <a:close/>
              </a:path>
              <a:path w="914400" h="211455">
                <a:moveTo>
                  <a:pt x="457125" y="0"/>
                </a:moveTo>
                <a:lnTo>
                  <a:pt x="412623" y="8294"/>
                </a:lnTo>
                <a:lnTo>
                  <a:pt x="376297" y="30918"/>
                </a:lnTo>
                <a:lnTo>
                  <a:pt x="351814" y="64479"/>
                </a:lnTo>
                <a:lnTo>
                  <a:pt x="342839" y="105589"/>
                </a:lnTo>
                <a:lnTo>
                  <a:pt x="351815" y="146699"/>
                </a:lnTo>
                <a:lnTo>
                  <a:pt x="376298" y="180261"/>
                </a:lnTo>
                <a:lnTo>
                  <a:pt x="412624" y="202884"/>
                </a:lnTo>
                <a:lnTo>
                  <a:pt x="457126" y="211178"/>
                </a:lnTo>
                <a:lnTo>
                  <a:pt x="501611" y="202884"/>
                </a:lnTo>
                <a:lnTo>
                  <a:pt x="537935" y="180261"/>
                </a:lnTo>
                <a:lnTo>
                  <a:pt x="562425" y="146699"/>
                </a:lnTo>
                <a:lnTo>
                  <a:pt x="571404" y="105589"/>
                </a:lnTo>
                <a:lnTo>
                  <a:pt x="562424" y="64479"/>
                </a:lnTo>
                <a:lnTo>
                  <a:pt x="537935" y="30918"/>
                </a:lnTo>
                <a:lnTo>
                  <a:pt x="501610" y="8294"/>
                </a:lnTo>
                <a:lnTo>
                  <a:pt x="457125" y="0"/>
                </a:lnTo>
                <a:close/>
              </a:path>
            </a:pathLst>
          </a:custGeom>
          <a:solidFill>
            <a:srgbClr val="FC61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17173575" y="1998619"/>
            <a:ext cx="1114425" cy="6642734"/>
          </a:xfrm>
          <a:custGeom>
            <a:avLst/>
            <a:gdLst/>
            <a:ahLst/>
            <a:cxnLst/>
            <a:rect l="l" t="t" r="r" b="b"/>
            <a:pathLst>
              <a:path w="1114425" h="6642734">
                <a:moveTo>
                  <a:pt x="1114425" y="0"/>
                </a:moveTo>
                <a:lnTo>
                  <a:pt x="1081769" y="43482"/>
                </a:lnTo>
                <a:lnTo>
                  <a:pt x="1055085" y="79730"/>
                </a:lnTo>
                <a:lnTo>
                  <a:pt x="1028691" y="116203"/>
                </a:lnTo>
                <a:lnTo>
                  <a:pt x="1002589" y="152899"/>
                </a:lnTo>
                <a:lnTo>
                  <a:pt x="976780" y="189818"/>
                </a:lnTo>
                <a:lnTo>
                  <a:pt x="951267" y="226957"/>
                </a:lnTo>
                <a:lnTo>
                  <a:pt x="926050" y="264315"/>
                </a:lnTo>
                <a:lnTo>
                  <a:pt x="901132" y="301889"/>
                </a:lnTo>
                <a:lnTo>
                  <a:pt x="876514" y="339679"/>
                </a:lnTo>
                <a:lnTo>
                  <a:pt x="852198" y="377683"/>
                </a:lnTo>
                <a:lnTo>
                  <a:pt x="828185" y="415898"/>
                </a:lnTo>
                <a:lnTo>
                  <a:pt x="804478" y="454323"/>
                </a:lnTo>
                <a:lnTo>
                  <a:pt x="781078" y="492957"/>
                </a:lnTo>
                <a:lnTo>
                  <a:pt x="757986" y="531797"/>
                </a:lnTo>
                <a:lnTo>
                  <a:pt x="735205" y="570843"/>
                </a:lnTo>
                <a:lnTo>
                  <a:pt x="712736" y="610092"/>
                </a:lnTo>
                <a:lnTo>
                  <a:pt x="690581" y="649542"/>
                </a:lnTo>
                <a:lnTo>
                  <a:pt x="668741" y="689192"/>
                </a:lnTo>
                <a:lnTo>
                  <a:pt x="647219" y="729041"/>
                </a:lnTo>
                <a:lnTo>
                  <a:pt x="626016" y="769086"/>
                </a:lnTo>
                <a:lnTo>
                  <a:pt x="605133" y="809326"/>
                </a:lnTo>
                <a:lnTo>
                  <a:pt x="584573" y="849759"/>
                </a:lnTo>
                <a:lnTo>
                  <a:pt x="564336" y="890383"/>
                </a:lnTo>
                <a:lnTo>
                  <a:pt x="544426" y="931197"/>
                </a:lnTo>
                <a:lnTo>
                  <a:pt x="524843" y="972198"/>
                </a:lnTo>
                <a:lnTo>
                  <a:pt x="505589" y="1013387"/>
                </a:lnTo>
                <a:lnTo>
                  <a:pt x="486666" y="1054759"/>
                </a:lnTo>
                <a:lnTo>
                  <a:pt x="468075" y="1096315"/>
                </a:lnTo>
                <a:lnTo>
                  <a:pt x="449819" y="1138051"/>
                </a:lnTo>
                <a:lnTo>
                  <a:pt x="431899" y="1179967"/>
                </a:lnTo>
                <a:lnTo>
                  <a:pt x="414316" y="1222061"/>
                </a:lnTo>
                <a:lnTo>
                  <a:pt x="397073" y="1264331"/>
                </a:lnTo>
                <a:lnTo>
                  <a:pt x="380171" y="1306775"/>
                </a:lnTo>
                <a:lnTo>
                  <a:pt x="363611" y="1349392"/>
                </a:lnTo>
                <a:lnTo>
                  <a:pt x="347397" y="1392180"/>
                </a:lnTo>
                <a:lnTo>
                  <a:pt x="331528" y="1435137"/>
                </a:lnTo>
                <a:lnTo>
                  <a:pt x="316007" y="1478261"/>
                </a:lnTo>
                <a:lnTo>
                  <a:pt x="300836" y="1521552"/>
                </a:lnTo>
                <a:lnTo>
                  <a:pt x="286016" y="1565006"/>
                </a:lnTo>
                <a:lnTo>
                  <a:pt x="271549" y="1608623"/>
                </a:lnTo>
                <a:lnTo>
                  <a:pt x="257437" y="1652400"/>
                </a:lnTo>
                <a:lnTo>
                  <a:pt x="243681" y="1696337"/>
                </a:lnTo>
                <a:lnTo>
                  <a:pt x="230284" y="1740430"/>
                </a:lnTo>
                <a:lnTo>
                  <a:pt x="217246" y="1784680"/>
                </a:lnTo>
                <a:lnTo>
                  <a:pt x="204570" y="1829083"/>
                </a:lnTo>
                <a:lnTo>
                  <a:pt x="192256" y="1873638"/>
                </a:lnTo>
                <a:lnTo>
                  <a:pt x="180308" y="1918344"/>
                </a:lnTo>
                <a:lnTo>
                  <a:pt x="168727" y="1963199"/>
                </a:lnTo>
                <a:lnTo>
                  <a:pt x="157514" y="2008200"/>
                </a:lnTo>
                <a:lnTo>
                  <a:pt x="146670" y="2053347"/>
                </a:lnTo>
                <a:lnTo>
                  <a:pt x="136199" y="2098638"/>
                </a:lnTo>
                <a:lnTo>
                  <a:pt x="126101" y="2144070"/>
                </a:lnTo>
                <a:lnTo>
                  <a:pt x="116378" y="2189643"/>
                </a:lnTo>
                <a:lnTo>
                  <a:pt x="107032" y="2235354"/>
                </a:lnTo>
                <a:lnTo>
                  <a:pt x="98065" y="2281202"/>
                </a:lnTo>
                <a:lnTo>
                  <a:pt x="89477" y="2327186"/>
                </a:lnTo>
                <a:lnTo>
                  <a:pt x="81272" y="2373302"/>
                </a:lnTo>
                <a:lnTo>
                  <a:pt x="73450" y="2419551"/>
                </a:lnTo>
                <a:lnTo>
                  <a:pt x="66014" y="2465929"/>
                </a:lnTo>
                <a:lnTo>
                  <a:pt x="58965" y="2512436"/>
                </a:lnTo>
                <a:lnTo>
                  <a:pt x="52305" y="2559069"/>
                </a:lnTo>
                <a:lnTo>
                  <a:pt x="46035" y="2605827"/>
                </a:lnTo>
                <a:lnTo>
                  <a:pt x="40157" y="2652709"/>
                </a:lnTo>
                <a:lnTo>
                  <a:pt x="34673" y="2699712"/>
                </a:lnTo>
                <a:lnTo>
                  <a:pt x="29585" y="2746834"/>
                </a:lnTo>
                <a:lnTo>
                  <a:pt x="24894" y="2794075"/>
                </a:lnTo>
                <a:lnTo>
                  <a:pt x="20601" y="2841432"/>
                </a:lnTo>
                <a:lnTo>
                  <a:pt x="16710" y="2888904"/>
                </a:lnTo>
                <a:lnTo>
                  <a:pt x="13221" y="2936489"/>
                </a:lnTo>
                <a:lnTo>
                  <a:pt x="10136" y="2984185"/>
                </a:lnTo>
                <a:lnTo>
                  <a:pt x="7457" y="3031990"/>
                </a:lnTo>
                <a:lnTo>
                  <a:pt x="5185" y="3079904"/>
                </a:lnTo>
                <a:lnTo>
                  <a:pt x="3323" y="3127923"/>
                </a:lnTo>
                <a:lnTo>
                  <a:pt x="1872" y="3176047"/>
                </a:lnTo>
                <a:lnTo>
                  <a:pt x="833" y="3224274"/>
                </a:lnTo>
                <a:lnTo>
                  <a:pt x="208" y="3272602"/>
                </a:lnTo>
                <a:lnTo>
                  <a:pt x="0" y="3321029"/>
                </a:lnTo>
                <a:lnTo>
                  <a:pt x="208" y="3369458"/>
                </a:lnTo>
                <a:lnTo>
                  <a:pt x="833" y="3417788"/>
                </a:lnTo>
                <a:lnTo>
                  <a:pt x="1872" y="3466016"/>
                </a:lnTo>
                <a:lnTo>
                  <a:pt x="3323" y="3514142"/>
                </a:lnTo>
                <a:lnTo>
                  <a:pt x="5185" y="3562164"/>
                </a:lnTo>
                <a:lnTo>
                  <a:pt x="7457" y="3610079"/>
                </a:lnTo>
                <a:lnTo>
                  <a:pt x="10136" y="3657886"/>
                </a:lnTo>
                <a:lnTo>
                  <a:pt x="13221" y="3705584"/>
                </a:lnTo>
                <a:lnTo>
                  <a:pt x="16710" y="3753171"/>
                </a:lnTo>
                <a:lnTo>
                  <a:pt x="20601" y="3800644"/>
                </a:lnTo>
                <a:lnTo>
                  <a:pt x="24894" y="3848003"/>
                </a:lnTo>
                <a:lnTo>
                  <a:pt x="29585" y="3895246"/>
                </a:lnTo>
                <a:lnTo>
                  <a:pt x="34673" y="3942370"/>
                </a:lnTo>
                <a:lnTo>
                  <a:pt x="40157" y="3989375"/>
                </a:lnTo>
                <a:lnTo>
                  <a:pt x="46035" y="4036258"/>
                </a:lnTo>
                <a:lnTo>
                  <a:pt x="52305" y="4083018"/>
                </a:lnTo>
                <a:lnTo>
                  <a:pt x="58965" y="4129653"/>
                </a:lnTo>
                <a:lnTo>
                  <a:pt x="66014" y="4176161"/>
                </a:lnTo>
                <a:lnTo>
                  <a:pt x="73450" y="4222541"/>
                </a:lnTo>
                <a:lnTo>
                  <a:pt x="81272" y="4268791"/>
                </a:lnTo>
                <a:lnTo>
                  <a:pt x="89477" y="4314910"/>
                </a:lnTo>
                <a:lnTo>
                  <a:pt x="98065" y="4360895"/>
                </a:lnTo>
                <a:lnTo>
                  <a:pt x="107032" y="4406744"/>
                </a:lnTo>
                <a:lnTo>
                  <a:pt x="116378" y="4452457"/>
                </a:lnTo>
                <a:lnTo>
                  <a:pt x="126101" y="4498031"/>
                </a:lnTo>
                <a:lnTo>
                  <a:pt x="136199" y="4543466"/>
                </a:lnTo>
                <a:lnTo>
                  <a:pt x="146670" y="4588758"/>
                </a:lnTo>
                <a:lnTo>
                  <a:pt x="157514" y="4633906"/>
                </a:lnTo>
                <a:lnTo>
                  <a:pt x="168727" y="4678909"/>
                </a:lnTo>
                <a:lnTo>
                  <a:pt x="180308" y="4723765"/>
                </a:lnTo>
                <a:lnTo>
                  <a:pt x="192256" y="4768472"/>
                </a:lnTo>
                <a:lnTo>
                  <a:pt x="204570" y="4813029"/>
                </a:lnTo>
                <a:lnTo>
                  <a:pt x="217246" y="4857434"/>
                </a:lnTo>
                <a:lnTo>
                  <a:pt x="230284" y="4901684"/>
                </a:lnTo>
                <a:lnTo>
                  <a:pt x="243681" y="4945779"/>
                </a:lnTo>
                <a:lnTo>
                  <a:pt x="257437" y="4989717"/>
                </a:lnTo>
                <a:lnTo>
                  <a:pt x="271549" y="5033496"/>
                </a:lnTo>
                <a:lnTo>
                  <a:pt x="286016" y="5077114"/>
                </a:lnTo>
                <a:lnTo>
                  <a:pt x="300836" y="5120570"/>
                </a:lnTo>
                <a:lnTo>
                  <a:pt x="316007" y="5163861"/>
                </a:lnTo>
                <a:lnTo>
                  <a:pt x="331528" y="5206987"/>
                </a:lnTo>
                <a:lnTo>
                  <a:pt x="347397" y="5249945"/>
                </a:lnTo>
                <a:lnTo>
                  <a:pt x="363611" y="5292734"/>
                </a:lnTo>
                <a:lnTo>
                  <a:pt x="380171" y="5335352"/>
                </a:lnTo>
                <a:lnTo>
                  <a:pt x="397073" y="5377797"/>
                </a:lnTo>
                <a:lnTo>
                  <a:pt x="414316" y="5420068"/>
                </a:lnTo>
                <a:lnTo>
                  <a:pt x="431899" y="5462163"/>
                </a:lnTo>
                <a:lnTo>
                  <a:pt x="449819" y="5504081"/>
                </a:lnTo>
                <a:lnTo>
                  <a:pt x="468075" y="5545818"/>
                </a:lnTo>
                <a:lnTo>
                  <a:pt x="486666" y="5587375"/>
                </a:lnTo>
                <a:lnTo>
                  <a:pt x="505589" y="5628749"/>
                </a:lnTo>
                <a:lnTo>
                  <a:pt x="524843" y="5669938"/>
                </a:lnTo>
                <a:lnTo>
                  <a:pt x="544426" y="5710941"/>
                </a:lnTo>
                <a:lnTo>
                  <a:pt x="564336" y="5751756"/>
                </a:lnTo>
                <a:lnTo>
                  <a:pt x="584573" y="5792381"/>
                </a:lnTo>
                <a:lnTo>
                  <a:pt x="605133" y="5832815"/>
                </a:lnTo>
                <a:lnTo>
                  <a:pt x="626016" y="5873056"/>
                </a:lnTo>
                <a:lnTo>
                  <a:pt x="647219" y="5913102"/>
                </a:lnTo>
                <a:lnTo>
                  <a:pt x="668741" y="5952951"/>
                </a:lnTo>
                <a:lnTo>
                  <a:pt x="690581" y="5992602"/>
                </a:lnTo>
                <a:lnTo>
                  <a:pt x="712736" y="6032054"/>
                </a:lnTo>
                <a:lnTo>
                  <a:pt x="735205" y="6071303"/>
                </a:lnTo>
                <a:lnTo>
                  <a:pt x="757986" y="6110350"/>
                </a:lnTo>
                <a:lnTo>
                  <a:pt x="781078" y="6149191"/>
                </a:lnTo>
                <a:lnTo>
                  <a:pt x="804478" y="6187826"/>
                </a:lnTo>
                <a:lnTo>
                  <a:pt x="828185" y="6226252"/>
                </a:lnTo>
                <a:lnTo>
                  <a:pt x="852198" y="6264468"/>
                </a:lnTo>
                <a:lnTo>
                  <a:pt x="876514" y="6302472"/>
                </a:lnTo>
                <a:lnTo>
                  <a:pt x="901132" y="6340263"/>
                </a:lnTo>
                <a:lnTo>
                  <a:pt x="926050" y="6377838"/>
                </a:lnTo>
                <a:lnTo>
                  <a:pt x="951267" y="6415197"/>
                </a:lnTo>
                <a:lnTo>
                  <a:pt x="976780" y="6452337"/>
                </a:lnTo>
                <a:lnTo>
                  <a:pt x="1002589" y="6489256"/>
                </a:lnTo>
                <a:lnTo>
                  <a:pt x="1028691" y="6525954"/>
                </a:lnTo>
                <a:lnTo>
                  <a:pt x="1055085" y="6562427"/>
                </a:lnTo>
                <a:lnTo>
                  <a:pt x="1081769" y="6598675"/>
                </a:lnTo>
                <a:lnTo>
                  <a:pt x="1108741" y="6634696"/>
                </a:lnTo>
                <a:lnTo>
                  <a:pt x="1114425" y="6642159"/>
                </a:lnTo>
              </a:path>
            </a:pathLst>
          </a:custGeom>
          <a:ln w="514350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5658" rIns="0" bIns="0" rtlCol="0">
            <a:spAutoFit/>
          </a:bodyPr>
          <a:lstStyle/>
          <a:p>
            <a:pPr marL="1987550">
              <a:lnSpc>
                <a:spcPct val="100000"/>
              </a:lnSpc>
              <a:spcBef>
                <a:spcPts val="105"/>
              </a:spcBef>
            </a:pPr>
            <a:r>
              <a:rPr dirty="0"/>
              <a:t>MODULE</a:t>
            </a:r>
            <a:r>
              <a:rPr spc="-55" dirty="0"/>
              <a:t> </a:t>
            </a:r>
            <a:r>
              <a:rPr spc="-10" dirty="0"/>
              <a:t>DESCRIPTION</a:t>
            </a:r>
          </a:p>
        </p:txBody>
      </p:sp>
      <p:sp>
        <p:nvSpPr>
          <p:cNvPr id="23" name="object 2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202565" rIns="0" bIns="0" rtlCol="0">
            <a:spAutoFit/>
          </a:bodyPr>
          <a:lstStyle/>
          <a:p>
            <a:pPr marL="101600">
              <a:lnSpc>
                <a:spcPct val="100000"/>
              </a:lnSpc>
              <a:spcBef>
                <a:spcPts val="100"/>
              </a:spcBef>
            </a:pPr>
            <a:r>
              <a:rPr dirty="0"/>
              <a:t>Module</a:t>
            </a:r>
            <a:r>
              <a:rPr spc="-40" dirty="0"/>
              <a:t> </a:t>
            </a:r>
            <a:r>
              <a:rPr dirty="0"/>
              <a:t>1:</a:t>
            </a:r>
            <a:r>
              <a:rPr spc="-5" dirty="0"/>
              <a:t> </a:t>
            </a:r>
            <a:r>
              <a:rPr dirty="0"/>
              <a:t>Job</a:t>
            </a:r>
            <a:r>
              <a:rPr spc="-75" dirty="0"/>
              <a:t> </a:t>
            </a:r>
            <a:r>
              <a:rPr dirty="0"/>
              <a:t>Seeker</a:t>
            </a:r>
            <a:r>
              <a:rPr spc="-105" dirty="0"/>
              <a:t> </a:t>
            </a:r>
            <a:r>
              <a:rPr dirty="0"/>
              <a:t>(User)</a:t>
            </a:r>
            <a:r>
              <a:rPr spc="-75" dirty="0"/>
              <a:t> </a:t>
            </a:r>
            <a:r>
              <a:rPr spc="-10" dirty="0"/>
              <a:t>Module</a:t>
            </a:r>
          </a:p>
          <a:p>
            <a:pPr marL="101600" marR="67310">
              <a:lnSpc>
                <a:spcPct val="100000"/>
              </a:lnSpc>
              <a:spcBef>
                <a:spcPts val="5"/>
              </a:spcBef>
            </a:pPr>
            <a:r>
              <a:rPr b="0" dirty="0">
                <a:latin typeface="Times New Roman"/>
                <a:cs typeface="Times New Roman"/>
              </a:rPr>
              <a:t>Handles</a:t>
            </a:r>
            <a:r>
              <a:rPr b="0" spc="-90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user</a:t>
            </a:r>
            <a:r>
              <a:rPr b="0" spc="-70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registration,</a:t>
            </a:r>
            <a:r>
              <a:rPr b="0" spc="-45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login,</a:t>
            </a:r>
            <a:r>
              <a:rPr b="0" spc="-45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profile</a:t>
            </a:r>
            <a:r>
              <a:rPr b="0" spc="-35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creation,</a:t>
            </a:r>
            <a:r>
              <a:rPr b="0" spc="-45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resume</a:t>
            </a:r>
            <a:r>
              <a:rPr b="0" spc="-100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upload,</a:t>
            </a:r>
            <a:r>
              <a:rPr b="0" spc="-45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job</a:t>
            </a:r>
            <a:r>
              <a:rPr b="0" spc="-50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search,</a:t>
            </a:r>
            <a:r>
              <a:rPr b="0" spc="-45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and</a:t>
            </a:r>
            <a:r>
              <a:rPr b="0" spc="-45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applying</a:t>
            </a:r>
            <a:r>
              <a:rPr b="0" spc="-45" dirty="0">
                <a:latin typeface="Times New Roman"/>
                <a:cs typeface="Times New Roman"/>
              </a:rPr>
              <a:t> </a:t>
            </a:r>
            <a:r>
              <a:rPr b="0" spc="-25" dirty="0">
                <a:latin typeface="Times New Roman"/>
                <a:cs typeface="Times New Roman"/>
              </a:rPr>
              <a:t>for </a:t>
            </a:r>
            <a:r>
              <a:rPr b="0" spc="-10" dirty="0">
                <a:latin typeface="Times New Roman"/>
                <a:cs typeface="Times New Roman"/>
              </a:rPr>
              <a:t>jobs.</a:t>
            </a:r>
          </a:p>
          <a:p>
            <a:pPr marL="101600">
              <a:lnSpc>
                <a:spcPct val="100000"/>
              </a:lnSpc>
              <a:spcBef>
                <a:spcPts val="5"/>
              </a:spcBef>
            </a:pPr>
            <a:r>
              <a:rPr dirty="0"/>
              <a:t>Module</a:t>
            </a:r>
            <a:r>
              <a:rPr spc="-50" dirty="0"/>
              <a:t> </a:t>
            </a:r>
            <a:r>
              <a:rPr dirty="0"/>
              <a:t>2:</a:t>
            </a:r>
            <a:r>
              <a:rPr spc="-25" dirty="0"/>
              <a:t> </a:t>
            </a:r>
            <a:r>
              <a:rPr dirty="0"/>
              <a:t>Employer</a:t>
            </a:r>
            <a:r>
              <a:rPr spc="-120" dirty="0"/>
              <a:t> </a:t>
            </a:r>
            <a:r>
              <a:rPr spc="-10" dirty="0"/>
              <a:t>Module</a:t>
            </a:r>
          </a:p>
          <a:p>
            <a:pPr marL="101600">
              <a:lnSpc>
                <a:spcPct val="100000"/>
              </a:lnSpc>
              <a:spcBef>
                <a:spcPts val="5"/>
              </a:spcBef>
            </a:pPr>
            <a:r>
              <a:rPr b="0" dirty="0">
                <a:latin typeface="Times New Roman"/>
                <a:cs typeface="Times New Roman"/>
              </a:rPr>
              <a:t>Allows</a:t>
            </a:r>
            <a:r>
              <a:rPr b="0" spc="-20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employer</a:t>
            </a:r>
            <a:r>
              <a:rPr b="0" spc="-75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login,</a:t>
            </a:r>
            <a:r>
              <a:rPr b="0" spc="-45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posting</a:t>
            </a:r>
            <a:r>
              <a:rPr b="0" spc="-45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job</a:t>
            </a:r>
            <a:r>
              <a:rPr b="0" spc="-45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vacancies,</a:t>
            </a:r>
            <a:r>
              <a:rPr b="0" spc="-45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managing</a:t>
            </a:r>
            <a:r>
              <a:rPr b="0" spc="-45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job</a:t>
            </a:r>
            <a:r>
              <a:rPr b="0" spc="-45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listings,</a:t>
            </a:r>
            <a:r>
              <a:rPr b="0" spc="-45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and</a:t>
            </a:r>
            <a:r>
              <a:rPr b="0" spc="-45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viewing</a:t>
            </a:r>
            <a:r>
              <a:rPr b="0" spc="-55" dirty="0">
                <a:latin typeface="Times New Roman"/>
                <a:cs typeface="Times New Roman"/>
              </a:rPr>
              <a:t> </a:t>
            </a:r>
            <a:r>
              <a:rPr b="0" spc="-10" dirty="0">
                <a:latin typeface="Times New Roman"/>
                <a:cs typeface="Times New Roman"/>
              </a:rPr>
              <a:t>applicants.</a:t>
            </a:r>
          </a:p>
          <a:p>
            <a:pPr marL="101600">
              <a:lnSpc>
                <a:spcPct val="100000"/>
              </a:lnSpc>
              <a:spcBef>
                <a:spcPts val="5"/>
              </a:spcBef>
            </a:pPr>
            <a:r>
              <a:rPr dirty="0"/>
              <a:t>Module</a:t>
            </a:r>
            <a:r>
              <a:rPr spc="-50" dirty="0"/>
              <a:t> </a:t>
            </a:r>
            <a:r>
              <a:rPr dirty="0"/>
              <a:t>3:</a:t>
            </a:r>
            <a:r>
              <a:rPr spc="-15" dirty="0"/>
              <a:t> </a:t>
            </a:r>
            <a:r>
              <a:rPr dirty="0"/>
              <a:t>Job</a:t>
            </a:r>
            <a:r>
              <a:rPr spc="-85" dirty="0"/>
              <a:t> </a:t>
            </a:r>
            <a:r>
              <a:rPr dirty="0"/>
              <a:t>Management</a:t>
            </a:r>
            <a:r>
              <a:rPr spc="-85" dirty="0"/>
              <a:t> </a:t>
            </a:r>
            <a:r>
              <a:rPr spc="-10" dirty="0"/>
              <a:t>Module</a:t>
            </a:r>
          </a:p>
          <a:p>
            <a:pPr marL="101600">
              <a:lnSpc>
                <a:spcPct val="100000"/>
              </a:lnSpc>
            </a:pPr>
            <a:r>
              <a:rPr b="0" dirty="0">
                <a:latin typeface="Times New Roman"/>
                <a:cs typeface="Times New Roman"/>
              </a:rPr>
              <a:t>Manages</a:t>
            </a:r>
            <a:r>
              <a:rPr b="0" spc="-25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job</a:t>
            </a:r>
            <a:r>
              <a:rPr b="0" spc="-45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details,</a:t>
            </a:r>
            <a:r>
              <a:rPr b="0" spc="-50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job</a:t>
            </a:r>
            <a:r>
              <a:rPr b="0" spc="-50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updates,</a:t>
            </a:r>
            <a:r>
              <a:rPr b="0" spc="-45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filtering,</a:t>
            </a:r>
            <a:r>
              <a:rPr b="0" spc="-50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searching,</a:t>
            </a:r>
            <a:r>
              <a:rPr b="0" spc="-50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and</a:t>
            </a:r>
            <a:r>
              <a:rPr b="0" spc="-45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deletion</a:t>
            </a:r>
            <a:r>
              <a:rPr b="0" spc="-50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of</a:t>
            </a:r>
            <a:r>
              <a:rPr b="0" spc="-75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job</a:t>
            </a:r>
            <a:r>
              <a:rPr b="0" spc="-50" dirty="0">
                <a:latin typeface="Times New Roman"/>
                <a:cs typeface="Times New Roman"/>
              </a:rPr>
              <a:t> </a:t>
            </a:r>
            <a:r>
              <a:rPr b="0" spc="-10" dirty="0">
                <a:latin typeface="Times New Roman"/>
                <a:cs typeface="Times New Roman"/>
              </a:rPr>
              <a:t>postings.</a:t>
            </a:r>
          </a:p>
          <a:p>
            <a:pPr marL="101600">
              <a:lnSpc>
                <a:spcPct val="100000"/>
              </a:lnSpc>
              <a:spcBef>
                <a:spcPts val="5"/>
              </a:spcBef>
            </a:pPr>
            <a:r>
              <a:rPr dirty="0"/>
              <a:t>Module</a:t>
            </a:r>
            <a:r>
              <a:rPr spc="-120" dirty="0"/>
              <a:t> </a:t>
            </a:r>
            <a:r>
              <a:rPr dirty="0"/>
              <a:t>4:</a:t>
            </a:r>
            <a:r>
              <a:rPr spc="-190" dirty="0"/>
              <a:t> </a:t>
            </a:r>
            <a:r>
              <a:rPr dirty="0"/>
              <a:t>Application</a:t>
            </a:r>
            <a:r>
              <a:rPr spc="-95" dirty="0"/>
              <a:t> </a:t>
            </a:r>
            <a:r>
              <a:rPr dirty="0"/>
              <a:t>Management</a:t>
            </a:r>
            <a:r>
              <a:rPr spc="-35" dirty="0"/>
              <a:t> </a:t>
            </a:r>
            <a:r>
              <a:rPr spc="-10" dirty="0"/>
              <a:t>Module</a:t>
            </a:r>
          </a:p>
          <a:p>
            <a:pPr marL="101600">
              <a:lnSpc>
                <a:spcPct val="100000"/>
              </a:lnSpc>
              <a:spcBef>
                <a:spcPts val="5"/>
              </a:spcBef>
            </a:pPr>
            <a:r>
              <a:rPr b="0" dirty="0">
                <a:latin typeface="Times New Roman"/>
                <a:cs typeface="Times New Roman"/>
              </a:rPr>
              <a:t>Handles</a:t>
            </a:r>
            <a:r>
              <a:rPr b="0" spc="-114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job</a:t>
            </a:r>
            <a:r>
              <a:rPr b="0" spc="-65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applications,</a:t>
            </a:r>
            <a:r>
              <a:rPr b="0" spc="-70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application</a:t>
            </a:r>
            <a:r>
              <a:rPr b="0" spc="-70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tracking,</a:t>
            </a:r>
            <a:r>
              <a:rPr b="0" spc="-70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status</a:t>
            </a:r>
            <a:r>
              <a:rPr b="0" spc="-50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updates,</a:t>
            </a:r>
            <a:r>
              <a:rPr b="0" spc="-70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and</a:t>
            </a:r>
            <a:r>
              <a:rPr b="0" spc="-65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shortlist/reject</a:t>
            </a:r>
            <a:r>
              <a:rPr b="0" spc="-80" dirty="0">
                <a:latin typeface="Times New Roman"/>
                <a:cs typeface="Times New Roman"/>
              </a:rPr>
              <a:t> </a:t>
            </a:r>
            <a:r>
              <a:rPr b="0" spc="-10" dirty="0">
                <a:latin typeface="Times New Roman"/>
                <a:cs typeface="Times New Roman"/>
              </a:rPr>
              <a:t>process.</a:t>
            </a:r>
          </a:p>
          <a:p>
            <a:pPr marL="101600">
              <a:lnSpc>
                <a:spcPct val="100000"/>
              </a:lnSpc>
            </a:pPr>
            <a:r>
              <a:rPr dirty="0"/>
              <a:t>Module</a:t>
            </a:r>
            <a:r>
              <a:rPr spc="-45" dirty="0"/>
              <a:t> </a:t>
            </a:r>
            <a:r>
              <a:rPr dirty="0"/>
              <a:t>5:</a:t>
            </a:r>
            <a:r>
              <a:rPr spc="-15" dirty="0"/>
              <a:t> </a:t>
            </a:r>
            <a:r>
              <a:rPr dirty="0"/>
              <a:t>Notification</a:t>
            </a:r>
            <a:r>
              <a:rPr spc="-75" dirty="0"/>
              <a:t> </a:t>
            </a:r>
            <a:r>
              <a:rPr spc="-10" dirty="0"/>
              <a:t>Module</a:t>
            </a:r>
          </a:p>
          <a:p>
            <a:pPr marL="101600">
              <a:lnSpc>
                <a:spcPct val="100000"/>
              </a:lnSpc>
              <a:spcBef>
                <a:spcPts val="5"/>
              </a:spcBef>
            </a:pPr>
            <a:r>
              <a:rPr b="0" dirty="0">
                <a:latin typeface="Times New Roman"/>
                <a:cs typeface="Times New Roman"/>
              </a:rPr>
              <a:t>Generates</a:t>
            </a:r>
            <a:r>
              <a:rPr b="0" spc="-90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email</a:t>
            </a:r>
            <a:r>
              <a:rPr b="0" spc="-55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notifications</a:t>
            </a:r>
            <a:r>
              <a:rPr b="0" spc="-20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and</a:t>
            </a:r>
            <a:r>
              <a:rPr b="0" spc="-45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alerts</a:t>
            </a:r>
            <a:r>
              <a:rPr b="0" spc="-90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for</a:t>
            </a:r>
            <a:r>
              <a:rPr b="0" spc="-75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job</a:t>
            </a:r>
            <a:r>
              <a:rPr b="0" spc="-45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applications,</a:t>
            </a:r>
            <a:r>
              <a:rPr b="0" spc="-45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status</a:t>
            </a:r>
            <a:r>
              <a:rPr b="0" spc="-85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updates,</a:t>
            </a:r>
            <a:r>
              <a:rPr b="0" spc="-45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and</a:t>
            </a:r>
            <a:r>
              <a:rPr b="0" spc="-45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job</a:t>
            </a:r>
            <a:r>
              <a:rPr b="0" spc="-45" dirty="0">
                <a:latin typeface="Times New Roman"/>
                <a:cs typeface="Times New Roman"/>
              </a:rPr>
              <a:t> </a:t>
            </a:r>
            <a:r>
              <a:rPr b="0" spc="-10" dirty="0">
                <a:latin typeface="Times New Roman"/>
                <a:cs typeface="Times New Roman"/>
              </a:rPr>
              <a:t>postings.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33425" y="6657975"/>
            <a:ext cx="990600" cy="990600"/>
          </a:xfrm>
          <a:custGeom>
            <a:avLst/>
            <a:gdLst/>
            <a:ahLst/>
            <a:cxnLst/>
            <a:rect l="l" t="t" r="r" b="b"/>
            <a:pathLst>
              <a:path w="990600" h="990600">
                <a:moveTo>
                  <a:pt x="495300" y="0"/>
                </a:moveTo>
                <a:lnTo>
                  <a:pt x="447599" y="2267"/>
                </a:lnTo>
                <a:lnTo>
                  <a:pt x="401181" y="8930"/>
                </a:lnTo>
                <a:lnTo>
                  <a:pt x="356254" y="19782"/>
                </a:lnTo>
                <a:lnTo>
                  <a:pt x="313025" y="34615"/>
                </a:lnTo>
                <a:lnTo>
                  <a:pt x="271701" y="53222"/>
                </a:lnTo>
                <a:lnTo>
                  <a:pt x="232490" y="75394"/>
                </a:lnTo>
                <a:lnTo>
                  <a:pt x="195600" y="100925"/>
                </a:lnTo>
                <a:lnTo>
                  <a:pt x="161238" y="129607"/>
                </a:lnTo>
                <a:lnTo>
                  <a:pt x="129612" y="161233"/>
                </a:lnTo>
                <a:lnTo>
                  <a:pt x="100929" y="195594"/>
                </a:lnTo>
                <a:lnTo>
                  <a:pt x="75397" y="232484"/>
                </a:lnTo>
                <a:lnTo>
                  <a:pt x="53224" y="271695"/>
                </a:lnTo>
                <a:lnTo>
                  <a:pt x="34617" y="313019"/>
                </a:lnTo>
                <a:lnTo>
                  <a:pt x="19783" y="356249"/>
                </a:lnTo>
                <a:lnTo>
                  <a:pt x="8931" y="401178"/>
                </a:lnTo>
                <a:lnTo>
                  <a:pt x="2267" y="447597"/>
                </a:lnTo>
                <a:lnTo>
                  <a:pt x="0" y="495300"/>
                </a:lnTo>
                <a:lnTo>
                  <a:pt x="2267" y="543002"/>
                </a:lnTo>
                <a:lnTo>
                  <a:pt x="8931" y="589421"/>
                </a:lnTo>
                <a:lnTo>
                  <a:pt x="19783" y="634350"/>
                </a:lnTo>
                <a:lnTo>
                  <a:pt x="34617" y="677580"/>
                </a:lnTo>
                <a:lnTo>
                  <a:pt x="53224" y="718904"/>
                </a:lnTo>
                <a:lnTo>
                  <a:pt x="75397" y="758115"/>
                </a:lnTo>
                <a:lnTo>
                  <a:pt x="100929" y="795005"/>
                </a:lnTo>
                <a:lnTo>
                  <a:pt x="129612" y="829366"/>
                </a:lnTo>
                <a:lnTo>
                  <a:pt x="161238" y="860992"/>
                </a:lnTo>
                <a:lnTo>
                  <a:pt x="195600" y="889674"/>
                </a:lnTo>
                <a:lnTo>
                  <a:pt x="232490" y="915205"/>
                </a:lnTo>
                <a:lnTo>
                  <a:pt x="271701" y="937377"/>
                </a:lnTo>
                <a:lnTo>
                  <a:pt x="313025" y="955984"/>
                </a:lnTo>
                <a:lnTo>
                  <a:pt x="356254" y="970817"/>
                </a:lnTo>
                <a:lnTo>
                  <a:pt x="401181" y="981669"/>
                </a:lnTo>
                <a:lnTo>
                  <a:pt x="447599" y="988332"/>
                </a:lnTo>
                <a:lnTo>
                  <a:pt x="495300" y="990600"/>
                </a:lnTo>
                <a:lnTo>
                  <a:pt x="543002" y="988332"/>
                </a:lnTo>
                <a:lnTo>
                  <a:pt x="589421" y="981669"/>
                </a:lnTo>
                <a:lnTo>
                  <a:pt x="634350" y="970817"/>
                </a:lnTo>
                <a:lnTo>
                  <a:pt x="677580" y="955984"/>
                </a:lnTo>
                <a:lnTo>
                  <a:pt x="718904" y="937377"/>
                </a:lnTo>
                <a:lnTo>
                  <a:pt x="758115" y="915205"/>
                </a:lnTo>
                <a:lnTo>
                  <a:pt x="795005" y="889674"/>
                </a:lnTo>
                <a:lnTo>
                  <a:pt x="829366" y="860992"/>
                </a:lnTo>
                <a:lnTo>
                  <a:pt x="860992" y="829366"/>
                </a:lnTo>
                <a:lnTo>
                  <a:pt x="889674" y="795005"/>
                </a:lnTo>
                <a:lnTo>
                  <a:pt x="915205" y="758115"/>
                </a:lnTo>
                <a:lnTo>
                  <a:pt x="937377" y="718904"/>
                </a:lnTo>
                <a:lnTo>
                  <a:pt x="955984" y="677580"/>
                </a:lnTo>
                <a:lnTo>
                  <a:pt x="970817" y="634350"/>
                </a:lnTo>
                <a:lnTo>
                  <a:pt x="981669" y="589421"/>
                </a:lnTo>
                <a:lnTo>
                  <a:pt x="988332" y="543002"/>
                </a:lnTo>
                <a:lnTo>
                  <a:pt x="990600" y="495300"/>
                </a:lnTo>
                <a:lnTo>
                  <a:pt x="988332" y="447597"/>
                </a:lnTo>
                <a:lnTo>
                  <a:pt x="981669" y="401178"/>
                </a:lnTo>
                <a:lnTo>
                  <a:pt x="970817" y="356249"/>
                </a:lnTo>
                <a:lnTo>
                  <a:pt x="955984" y="313019"/>
                </a:lnTo>
                <a:lnTo>
                  <a:pt x="937377" y="271695"/>
                </a:lnTo>
                <a:lnTo>
                  <a:pt x="915205" y="232484"/>
                </a:lnTo>
                <a:lnTo>
                  <a:pt x="889674" y="195594"/>
                </a:lnTo>
                <a:lnTo>
                  <a:pt x="860992" y="161233"/>
                </a:lnTo>
                <a:lnTo>
                  <a:pt x="829366" y="129607"/>
                </a:lnTo>
                <a:lnTo>
                  <a:pt x="795005" y="100925"/>
                </a:lnTo>
                <a:lnTo>
                  <a:pt x="758115" y="75394"/>
                </a:lnTo>
                <a:lnTo>
                  <a:pt x="718904" y="53222"/>
                </a:lnTo>
                <a:lnTo>
                  <a:pt x="677580" y="34615"/>
                </a:lnTo>
                <a:lnTo>
                  <a:pt x="634350" y="19782"/>
                </a:lnTo>
                <a:lnTo>
                  <a:pt x="589421" y="8930"/>
                </a:lnTo>
                <a:lnTo>
                  <a:pt x="543002" y="2267"/>
                </a:lnTo>
                <a:lnTo>
                  <a:pt x="495300" y="0"/>
                </a:lnTo>
                <a:close/>
              </a:path>
            </a:pathLst>
          </a:custGeom>
          <a:solidFill>
            <a:srgbClr val="FC61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985837" y="3319398"/>
            <a:ext cx="505459" cy="543560"/>
          </a:xfrm>
          <a:custGeom>
            <a:avLst/>
            <a:gdLst/>
            <a:ahLst/>
            <a:cxnLst/>
            <a:rect l="l" t="t" r="r" b="b"/>
            <a:pathLst>
              <a:path w="505459" h="543560">
                <a:moveTo>
                  <a:pt x="252412" y="0"/>
                </a:moveTo>
                <a:lnTo>
                  <a:pt x="207039" y="4373"/>
                </a:lnTo>
                <a:lnTo>
                  <a:pt x="164335" y="16984"/>
                </a:lnTo>
                <a:lnTo>
                  <a:pt x="125013" y="37065"/>
                </a:lnTo>
                <a:lnTo>
                  <a:pt x="89784" y="63850"/>
                </a:lnTo>
                <a:lnTo>
                  <a:pt x="59362" y="96574"/>
                </a:lnTo>
                <a:lnTo>
                  <a:pt x="34460" y="134469"/>
                </a:lnTo>
                <a:lnTo>
                  <a:pt x="15791" y="176770"/>
                </a:lnTo>
                <a:lnTo>
                  <a:pt x="4066" y="222711"/>
                </a:lnTo>
                <a:lnTo>
                  <a:pt x="0" y="271525"/>
                </a:lnTo>
                <a:lnTo>
                  <a:pt x="4066" y="320340"/>
                </a:lnTo>
                <a:lnTo>
                  <a:pt x="15791" y="366281"/>
                </a:lnTo>
                <a:lnTo>
                  <a:pt x="34460" y="408582"/>
                </a:lnTo>
                <a:lnTo>
                  <a:pt x="59362" y="446477"/>
                </a:lnTo>
                <a:lnTo>
                  <a:pt x="89784" y="479201"/>
                </a:lnTo>
                <a:lnTo>
                  <a:pt x="125013" y="505986"/>
                </a:lnTo>
                <a:lnTo>
                  <a:pt x="164335" y="526067"/>
                </a:lnTo>
                <a:lnTo>
                  <a:pt x="207039" y="538678"/>
                </a:lnTo>
                <a:lnTo>
                  <a:pt x="252412" y="543051"/>
                </a:lnTo>
                <a:lnTo>
                  <a:pt x="297797" y="538678"/>
                </a:lnTo>
                <a:lnTo>
                  <a:pt x="340512" y="526067"/>
                </a:lnTo>
                <a:lnTo>
                  <a:pt x="379845" y="505986"/>
                </a:lnTo>
                <a:lnTo>
                  <a:pt x="415082" y="479201"/>
                </a:lnTo>
                <a:lnTo>
                  <a:pt x="445511" y="446477"/>
                </a:lnTo>
                <a:lnTo>
                  <a:pt x="470419" y="408582"/>
                </a:lnTo>
                <a:lnTo>
                  <a:pt x="489093" y="366281"/>
                </a:lnTo>
                <a:lnTo>
                  <a:pt x="500821" y="320340"/>
                </a:lnTo>
                <a:lnTo>
                  <a:pt x="504888" y="271525"/>
                </a:lnTo>
                <a:lnTo>
                  <a:pt x="500821" y="222711"/>
                </a:lnTo>
                <a:lnTo>
                  <a:pt x="489093" y="176770"/>
                </a:lnTo>
                <a:lnTo>
                  <a:pt x="470419" y="134469"/>
                </a:lnTo>
                <a:lnTo>
                  <a:pt x="445511" y="96574"/>
                </a:lnTo>
                <a:lnTo>
                  <a:pt x="415082" y="63850"/>
                </a:lnTo>
                <a:lnTo>
                  <a:pt x="379845" y="37065"/>
                </a:lnTo>
                <a:lnTo>
                  <a:pt x="340512" y="16984"/>
                </a:lnTo>
                <a:lnTo>
                  <a:pt x="297797" y="4373"/>
                </a:lnTo>
                <a:lnTo>
                  <a:pt x="252412" y="0"/>
                </a:lnTo>
                <a:close/>
              </a:path>
            </a:pathLst>
          </a:custGeom>
          <a:ln w="952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985837" y="1985898"/>
            <a:ext cx="505459" cy="542925"/>
          </a:xfrm>
          <a:custGeom>
            <a:avLst/>
            <a:gdLst/>
            <a:ahLst/>
            <a:cxnLst/>
            <a:rect l="l" t="t" r="r" b="b"/>
            <a:pathLst>
              <a:path w="505459" h="542925">
                <a:moveTo>
                  <a:pt x="252412" y="0"/>
                </a:moveTo>
                <a:lnTo>
                  <a:pt x="207039" y="4373"/>
                </a:lnTo>
                <a:lnTo>
                  <a:pt x="164335" y="16984"/>
                </a:lnTo>
                <a:lnTo>
                  <a:pt x="125013" y="37065"/>
                </a:lnTo>
                <a:lnTo>
                  <a:pt x="89784" y="63850"/>
                </a:lnTo>
                <a:lnTo>
                  <a:pt x="59362" y="96574"/>
                </a:lnTo>
                <a:lnTo>
                  <a:pt x="34460" y="134469"/>
                </a:lnTo>
                <a:lnTo>
                  <a:pt x="15791" y="176770"/>
                </a:lnTo>
                <a:lnTo>
                  <a:pt x="4066" y="222711"/>
                </a:lnTo>
                <a:lnTo>
                  <a:pt x="0" y="271525"/>
                </a:lnTo>
                <a:lnTo>
                  <a:pt x="4066" y="320335"/>
                </a:lnTo>
                <a:lnTo>
                  <a:pt x="15791" y="366265"/>
                </a:lnTo>
                <a:lnTo>
                  <a:pt x="34460" y="408549"/>
                </a:lnTo>
                <a:lnTo>
                  <a:pt x="59362" y="446425"/>
                </a:lnTo>
                <a:lnTo>
                  <a:pt x="89784" y="479127"/>
                </a:lnTo>
                <a:lnTo>
                  <a:pt x="125013" y="505892"/>
                </a:lnTo>
                <a:lnTo>
                  <a:pt x="164335" y="525956"/>
                </a:lnTo>
                <a:lnTo>
                  <a:pt x="207039" y="538555"/>
                </a:lnTo>
                <a:lnTo>
                  <a:pt x="252412" y="542925"/>
                </a:lnTo>
                <a:lnTo>
                  <a:pt x="297797" y="538555"/>
                </a:lnTo>
                <a:lnTo>
                  <a:pt x="340512" y="525956"/>
                </a:lnTo>
                <a:lnTo>
                  <a:pt x="379845" y="505892"/>
                </a:lnTo>
                <a:lnTo>
                  <a:pt x="415082" y="479127"/>
                </a:lnTo>
                <a:lnTo>
                  <a:pt x="445511" y="446425"/>
                </a:lnTo>
                <a:lnTo>
                  <a:pt x="470419" y="408549"/>
                </a:lnTo>
                <a:lnTo>
                  <a:pt x="489093" y="366265"/>
                </a:lnTo>
                <a:lnTo>
                  <a:pt x="500821" y="320335"/>
                </a:lnTo>
                <a:lnTo>
                  <a:pt x="504888" y="271525"/>
                </a:lnTo>
                <a:lnTo>
                  <a:pt x="500821" y="222711"/>
                </a:lnTo>
                <a:lnTo>
                  <a:pt x="489093" y="176770"/>
                </a:lnTo>
                <a:lnTo>
                  <a:pt x="470419" y="134469"/>
                </a:lnTo>
                <a:lnTo>
                  <a:pt x="445511" y="96574"/>
                </a:lnTo>
                <a:lnTo>
                  <a:pt x="415082" y="63850"/>
                </a:lnTo>
                <a:lnTo>
                  <a:pt x="379845" y="37065"/>
                </a:lnTo>
                <a:lnTo>
                  <a:pt x="340512" y="16984"/>
                </a:lnTo>
                <a:lnTo>
                  <a:pt x="297797" y="4373"/>
                </a:lnTo>
                <a:lnTo>
                  <a:pt x="252412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985837" y="3986276"/>
            <a:ext cx="505459" cy="542925"/>
          </a:xfrm>
          <a:custGeom>
            <a:avLst/>
            <a:gdLst/>
            <a:ahLst/>
            <a:cxnLst/>
            <a:rect l="l" t="t" r="r" b="b"/>
            <a:pathLst>
              <a:path w="505459" h="542925">
                <a:moveTo>
                  <a:pt x="252412" y="0"/>
                </a:moveTo>
                <a:lnTo>
                  <a:pt x="207039" y="4369"/>
                </a:lnTo>
                <a:lnTo>
                  <a:pt x="164335" y="16968"/>
                </a:lnTo>
                <a:lnTo>
                  <a:pt x="125013" y="37032"/>
                </a:lnTo>
                <a:lnTo>
                  <a:pt x="89784" y="63797"/>
                </a:lnTo>
                <a:lnTo>
                  <a:pt x="59362" y="96499"/>
                </a:lnTo>
                <a:lnTo>
                  <a:pt x="34460" y="134375"/>
                </a:lnTo>
                <a:lnTo>
                  <a:pt x="15791" y="176659"/>
                </a:lnTo>
                <a:lnTo>
                  <a:pt x="4066" y="222589"/>
                </a:lnTo>
                <a:lnTo>
                  <a:pt x="0" y="271399"/>
                </a:lnTo>
                <a:lnTo>
                  <a:pt x="4066" y="320213"/>
                </a:lnTo>
                <a:lnTo>
                  <a:pt x="15791" y="366154"/>
                </a:lnTo>
                <a:lnTo>
                  <a:pt x="34460" y="408455"/>
                </a:lnTo>
                <a:lnTo>
                  <a:pt x="59362" y="446350"/>
                </a:lnTo>
                <a:lnTo>
                  <a:pt x="89784" y="479074"/>
                </a:lnTo>
                <a:lnTo>
                  <a:pt x="125013" y="505859"/>
                </a:lnTo>
                <a:lnTo>
                  <a:pt x="164335" y="525940"/>
                </a:lnTo>
                <a:lnTo>
                  <a:pt x="207039" y="538551"/>
                </a:lnTo>
                <a:lnTo>
                  <a:pt x="252412" y="542925"/>
                </a:lnTo>
                <a:lnTo>
                  <a:pt x="297797" y="538551"/>
                </a:lnTo>
                <a:lnTo>
                  <a:pt x="340512" y="525940"/>
                </a:lnTo>
                <a:lnTo>
                  <a:pt x="379845" y="505859"/>
                </a:lnTo>
                <a:lnTo>
                  <a:pt x="415082" y="479074"/>
                </a:lnTo>
                <a:lnTo>
                  <a:pt x="445511" y="446350"/>
                </a:lnTo>
                <a:lnTo>
                  <a:pt x="470419" y="408455"/>
                </a:lnTo>
                <a:lnTo>
                  <a:pt x="489093" y="366154"/>
                </a:lnTo>
                <a:lnTo>
                  <a:pt x="500821" y="320213"/>
                </a:lnTo>
                <a:lnTo>
                  <a:pt x="504888" y="271399"/>
                </a:lnTo>
                <a:lnTo>
                  <a:pt x="500821" y="222589"/>
                </a:lnTo>
                <a:lnTo>
                  <a:pt x="489093" y="176659"/>
                </a:lnTo>
                <a:lnTo>
                  <a:pt x="470419" y="134375"/>
                </a:lnTo>
                <a:lnTo>
                  <a:pt x="445511" y="96499"/>
                </a:lnTo>
                <a:lnTo>
                  <a:pt x="415082" y="63797"/>
                </a:lnTo>
                <a:lnTo>
                  <a:pt x="379845" y="37032"/>
                </a:lnTo>
                <a:lnTo>
                  <a:pt x="340512" y="16968"/>
                </a:lnTo>
                <a:lnTo>
                  <a:pt x="297797" y="4369"/>
                </a:lnTo>
                <a:lnTo>
                  <a:pt x="252412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985837" y="2652776"/>
            <a:ext cx="505459" cy="542925"/>
          </a:xfrm>
          <a:custGeom>
            <a:avLst/>
            <a:gdLst/>
            <a:ahLst/>
            <a:cxnLst/>
            <a:rect l="l" t="t" r="r" b="b"/>
            <a:pathLst>
              <a:path w="505459" h="542925">
                <a:moveTo>
                  <a:pt x="252412" y="0"/>
                </a:moveTo>
                <a:lnTo>
                  <a:pt x="207039" y="4369"/>
                </a:lnTo>
                <a:lnTo>
                  <a:pt x="164335" y="16968"/>
                </a:lnTo>
                <a:lnTo>
                  <a:pt x="125013" y="37032"/>
                </a:lnTo>
                <a:lnTo>
                  <a:pt x="89784" y="63797"/>
                </a:lnTo>
                <a:lnTo>
                  <a:pt x="59362" y="96499"/>
                </a:lnTo>
                <a:lnTo>
                  <a:pt x="34460" y="134375"/>
                </a:lnTo>
                <a:lnTo>
                  <a:pt x="15791" y="176659"/>
                </a:lnTo>
                <a:lnTo>
                  <a:pt x="4066" y="222589"/>
                </a:lnTo>
                <a:lnTo>
                  <a:pt x="0" y="271399"/>
                </a:lnTo>
                <a:lnTo>
                  <a:pt x="4066" y="320213"/>
                </a:lnTo>
                <a:lnTo>
                  <a:pt x="15791" y="366154"/>
                </a:lnTo>
                <a:lnTo>
                  <a:pt x="34460" y="408455"/>
                </a:lnTo>
                <a:lnTo>
                  <a:pt x="59362" y="446350"/>
                </a:lnTo>
                <a:lnTo>
                  <a:pt x="89784" y="479074"/>
                </a:lnTo>
                <a:lnTo>
                  <a:pt x="125013" y="505859"/>
                </a:lnTo>
                <a:lnTo>
                  <a:pt x="164335" y="525940"/>
                </a:lnTo>
                <a:lnTo>
                  <a:pt x="207039" y="538551"/>
                </a:lnTo>
                <a:lnTo>
                  <a:pt x="252412" y="542925"/>
                </a:lnTo>
                <a:lnTo>
                  <a:pt x="297797" y="538551"/>
                </a:lnTo>
                <a:lnTo>
                  <a:pt x="340512" y="525940"/>
                </a:lnTo>
                <a:lnTo>
                  <a:pt x="379845" y="505859"/>
                </a:lnTo>
                <a:lnTo>
                  <a:pt x="415082" y="479074"/>
                </a:lnTo>
                <a:lnTo>
                  <a:pt x="445511" y="446350"/>
                </a:lnTo>
                <a:lnTo>
                  <a:pt x="470419" y="408455"/>
                </a:lnTo>
                <a:lnTo>
                  <a:pt x="489093" y="366154"/>
                </a:lnTo>
                <a:lnTo>
                  <a:pt x="500821" y="320213"/>
                </a:lnTo>
                <a:lnTo>
                  <a:pt x="504888" y="271399"/>
                </a:lnTo>
                <a:lnTo>
                  <a:pt x="500821" y="222589"/>
                </a:lnTo>
                <a:lnTo>
                  <a:pt x="489093" y="176659"/>
                </a:lnTo>
                <a:lnTo>
                  <a:pt x="470419" y="134375"/>
                </a:lnTo>
                <a:lnTo>
                  <a:pt x="445511" y="96499"/>
                </a:lnTo>
                <a:lnTo>
                  <a:pt x="415082" y="63797"/>
                </a:lnTo>
                <a:lnTo>
                  <a:pt x="379845" y="37032"/>
                </a:lnTo>
                <a:lnTo>
                  <a:pt x="340512" y="16968"/>
                </a:lnTo>
                <a:lnTo>
                  <a:pt x="297797" y="4369"/>
                </a:lnTo>
                <a:lnTo>
                  <a:pt x="252412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985837" y="5319776"/>
            <a:ext cx="505459" cy="542925"/>
          </a:xfrm>
          <a:custGeom>
            <a:avLst/>
            <a:gdLst/>
            <a:ahLst/>
            <a:cxnLst/>
            <a:rect l="l" t="t" r="r" b="b"/>
            <a:pathLst>
              <a:path w="505459" h="542925">
                <a:moveTo>
                  <a:pt x="252412" y="0"/>
                </a:moveTo>
                <a:lnTo>
                  <a:pt x="207039" y="4369"/>
                </a:lnTo>
                <a:lnTo>
                  <a:pt x="164335" y="16968"/>
                </a:lnTo>
                <a:lnTo>
                  <a:pt x="125013" y="37032"/>
                </a:lnTo>
                <a:lnTo>
                  <a:pt x="89784" y="63797"/>
                </a:lnTo>
                <a:lnTo>
                  <a:pt x="59362" y="96499"/>
                </a:lnTo>
                <a:lnTo>
                  <a:pt x="34460" y="134375"/>
                </a:lnTo>
                <a:lnTo>
                  <a:pt x="15791" y="176659"/>
                </a:lnTo>
                <a:lnTo>
                  <a:pt x="4066" y="222589"/>
                </a:lnTo>
                <a:lnTo>
                  <a:pt x="0" y="271399"/>
                </a:lnTo>
                <a:lnTo>
                  <a:pt x="4066" y="320213"/>
                </a:lnTo>
                <a:lnTo>
                  <a:pt x="15791" y="366154"/>
                </a:lnTo>
                <a:lnTo>
                  <a:pt x="34460" y="408455"/>
                </a:lnTo>
                <a:lnTo>
                  <a:pt x="59362" y="446350"/>
                </a:lnTo>
                <a:lnTo>
                  <a:pt x="89784" y="479074"/>
                </a:lnTo>
                <a:lnTo>
                  <a:pt x="125013" y="505859"/>
                </a:lnTo>
                <a:lnTo>
                  <a:pt x="164335" y="525940"/>
                </a:lnTo>
                <a:lnTo>
                  <a:pt x="207039" y="538551"/>
                </a:lnTo>
                <a:lnTo>
                  <a:pt x="252412" y="542925"/>
                </a:lnTo>
                <a:lnTo>
                  <a:pt x="297797" y="538551"/>
                </a:lnTo>
                <a:lnTo>
                  <a:pt x="340512" y="525940"/>
                </a:lnTo>
                <a:lnTo>
                  <a:pt x="379845" y="505859"/>
                </a:lnTo>
                <a:lnTo>
                  <a:pt x="415082" y="479074"/>
                </a:lnTo>
                <a:lnTo>
                  <a:pt x="445511" y="446350"/>
                </a:lnTo>
                <a:lnTo>
                  <a:pt x="470419" y="408455"/>
                </a:lnTo>
                <a:lnTo>
                  <a:pt x="489093" y="366154"/>
                </a:lnTo>
                <a:lnTo>
                  <a:pt x="500821" y="320213"/>
                </a:lnTo>
                <a:lnTo>
                  <a:pt x="504888" y="271399"/>
                </a:lnTo>
                <a:lnTo>
                  <a:pt x="500821" y="222589"/>
                </a:lnTo>
                <a:lnTo>
                  <a:pt x="489093" y="176659"/>
                </a:lnTo>
                <a:lnTo>
                  <a:pt x="470419" y="134375"/>
                </a:lnTo>
                <a:lnTo>
                  <a:pt x="445511" y="96499"/>
                </a:lnTo>
                <a:lnTo>
                  <a:pt x="415082" y="63797"/>
                </a:lnTo>
                <a:lnTo>
                  <a:pt x="379845" y="37032"/>
                </a:lnTo>
                <a:lnTo>
                  <a:pt x="340512" y="16968"/>
                </a:lnTo>
                <a:lnTo>
                  <a:pt x="297797" y="4369"/>
                </a:lnTo>
                <a:lnTo>
                  <a:pt x="252412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985837" y="4653026"/>
            <a:ext cx="505459" cy="542925"/>
          </a:xfrm>
          <a:custGeom>
            <a:avLst/>
            <a:gdLst/>
            <a:ahLst/>
            <a:cxnLst/>
            <a:rect l="l" t="t" r="r" b="b"/>
            <a:pathLst>
              <a:path w="505459" h="542925">
                <a:moveTo>
                  <a:pt x="252412" y="0"/>
                </a:moveTo>
                <a:lnTo>
                  <a:pt x="207039" y="4369"/>
                </a:lnTo>
                <a:lnTo>
                  <a:pt x="164335" y="16968"/>
                </a:lnTo>
                <a:lnTo>
                  <a:pt x="125013" y="37032"/>
                </a:lnTo>
                <a:lnTo>
                  <a:pt x="89784" y="63797"/>
                </a:lnTo>
                <a:lnTo>
                  <a:pt x="59362" y="96499"/>
                </a:lnTo>
                <a:lnTo>
                  <a:pt x="34460" y="134375"/>
                </a:lnTo>
                <a:lnTo>
                  <a:pt x="15791" y="176659"/>
                </a:lnTo>
                <a:lnTo>
                  <a:pt x="4066" y="222589"/>
                </a:lnTo>
                <a:lnTo>
                  <a:pt x="0" y="271399"/>
                </a:lnTo>
                <a:lnTo>
                  <a:pt x="4066" y="320213"/>
                </a:lnTo>
                <a:lnTo>
                  <a:pt x="15791" y="366154"/>
                </a:lnTo>
                <a:lnTo>
                  <a:pt x="34460" y="408455"/>
                </a:lnTo>
                <a:lnTo>
                  <a:pt x="59362" y="446350"/>
                </a:lnTo>
                <a:lnTo>
                  <a:pt x="89784" y="479074"/>
                </a:lnTo>
                <a:lnTo>
                  <a:pt x="125013" y="505859"/>
                </a:lnTo>
                <a:lnTo>
                  <a:pt x="164335" y="525940"/>
                </a:lnTo>
                <a:lnTo>
                  <a:pt x="207039" y="538551"/>
                </a:lnTo>
                <a:lnTo>
                  <a:pt x="252412" y="542925"/>
                </a:lnTo>
                <a:lnTo>
                  <a:pt x="297797" y="538551"/>
                </a:lnTo>
                <a:lnTo>
                  <a:pt x="340512" y="525940"/>
                </a:lnTo>
                <a:lnTo>
                  <a:pt x="379845" y="505859"/>
                </a:lnTo>
                <a:lnTo>
                  <a:pt x="415082" y="479074"/>
                </a:lnTo>
                <a:lnTo>
                  <a:pt x="445511" y="446350"/>
                </a:lnTo>
                <a:lnTo>
                  <a:pt x="470419" y="408455"/>
                </a:lnTo>
                <a:lnTo>
                  <a:pt x="489093" y="366154"/>
                </a:lnTo>
                <a:lnTo>
                  <a:pt x="500821" y="320213"/>
                </a:lnTo>
                <a:lnTo>
                  <a:pt x="504888" y="271399"/>
                </a:lnTo>
                <a:lnTo>
                  <a:pt x="500821" y="222589"/>
                </a:lnTo>
                <a:lnTo>
                  <a:pt x="489093" y="176659"/>
                </a:lnTo>
                <a:lnTo>
                  <a:pt x="470419" y="134375"/>
                </a:lnTo>
                <a:lnTo>
                  <a:pt x="445511" y="96499"/>
                </a:lnTo>
                <a:lnTo>
                  <a:pt x="415082" y="63797"/>
                </a:lnTo>
                <a:lnTo>
                  <a:pt x="379845" y="37032"/>
                </a:lnTo>
                <a:lnTo>
                  <a:pt x="340512" y="16968"/>
                </a:lnTo>
                <a:lnTo>
                  <a:pt x="297797" y="4369"/>
                </a:lnTo>
                <a:lnTo>
                  <a:pt x="252412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985837" y="5986526"/>
            <a:ext cx="505459" cy="552450"/>
          </a:xfrm>
          <a:custGeom>
            <a:avLst/>
            <a:gdLst/>
            <a:ahLst/>
            <a:cxnLst/>
            <a:rect l="l" t="t" r="r" b="b"/>
            <a:pathLst>
              <a:path w="505459" h="552450">
                <a:moveTo>
                  <a:pt x="252412" y="0"/>
                </a:moveTo>
                <a:lnTo>
                  <a:pt x="207039" y="4446"/>
                </a:lnTo>
                <a:lnTo>
                  <a:pt x="164335" y="17268"/>
                </a:lnTo>
                <a:lnTo>
                  <a:pt x="125013" y="37686"/>
                </a:lnTo>
                <a:lnTo>
                  <a:pt x="89784" y="64920"/>
                </a:lnTo>
                <a:lnTo>
                  <a:pt x="59362" y="98194"/>
                </a:lnTo>
                <a:lnTo>
                  <a:pt x="34460" y="136727"/>
                </a:lnTo>
                <a:lnTo>
                  <a:pt x="15791" y="179741"/>
                </a:lnTo>
                <a:lnTo>
                  <a:pt x="4066" y="226457"/>
                </a:lnTo>
                <a:lnTo>
                  <a:pt x="0" y="276098"/>
                </a:lnTo>
                <a:lnTo>
                  <a:pt x="4066" y="325775"/>
                </a:lnTo>
                <a:lnTo>
                  <a:pt x="15791" y="372521"/>
                </a:lnTo>
                <a:lnTo>
                  <a:pt x="34460" y="415558"/>
                </a:lnTo>
                <a:lnTo>
                  <a:pt x="59362" y="454107"/>
                </a:lnTo>
                <a:lnTo>
                  <a:pt x="89784" y="487390"/>
                </a:lnTo>
                <a:lnTo>
                  <a:pt x="125013" y="514632"/>
                </a:lnTo>
                <a:lnTo>
                  <a:pt x="164335" y="535053"/>
                </a:lnTo>
                <a:lnTo>
                  <a:pt x="207039" y="547875"/>
                </a:lnTo>
                <a:lnTo>
                  <a:pt x="252412" y="552323"/>
                </a:lnTo>
                <a:lnTo>
                  <a:pt x="297797" y="547875"/>
                </a:lnTo>
                <a:lnTo>
                  <a:pt x="340512" y="535053"/>
                </a:lnTo>
                <a:lnTo>
                  <a:pt x="379845" y="514632"/>
                </a:lnTo>
                <a:lnTo>
                  <a:pt x="415082" y="487390"/>
                </a:lnTo>
                <a:lnTo>
                  <a:pt x="445511" y="454107"/>
                </a:lnTo>
                <a:lnTo>
                  <a:pt x="470419" y="415558"/>
                </a:lnTo>
                <a:lnTo>
                  <a:pt x="489093" y="372521"/>
                </a:lnTo>
                <a:lnTo>
                  <a:pt x="500821" y="325775"/>
                </a:lnTo>
                <a:lnTo>
                  <a:pt x="504888" y="276098"/>
                </a:lnTo>
                <a:lnTo>
                  <a:pt x="500821" y="226457"/>
                </a:lnTo>
                <a:lnTo>
                  <a:pt x="489093" y="179741"/>
                </a:lnTo>
                <a:lnTo>
                  <a:pt x="470419" y="136727"/>
                </a:lnTo>
                <a:lnTo>
                  <a:pt x="445511" y="98194"/>
                </a:lnTo>
                <a:lnTo>
                  <a:pt x="415082" y="64920"/>
                </a:lnTo>
                <a:lnTo>
                  <a:pt x="379845" y="37686"/>
                </a:lnTo>
                <a:lnTo>
                  <a:pt x="340512" y="17268"/>
                </a:lnTo>
                <a:lnTo>
                  <a:pt x="297797" y="4446"/>
                </a:lnTo>
                <a:lnTo>
                  <a:pt x="252412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1118869" y="2103691"/>
            <a:ext cx="227329" cy="52368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66675">
              <a:lnSpc>
                <a:spcPct val="100000"/>
              </a:lnSpc>
              <a:spcBef>
                <a:spcPts val="125"/>
              </a:spcBef>
            </a:pPr>
            <a:r>
              <a:rPr sz="1700" b="1" i="1" spc="-310" dirty="0">
                <a:solidFill>
                  <a:srgbClr val="181818"/>
                </a:solidFill>
                <a:latin typeface="Trebuchet MS"/>
                <a:cs typeface="Trebuchet MS"/>
              </a:rPr>
              <a:t>1</a:t>
            </a:r>
            <a:endParaRPr sz="17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235"/>
              </a:spcBef>
            </a:pPr>
            <a:endParaRPr sz="1700">
              <a:latin typeface="Trebuchet MS"/>
              <a:cs typeface="Trebuchet MS"/>
            </a:endParaRPr>
          </a:p>
          <a:p>
            <a:pPr marL="46990">
              <a:lnSpc>
                <a:spcPct val="100000"/>
              </a:lnSpc>
            </a:pPr>
            <a:r>
              <a:rPr sz="1700" b="1" i="1" spc="10" dirty="0">
                <a:solidFill>
                  <a:srgbClr val="181818"/>
                </a:solidFill>
                <a:latin typeface="Trebuchet MS"/>
                <a:cs typeface="Trebuchet MS"/>
              </a:rPr>
              <a:t>2</a:t>
            </a:r>
            <a:endParaRPr sz="17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250"/>
              </a:spcBef>
            </a:pPr>
            <a:endParaRPr sz="1700">
              <a:latin typeface="Trebuchet MS"/>
              <a:cs typeface="Trebuchet MS"/>
            </a:endParaRPr>
          </a:p>
          <a:p>
            <a:pPr marL="48260">
              <a:lnSpc>
                <a:spcPct val="100000"/>
              </a:lnSpc>
            </a:pPr>
            <a:r>
              <a:rPr sz="1700" b="1" i="1" spc="-50" dirty="0">
                <a:solidFill>
                  <a:srgbClr val="181818"/>
                </a:solidFill>
                <a:latin typeface="Trebuchet MS"/>
                <a:cs typeface="Trebuchet MS"/>
              </a:rPr>
              <a:t>3</a:t>
            </a:r>
            <a:endParaRPr sz="17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245"/>
              </a:spcBef>
            </a:pPr>
            <a:endParaRPr sz="1700">
              <a:latin typeface="Trebuchet MS"/>
              <a:cs typeface="Trebuchet MS"/>
            </a:endParaRPr>
          </a:p>
          <a:p>
            <a:pPr marL="41910">
              <a:lnSpc>
                <a:spcPct val="100000"/>
              </a:lnSpc>
            </a:pPr>
            <a:r>
              <a:rPr sz="1700" b="1" i="1" spc="80" dirty="0">
                <a:solidFill>
                  <a:srgbClr val="181818"/>
                </a:solidFill>
                <a:latin typeface="Trebuchet MS"/>
                <a:cs typeface="Trebuchet MS"/>
              </a:rPr>
              <a:t>4</a:t>
            </a:r>
            <a:endParaRPr sz="17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245"/>
              </a:spcBef>
            </a:pPr>
            <a:endParaRPr sz="1700">
              <a:latin typeface="Trebuchet MS"/>
              <a:cs typeface="Trebuchet MS"/>
            </a:endParaRPr>
          </a:p>
          <a:p>
            <a:pPr marL="47625">
              <a:lnSpc>
                <a:spcPct val="100000"/>
              </a:lnSpc>
              <a:spcBef>
                <a:spcPts val="5"/>
              </a:spcBef>
            </a:pPr>
            <a:r>
              <a:rPr sz="1700" b="1" i="1" dirty="0">
                <a:solidFill>
                  <a:srgbClr val="181818"/>
                </a:solidFill>
                <a:latin typeface="Trebuchet MS"/>
                <a:cs typeface="Trebuchet MS"/>
              </a:rPr>
              <a:t>5</a:t>
            </a:r>
            <a:endParaRPr sz="17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245"/>
              </a:spcBef>
            </a:pPr>
            <a:endParaRPr sz="1700">
              <a:latin typeface="Trebuchet MS"/>
              <a:cs typeface="Trebuchet MS"/>
            </a:endParaRPr>
          </a:p>
          <a:p>
            <a:pPr marL="44450">
              <a:lnSpc>
                <a:spcPct val="100000"/>
              </a:lnSpc>
            </a:pPr>
            <a:r>
              <a:rPr sz="1700" b="1" i="1" spc="60" dirty="0">
                <a:solidFill>
                  <a:srgbClr val="181818"/>
                </a:solidFill>
                <a:latin typeface="Trebuchet MS"/>
                <a:cs typeface="Trebuchet MS"/>
              </a:rPr>
              <a:t>6</a:t>
            </a:r>
            <a:endParaRPr sz="17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250"/>
              </a:spcBef>
            </a:pPr>
            <a:endParaRPr sz="1700">
              <a:latin typeface="Trebuchet MS"/>
              <a:cs typeface="Trebuchet MS"/>
            </a:endParaRPr>
          </a:p>
          <a:p>
            <a:pPr marL="47625">
              <a:lnSpc>
                <a:spcPct val="100000"/>
              </a:lnSpc>
            </a:pPr>
            <a:r>
              <a:rPr sz="1700" b="1" i="1" dirty="0">
                <a:solidFill>
                  <a:srgbClr val="181818"/>
                </a:solidFill>
                <a:latin typeface="Trebuchet MS"/>
                <a:cs typeface="Trebuchet MS"/>
              </a:rPr>
              <a:t>7</a:t>
            </a:r>
            <a:endParaRPr sz="17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</a:pPr>
            <a:endParaRPr sz="17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580"/>
              </a:spcBef>
            </a:pPr>
            <a:endParaRPr sz="17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sz="2400" b="1" i="1" spc="114" dirty="0">
                <a:solidFill>
                  <a:srgbClr val="001F5F"/>
                </a:solidFill>
                <a:latin typeface="Trebuchet MS"/>
                <a:cs typeface="Trebuchet MS"/>
              </a:rPr>
              <a:t>8</a:t>
            </a:r>
            <a:endParaRPr sz="2400">
              <a:latin typeface="Trebuchet MS"/>
              <a:cs typeface="Trebuchet MS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985837" y="7767573"/>
            <a:ext cx="505459" cy="542925"/>
          </a:xfrm>
          <a:custGeom>
            <a:avLst/>
            <a:gdLst/>
            <a:ahLst/>
            <a:cxnLst/>
            <a:rect l="l" t="t" r="r" b="b"/>
            <a:pathLst>
              <a:path w="505459" h="542925">
                <a:moveTo>
                  <a:pt x="252412" y="0"/>
                </a:moveTo>
                <a:lnTo>
                  <a:pt x="207039" y="4373"/>
                </a:lnTo>
                <a:lnTo>
                  <a:pt x="164335" y="16984"/>
                </a:lnTo>
                <a:lnTo>
                  <a:pt x="125013" y="37065"/>
                </a:lnTo>
                <a:lnTo>
                  <a:pt x="89784" y="63850"/>
                </a:lnTo>
                <a:lnTo>
                  <a:pt x="59362" y="96574"/>
                </a:lnTo>
                <a:lnTo>
                  <a:pt x="34460" y="134469"/>
                </a:lnTo>
                <a:lnTo>
                  <a:pt x="15791" y="176770"/>
                </a:lnTo>
                <a:lnTo>
                  <a:pt x="4066" y="222711"/>
                </a:lnTo>
                <a:lnTo>
                  <a:pt x="0" y="271525"/>
                </a:lnTo>
                <a:lnTo>
                  <a:pt x="4066" y="320335"/>
                </a:lnTo>
                <a:lnTo>
                  <a:pt x="15791" y="366265"/>
                </a:lnTo>
                <a:lnTo>
                  <a:pt x="34460" y="408549"/>
                </a:lnTo>
                <a:lnTo>
                  <a:pt x="59362" y="446425"/>
                </a:lnTo>
                <a:lnTo>
                  <a:pt x="89784" y="479127"/>
                </a:lnTo>
                <a:lnTo>
                  <a:pt x="125013" y="505892"/>
                </a:lnTo>
                <a:lnTo>
                  <a:pt x="164335" y="525956"/>
                </a:lnTo>
                <a:lnTo>
                  <a:pt x="207039" y="538555"/>
                </a:lnTo>
                <a:lnTo>
                  <a:pt x="252412" y="542925"/>
                </a:lnTo>
                <a:lnTo>
                  <a:pt x="297797" y="538555"/>
                </a:lnTo>
                <a:lnTo>
                  <a:pt x="340512" y="525956"/>
                </a:lnTo>
                <a:lnTo>
                  <a:pt x="379845" y="505892"/>
                </a:lnTo>
                <a:lnTo>
                  <a:pt x="415082" y="479127"/>
                </a:lnTo>
                <a:lnTo>
                  <a:pt x="445511" y="446425"/>
                </a:lnTo>
                <a:lnTo>
                  <a:pt x="470419" y="408549"/>
                </a:lnTo>
                <a:lnTo>
                  <a:pt x="489093" y="366265"/>
                </a:lnTo>
                <a:lnTo>
                  <a:pt x="500821" y="320335"/>
                </a:lnTo>
                <a:lnTo>
                  <a:pt x="504888" y="271525"/>
                </a:lnTo>
                <a:lnTo>
                  <a:pt x="500821" y="222711"/>
                </a:lnTo>
                <a:lnTo>
                  <a:pt x="489093" y="176770"/>
                </a:lnTo>
                <a:lnTo>
                  <a:pt x="470419" y="134469"/>
                </a:lnTo>
                <a:lnTo>
                  <a:pt x="445511" y="96574"/>
                </a:lnTo>
                <a:lnTo>
                  <a:pt x="415082" y="63850"/>
                </a:lnTo>
                <a:lnTo>
                  <a:pt x="379845" y="37065"/>
                </a:lnTo>
                <a:lnTo>
                  <a:pt x="340512" y="16984"/>
                </a:lnTo>
                <a:lnTo>
                  <a:pt x="297797" y="4373"/>
                </a:lnTo>
                <a:lnTo>
                  <a:pt x="252412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1150619" y="7887652"/>
            <a:ext cx="167005" cy="2889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700" b="1" i="1" spc="60" dirty="0">
                <a:solidFill>
                  <a:srgbClr val="181818"/>
                </a:solidFill>
                <a:latin typeface="Trebuchet MS"/>
                <a:cs typeface="Trebuchet MS"/>
              </a:rPr>
              <a:t>9</a:t>
            </a:r>
            <a:endParaRPr sz="1700">
              <a:latin typeface="Trebuchet MS"/>
              <a:cs typeface="Trebuchet MS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16331437" y="1042689"/>
            <a:ext cx="914400" cy="211454"/>
          </a:xfrm>
          <a:custGeom>
            <a:avLst/>
            <a:gdLst/>
            <a:ahLst/>
            <a:cxnLst/>
            <a:rect l="l" t="t" r="r" b="b"/>
            <a:pathLst>
              <a:path w="914400" h="211455">
                <a:moveTo>
                  <a:pt x="114280" y="0"/>
                </a:moveTo>
                <a:lnTo>
                  <a:pt x="69787" y="8294"/>
                </a:lnTo>
                <a:lnTo>
                  <a:pt x="33462" y="30918"/>
                </a:lnTo>
                <a:lnTo>
                  <a:pt x="8977" y="64479"/>
                </a:lnTo>
                <a:lnTo>
                  <a:pt x="0" y="105589"/>
                </a:lnTo>
                <a:lnTo>
                  <a:pt x="8977" y="146699"/>
                </a:lnTo>
                <a:lnTo>
                  <a:pt x="33463" y="180261"/>
                </a:lnTo>
                <a:lnTo>
                  <a:pt x="69788" y="202884"/>
                </a:lnTo>
                <a:lnTo>
                  <a:pt x="114281" y="211178"/>
                </a:lnTo>
                <a:lnTo>
                  <a:pt x="158774" y="202884"/>
                </a:lnTo>
                <a:lnTo>
                  <a:pt x="195098" y="180261"/>
                </a:lnTo>
                <a:lnTo>
                  <a:pt x="219583" y="146699"/>
                </a:lnTo>
                <a:lnTo>
                  <a:pt x="228560" y="105589"/>
                </a:lnTo>
                <a:lnTo>
                  <a:pt x="219582" y="64479"/>
                </a:lnTo>
                <a:lnTo>
                  <a:pt x="195097" y="30918"/>
                </a:lnTo>
                <a:lnTo>
                  <a:pt x="158773" y="8294"/>
                </a:lnTo>
                <a:lnTo>
                  <a:pt x="114280" y="0"/>
                </a:lnTo>
                <a:close/>
              </a:path>
              <a:path w="914400" h="211455">
                <a:moveTo>
                  <a:pt x="799962" y="0"/>
                </a:moveTo>
                <a:lnTo>
                  <a:pt x="755461" y="8294"/>
                </a:lnTo>
                <a:lnTo>
                  <a:pt x="719138" y="30918"/>
                </a:lnTo>
                <a:lnTo>
                  <a:pt x="694658" y="64479"/>
                </a:lnTo>
                <a:lnTo>
                  <a:pt x="685684" y="105589"/>
                </a:lnTo>
                <a:lnTo>
                  <a:pt x="694658" y="146699"/>
                </a:lnTo>
                <a:lnTo>
                  <a:pt x="719139" y="180261"/>
                </a:lnTo>
                <a:lnTo>
                  <a:pt x="755462" y="202884"/>
                </a:lnTo>
                <a:lnTo>
                  <a:pt x="799963" y="211178"/>
                </a:lnTo>
                <a:lnTo>
                  <a:pt x="844448" y="202884"/>
                </a:lnTo>
                <a:lnTo>
                  <a:pt x="880773" y="180261"/>
                </a:lnTo>
                <a:lnTo>
                  <a:pt x="905262" y="146699"/>
                </a:lnTo>
                <a:lnTo>
                  <a:pt x="914242" y="105589"/>
                </a:lnTo>
                <a:lnTo>
                  <a:pt x="905262" y="64479"/>
                </a:lnTo>
                <a:lnTo>
                  <a:pt x="880772" y="30918"/>
                </a:lnTo>
                <a:lnTo>
                  <a:pt x="844447" y="8294"/>
                </a:lnTo>
                <a:lnTo>
                  <a:pt x="799962" y="0"/>
                </a:lnTo>
                <a:close/>
              </a:path>
              <a:path w="914400" h="211455">
                <a:moveTo>
                  <a:pt x="457125" y="0"/>
                </a:moveTo>
                <a:lnTo>
                  <a:pt x="412623" y="8294"/>
                </a:lnTo>
                <a:lnTo>
                  <a:pt x="376297" y="30918"/>
                </a:lnTo>
                <a:lnTo>
                  <a:pt x="351814" y="64479"/>
                </a:lnTo>
                <a:lnTo>
                  <a:pt x="342839" y="105589"/>
                </a:lnTo>
                <a:lnTo>
                  <a:pt x="351815" y="146699"/>
                </a:lnTo>
                <a:lnTo>
                  <a:pt x="376298" y="180261"/>
                </a:lnTo>
                <a:lnTo>
                  <a:pt x="412624" y="202884"/>
                </a:lnTo>
                <a:lnTo>
                  <a:pt x="457126" y="211178"/>
                </a:lnTo>
                <a:lnTo>
                  <a:pt x="501611" y="202884"/>
                </a:lnTo>
                <a:lnTo>
                  <a:pt x="537935" y="180261"/>
                </a:lnTo>
                <a:lnTo>
                  <a:pt x="562425" y="146699"/>
                </a:lnTo>
                <a:lnTo>
                  <a:pt x="571404" y="105589"/>
                </a:lnTo>
                <a:lnTo>
                  <a:pt x="562424" y="64479"/>
                </a:lnTo>
                <a:lnTo>
                  <a:pt x="537935" y="30918"/>
                </a:lnTo>
                <a:lnTo>
                  <a:pt x="501610" y="8294"/>
                </a:lnTo>
                <a:lnTo>
                  <a:pt x="457125" y="0"/>
                </a:lnTo>
                <a:close/>
              </a:path>
            </a:pathLst>
          </a:custGeom>
          <a:solidFill>
            <a:srgbClr val="FC61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17173575" y="1998619"/>
            <a:ext cx="1114425" cy="6642734"/>
          </a:xfrm>
          <a:custGeom>
            <a:avLst/>
            <a:gdLst/>
            <a:ahLst/>
            <a:cxnLst/>
            <a:rect l="l" t="t" r="r" b="b"/>
            <a:pathLst>
              <a:path w="1114425" h="6642734">
                <a:moveTo>
                  <a:pt x="1114425" y="0"/>
                </a:moveTo>
                <a:lnTo>
                  <a:pt x="1081769" y="43482"/>
                </a:lnTo>
                <a:lnTo>
                  <a:pt x="1055085" y="79730"/>
                </a:lnTo>
                <a:lnTo>
                  <a:pt x="1028691" y="116203"/>
                </a:lnTo>
                <a:lnTo>
                  <a:pt x="1002589" y="152899"/>
                </a:lnTo>
                <a:lnTo>
                  <a:pt x="976780" y="189818"/>
                </a:lnTo>
                <a:lnTo>
                  <a:pt x="951267" y="226957"/>
                </a:lnTo>
                <a:lnTo>
                  <a:pt x="926050" y="264315"/>
                </a:lnTo>
                <a:lnTo>
                  <a:pt x="901132" y="301889"/>
                </a:lnTo>
                <a:lnTo>
                  <a:pt x="876514" y="339679"/>
                </a:lnTo>
                <a:lnTo>
                  <a:pt x="852198" y="377683"/>
                </a:lnTo>
                <a:lnTo>
                  <a:pt x="828185" y="415898"/>
                </a:lnTo>
                <a:lnTo>
                  <a:pt x="804478" y="454323"/>
                </a:lnTo>
                <a:lnTo>
                  <a:pt x="781078" y="492957"/>
                </a:lnTo>
                <a:lnTo>
                  <a:pt x="757986" y="531797"/>
                </a:lnTo>
                <a:lnTo>
                  <a:pt x="735205" y="570843"/>
                </a:lnTo>
                <a:lnTo>
                  <a:pt x="712736" y="610092"/>
                </a:lnTo>
                <a:lnTo>
                  <a:pt x="690581" y="649542"/>
                </a:lnTo>
                <a:lnTo>
                  <a:pt x="668741" y="689192"/>
                </a:lnTo>
                <a:lnTo>
                  <a:pt x="647219" y="729041"/>
                </a:lnTo>
                <a:lnTo>
                  <a:pt x="626016" y="769086"/>
                </a:lnTo>
                <a:lnTo>
                  <a:pt x="605133" y="809326"/>
                </a:lnTo>
                <a:lnTo>
                  <a:pt x="584573" y="849759"/>
                </a:lnTo>
                <a:lnTo>
                  <a:pt x="564336" y="890383"/>
                </a:lnTo>
                <a:lnTo>
                  <a:pt x="544426" y="931197"/>
                </a:lnTo>
                <a:lnTo>
                  <a:pt x="524843" y="972198"/>
                </a:lnTo>
                <a:lnTo>
                  <a:pt x="505589" y="1013387"/>
                </a:lnTo>
                <a:lnTo>
                  <a:pt x="486666" y="1054759"/>
                </a:lnTo>
                <a:lnTo>
                  <a:pt x="468075" y="1096315"/>
                </a:lnTo>
                <a:lnTo>
                  <a:pt x="449819" y="1138051"/>
                </a:lnTo>
                <a:lnTo>
                  <a:pt x="431899" y="1179967"/>
                </a:lnTo>
                <a:lnTo>
                  <a:pt x="414316" y="1222061"/>
                </a:lnTo>
                <a:lnTo>
                  <a:pt x="397073" y="1264331"/>
                </a:lnTo>
                <a:lnTo>
                  <a:pt x="380171" y="1306775"/>
                </a:lnTo>
                <a:lnTo>
                  <a:pt x="363611" y="1349392"/>
                </a:lnTo>
                <a:lnTo>
                  <a:pt x="347397" y="1392180"/>
                </a:lnTo>
                <a:lnTo>
                  <a:pt x="331528" y="1435137"/>
                </a:lnTo>
                <a:lnTo>
                  <a:pt x="316007" y="1478261"/>
                </a:lnTo>
                <a:lnTo>
                  <a:pt x="300836" y="1521552"/>
                </a:lnTo>
                <a:lnTo>
                  <a:pt x="286016" y="1565006"/>
                </a:lnTo>
                <a:lnTo>
                  <a:pt x="271549" y="1608623"/>
                </a:lnTo>
                <a:lnTo>
                  <a:pt x="257437" y="1652400"/>
                </a:lnTo>
                <a:lnTo>
                  <a:pt x="243681" y="1696337"/>
                </a:lnTo>
                <a:lnTo>
                  <a:pt x="230284" y="1740430"/>
                </a:lnTo>
                <a:lnTo>
                  <a:pt x="217246" y="1784680"/>
                </a:lnTo>
                <a:lnTo>
                  <a:pt x="204570" y="1829083"/>
                </a:lnTo>
                <a:lnTo>
                  <a:pt x="192256" y="1873638"/>
                </a:lnTo>
                <a:lnTo>
                  <a:pt x="180308" y="1918344"/>
                </a:lnTo>
                <a:lnTo>
                  <a:pt x="168727" y="1963199"/>
                </a:lnTo>
                <a:lnTo>
                  <a:pt x="157514" y="2008200"/>
                </a:lnTo>
                <a:lnTo>
                  <a:pt x="146670" y="2053347"/>
                </a:lnTo>
                <a:lnTo>
                  <a:pt x="136199" y="2098638"/>
                </a:lnTo>
                <a:lnTo>
                  <a:pt x="126101" y="2144070"/>
                </a:lnTo>
                <a:lnTo>
                  <a:pt x="116378" y="2189643"/>
                </a:lnTo>
                <a:lnTo>
                  <a:pt x="107032" y="2235354"/>
                </a:lnTo>
                <a:lnTo>
                  <a:pt x="98065" y="2281202"/>
                </a:lnTo>
                <a:lnTo>
                  <a:pt x="89477" y="2327186"/>
                </a:lnTo>
                <a:lnTo>
                  <a:pt x="81272" y="2373302"/>
                </a:lnTo>
                <a:lnTo>
                  <a:pt x="73450" y="2419551"/>
                </a:lnTo>
                <a:lnTo>
                  <a:pt x="66014" y="2465929"/>
                </a:lnTo>
                <a:lnTo>
                  <a:pt x="58965" y="2512436"/>
                </a:lnTo>
                <a:lnTo>
                  <a:pt x="52305" y="2559069"/>
                </a:lnTo>
                <a:lnTo>
                  <a:pt x="46035" y="2605827"/>
                </a:lnTo>
                <a:lnTo>
                  <a:pt x="40157" y="2652709"/>
                </a:lnTo>
                <a:lnTo>
                  <a:pt x="34673" y="2699712"/>
                </a:lnTo>
                <a:lnTo>
                  <a:pt x="29585" y="2746834"/>
                </a:lnTo>
                <a:lnTo>
                  <a:pt x="24894" y="2794075"/>
                </a:lnTo>
                <a:lnTo>
                  <a:pt x="20601" y="2841432"/>
                </a:lnTo>
                <a:lnTo>
                  <a:pt x="16710" y="2888904"/>
                </a:lnTo>
                <a:lnTo>
                  <a:pt x="13221" y="2936489"/>
                </a:lnTo>
                <a:lnTo>
                  <a:pt x="10136" y="2984185"/>
                </a:lnTo>
                <a:lnTo>
                  <a:pt x="7457" y="3031990"/>
                </a:lnTo>
                <a:lnTo>
                  <a:pt x="5185" y="3079904"/>
                </a:lnTo>
                <a:lnTo>
                  <a:pt x="3323" y="3127923"/>
                </a:lnTo>
                <a:lnTo>
                  <a:pt x="1872" y="3176047"/>
                </a:lnTo>
                <a:lnTo>
                  <a:pt x="833" y="3224274"/>
                </a:lnTo>
                <a:lnTo>
                  <a:pt x="208" y="3272602"/>
                </a:lnTo>
                <a:lnTo>
                  <a:pt x="0" y="3321029"/>
                </a:lnTo>
                <a:lnTo>
                  <a:pt x="208" y="3369458"/>
                </a:lnTo>
                <a:lnTo>
                  <a:pt x="833" y="3417788"/>
                </a:lnTo>
                <a:lnTo>
                  <a:pt x="1872" y="3466016"/>
                </a:lnTo>
                <a:lnTo>
                  <a:pt x="3323" y="3514142"/>
                </a:lnTo>
                <a:lnTo>
                  <a:pt x="5185" y="3562164"/>
                </a:lnTo>
                <a:lnTo>
                  <a:pt x="7457" y="3610079"/>
                </a:lnTo>
                <a:lnTo>
                  <a:pt x="10136" y="3657886"/>
                </a:lnTo>
                <a:lnTo>
                  <a:pt x="13221" y="3705584"/>
                </a:lnTo>
                <a:lnTo>
                  <a:pt x="16710" y="3753171"/>
                </a:lnTo>
                <a:lnTo>
                  <a:pt x="20601" y="3800644"/>
                </a:lnTo>
                <a:lnTo>
                  <a:pt x="24894" y="3848003"/>
                </a:lnTo>
                <a:lnTo>
                  <a:pt x="29585" y="3895246"/>
                </a:lnTo>
                <a:lnTo>
                  <a:pt x="34673" y="3942370"/>
                </a:lnTo>
                <a:lnTo>
                  <a:pt x="40157" y="3989375"/>
                </a:lnTo>
                <a:lnTo>
                  <a:pt x="46035" y="4036258"/>
                </a:lnTo>
                <a:lnTo>
                  <a:pt x="52305" y="4083018"/>
                </a:lnTo>
                <a:lnTo>
                  <a:pt x="58965" y="4129653"/>
                </a:lnTo>
                <a:lnTo>
                  <a:pt x="66014" y="4176161"/>
                </a:lnTo>
                <a:lnTo>
                  <a:pt x="73450" y="4222541"/>
                </a:lnTo>
                <a:lnTo>
                  <a:pt x="81272" y="4268791"/>
                </a:lnTo>
                <a:lnTo>
                  <a:pt x="89477" y="4314910"/>
                </a:lnTo>
                <a:lnTo>
                  <a:pt x="98065" y="4360895"/>
                </a:lnTo>
                <a:lnTo>
                  <a:pt x="107032" y="4406744"/>
                </a:lnTo>
                <a:lnTo>
                  <a:pt x="116378" y="4452457"/>
                </a:lnTo>
                <a:lnTo>
                  <a:pt x="126101" y="4498031"/>
                </a:lnTo>
                <a:lnTo>
                  <a:pt x="136199" y="4543466"/>
                </a:lnTo>
                <a:lnTo>
                  <a:pt x="146670" y="4588758"/>
                </a:lnTo>
                <a:lnTo>
                  <a:pt x="157514" y="4633906"/>
                </a:lnTo>
                <a:lnTo>
                  <a:pt x="168727" y="4678909"/>
                </a:lnTo>
                <a:lnTo>
                  <a:pt x="180308" y="4723765"/>
                </a:lnTo>
                <a:lnTo>
                  <a:pt x="192256" y="4768472"/>
                </a:lnTo>
                <a:lnTo>
                  <a:pt x="204570" y="4813029"/>
                </a:lnTo>
                <a:lnTo>
                  <a:pt x="217246" y="4857434"/>
                </a:lnTo>
                <a:lnTo>
                  <a:pt x="230284" y="4901684"/>
                </a:lnTo>
                <a:lnTo>
                  <a:pt x="243681" y="4945779"/>
                </a:lnTo>
                <a:lnTo>
                  <a:pt x="257437" y="4989717"/>
                </a:lnTo>
                <a:lnTo>
                  <a:pt x="271549" y="5033496"/>
                </a:lnTo>
                <a:lnTo>
                  <a:pt x="286016" y="5077114"/>
                </a:lnTo>
                <a:lnTo>
                  <a:pt x="300836" y="5120570"/>
                </a:lnTo>
                <a:lnTo>
                  <a:pt x="316007" y="5163861"/>
                </a:lnTo>
                <a:lnTo>
                  <a:pt x="331528" y="5206987"/>
                </a:lnTo>
                <a:lnTo>
                  <a:pt x="347397" y="5249945"/>
                </a:lnTo>
                <a:lnTo>
                  <a:pt x="363611" y="5292734"/>
                </a:lnTo>
                <a:lnTo>
                  <a:pt x="380171" y="5335352"/>
                </a:lnTo>
                <a:lnTo>
                  <a:pt x="397073" y="5377797"/>
                </a:lnTo>
                <a:lnTo>
                  <a:pt x="414316" y="5420068"/>
                </a:lnTo>
                <a:lnTo>
                  <a:pt x="431899" y="5462163"/>
                </a:lnTo>
                <a:lnTo>
                  <a:pt x="449819" y="5504081"/>
                </a:lnTo>
                <a:lnTo>
                  <a:pt x="468075" y="5545818"/>
                </a:lnTo>
                <a:lnTo>
                  <a:pt x="486666" y="5587375"/>
                </a:lnTo>
                <a:lnTo>
                  <a:pt x="505589" y="5628749"/>
                </a:lnTo>
                <a:lnTo>
                  <a:pt x="524843" y="5669938"/>
                </a:lnTo>
                <a:lnTo>
                  <a:pt x="544426" y="5710941"/>
                </a:lnTo>
                <a:lnTo>
                  <a:pt x="564336" y="5751756"/>
                </a:lnTo>
                <a:lnTo>
                  <a:pt x="584573" y="5792381"/>
                </a:lnTo>
                <a:lnTo>
                  <a:pt x="605133" y="5832815"/>
                </a:lnTo>
                <a:lnTo>
                  <a:pt x="626016" y="5873056"/>
                </a:lnTo>
                <a:lnTo>
                  <a:pt x="647219" y="5913102"/>
                </a:lnTo>
                <a:lnTo>
                  <a:pt x="668741" y="5952951"/>
                </a:lnTo>
                <a:lnTo>
                  <a:pt x="690581" y="5992602"/>
                </a:lnTo>
                <a:lnTo>
                  <a:pt x="712736" y="6032054"/>
                </a:lnTo>
                <a:lnTo>
                  <a:pt x="735205" y="6071303"/>
                </a:lnTo>
                <a:lnTo>
                  <a:pt x="757986" y="6110350"/>
                </a:lnTo>
                <a:lnTo>
                  <a:pt x="781078" y="6149191"/>
                </a:lnTo>
                <a:lnTo>
                  <a:pt x="804478" y="6187826"/>
                </a:lnTo>
                <a:lnTo>
                  <a:pt x="828185" y="6226252"/>
                </a:lnTo>
                <a:lnTo>
                  <a:pt x="852198" y="6264468"/>
                </a:lnTo>
                <a:lnTo>
                  <a:pt x="876514" y="6302472"/>
                </a:lnTo>
                <a:lnTo>
                  <a:pt x="901132" y="6340263"/>
                </a:lnTo>
                <a:lnTo>
                  <a:pt x="926050" y="6377838"/>
                </a:lnTo>
                <a:lnTo>
                  <a:pt x="951267" y="6415197"/>
                </a:lnTo>
                <a:lnTo>
                  <a:pt x="976780" y="6452337"/>
                </a:lnTo>
                <a:lnTo>
                  <a:pt x="1002589" y="6489256"/>
                </a:lnTo>
                <a:lnTo>
                  <a:pt x="1028691" y="6525954"/>
                </a:lnTo>
                <a:lnTo>
                  <a:pt x="1055085" y="6562427"/>
                </a:lnTo>
                <a:lnTo>
                  <a:pt x="1081769" y="6598675"/>
                </a:lnTo>
                <a:lnTo>
                  <a:pt x="1108741" y="6634696"/>
                </a:lnTo>
                <a:lnTo>
                  <a:pt x="1114425" y="6642159"/>
                </a:lnTo>
              </a:path>
            </a:pathLst>
          </a:custGeom>
          <a:ln w="514350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5658" rIns="0" bIns="0" rtlCol="0">
            <a:spAutoFit/>
          </a:bodyPr>
          <a:lstStyle/>
          <a:p>
            <a:pPr marL="354965">
              <a:lnSpc>
                <a:spcPct val="100000"/>
              </a:lnSpc>
              <a:spcBef>
                <a:spcPts val="105"/>
              </a:spcBef>
            </a:pPr>
            <a:r>
              <a:rPr spc="-40" dirty="0"/>
              <a:t>IMPLEMENTATION</a:t>
            </a:r>
            <a:r>
              <a:rPr spc="-229" dirty="0"/>
              <a:t> </a:t>
            </a:r>
            <a:r>
              <a:rPr spc="-10" dirty="0"/>
              <a:t>SCREENSHOTS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1984755" y="7961566"/>
            <a:ext cx="15517494" cy="94106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6715" indent="-374015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386715" algn="l"/>
              </a:tabLst>
            </a:pPr>
            <a:r>
              <a:rPr sz="3000" dirty="0">
                <a:latin typeface="Times New Roman"/>
                <a:cs typeface="Times New Roman"/>
              </a:rPr>
              <a:t>This</a:t>
            </a:r>
            <a:r>
              <a:rPr sz="3000" spc="-7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is</a:t>
            </a:r>
            <a:r>
              <a:rPr sz="3000" spc="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the</a:t>
            </a:r>
            <a:r>
              <a:rPr sz="3000" spc="-1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main</a:t>
            </a:r>
            <a:r>
              <a:rPr sz="3000" spc="-2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entry</a:t>
            </a:r>
            <a:r>
              <a:rPr sz="3000" spc="-2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page</a:t>
            </a:r>
            <a:r>
              <a:rPr sz="3000" spc="-1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of</a:t>
            </a:r>
            <a:r>
              <a:rPr sz="3000" spc="-4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the</a:t>
            </a:r>
            <a:r>
              <a:rPr sz="3000" spc="-7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Job</a:t>
            </a:r>
            <a:r>
              <a:rPr sz="3000" spc="-2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Portal</a:t>
            </a:r>
            <a:r>
              <a:rPr sz="3000" spc="4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where</a:t>
            </a:r>
            <a:r>
              <a:rPr sz="3000" spc="-8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users</a:t>
            </a:r>
            <a:r>
              <a:rPr sz="3000" spc="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can</a:t>
            </a:r>
            <a:r>
              <a:rPr sz="3000" spc="-2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navigate</a:t>
            </a:r>
            <a:r>
              <a:rPr sz="3000" spc="-1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to</a:t>
            </a:r>
            <a:r>
              <a:rPr sz="3000" spc="-2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login</a:t>
            </a:r>
            <a:r>
              <a:rPr sz="3000" spc="-2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or</a:t>
            </a:r>
            <a:r>
              <a:rPr sz="3000" spc="-4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sign</a:t>
            </a:r>
            <a:r>
              <a:rPr sz="3000" spc="-20" dirty="0">
                <a:latin typeface="Times New Roman"/>
                <a:cs typeface="Times New Roman"/>
              </a:rPr>
              <a:t> </a:t>
            </a:r>
            <a:r>
              <a:rPr sz="3000" spc="-25" dirty="0">
                <a:latin typeface="Times New Roman"/>
                <a:cs typeface="Times New Roman"/>
              </a:rPr>
              <a:t>up.</a:t>
            </a:r>
            <a:endParaRPr sz="3000">
              <a:latin typeface="Times New Roman"/>
              <a:cs typeface="Times New Roman"/>
            </a:endParaRPr>
          </a:p>
          <a:p>
            <a:pPr marL="393700" indent="-381000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393700" algn="l"/>
              </a:tabLst>
            </a:pPr>
            <a:r>
              <a:rPr sz="3000" dirty="0">
                <a:latin typeface="Times New Roman"/>
                <a:cs typeface="Times New Roman"/>
              </a:rPr>
              <a:t>It</a:t>
            </a:r>
            <a:r>
              <a:rPr sz="3000" spc="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provides</a:t>
            </a:r>
            <a:r>
              <a:rPr sz="3000" spc="-8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an</a:t>
            </a:r>
            <a:r>
              <a:rPr sz="3000" spc="-5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overview</a:t>
            </a:r>
            <a:r>
              <a:rPr sz="3000" spc="-4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of the</a:t>
            </a:r>
            <a:r>
              <a:rPr sz="3000" spc="-4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platform</a:t>
            </a:r>
            <a:r>
              <a:rPr sz="3000" spc="1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and</a:t>
            </a:r>
            <a:r>
              <a:rPr sz="3000" spc="-4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allows</a:t>
            </a:r>
            <a:r>
              <a:rPr sz="3000" spc="-2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users</a:t>
            </a:r>
            <a:r>
              <a:rPr sz="3000" spc="-9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to</a:t>
            </a:r>
            <a:r>
              <a:rPr sz="3000" spc="-4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explore</a:t>
            </a:r>
            <a:r>
              <a:rPr sz="3000" spc="-10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job</a:t>
            </a:r>
            <a:r>
              <a:rPr sz="3000" spc="-5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opportunities</a:t>
            </a:r>
            <a:r>
              <a:rPr sz="3000" spc="-2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or</a:t>
            </a:r>
            <a:r>
              <a:rPr sz="3000" spc="-7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get</a:t>
            </a:r>
            <a:r>
              <a:rPr sz="3000" spc="-55" dirty="0">
                <a:latin typeface="Times New Roman"/>
                <a:cs typeface="Times New Roman"/>
              </a:rPr>
              <a:t> </a:t>
            </a:r>
            <a:r>
              <a:rPr sz="3000" spc="-10" dirty="0">
                <a:latin typeface="Times New Roman"/>
                <a:cs typeface="Times New Roman"/>
              </a:rPr>
              <a:t>started.</a:t>
            </a:r>
            <a:endParaRPr sz="3000">
              <a:latin typeface="Times New Roman"/>
              <a:cs typeface="Times New Roman"/>
            </a:endParaRPr>
          </a:p>
        </p:txBody>
      </p:sp>
      <p:pic>
        <p:nvPicPr>
          <p:cNvPr id="7169" name="Picture 1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352800" y="1714500"/>
            <a:ext cx="11288713" cy="5162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33425" y="6657975"/>
            <a:ext cx="990600" cy="990600"/>
          </a:xfrm>
          <a:custGeom>
            <a:avLst/>
            <a:gdLst/>
            <a:ahLst/>
            <a:cxnLst/>
            <a:rect l="l" t="t" r="r" b="b"/>
            <a:pathLst>
              <a:path w="990600" h="990600">
                <a:moveTo>
                  <a:pt x="495300" y="0"/>
                </a:moveTo>
                <a:lnTo>
                  <a:pt x="447599" y="2267"/>
                </a:lnTo>
                <a:lnTo>
                  <a:pt x="401181" y="8930"/>
                </a:lnTo>
                <a:lnTo>
                  <a:pt x="356254" y="19782"/>
                </a:lnTo>
                <a:lnTo>
                  <a:pt x="313025" y="34615"/>
                </a:lnTo>
                <a:lnTo>
                  <a:pt x="271701" y="53222"/>
                </a:lnTo>
                <a:lnTo>
                  <a:pt x="232490" y="75394"/>
                </a:lnTo>
                <a:lnTo>
                  <a:pt x="195600" y="100925"/>
                </a:lnTo>
                <a:lnTo>
                  <a:pt x="161238" y="129607"/>
                </a:lnTo>
                <a:lnTo>
                  <a:pt x="129612" y="161233"/>
                </a:lnTo>
                <a:lnTo>
                  <a:pt x="100929" y="195594"/>
                </a:lnTo>
                <a:lnTo>
                  <a:pt x="75397" y="232484"/>
                </a:lnTo>
                <a:lnTo>
                  <a:pt x="53224" y="271695"/>
                </a:lnTo>
                <a:lnTo>
                  <a:pt x="34617" y="313019"/>
                </a:lnTo>
                <a:lnTo>
                  <a:pt x="19783" y="356249"/>
                </a:lnTo>
                <a:lnTo>
                  <a:pt x="8931" y="401178"/>
                </a:lnTo>
                <a:lnTo>
                  <a:pt x="2267" y="447597"/>
                </a:lnTo>
                <a:lnTo>
                  <a:pt x="0" y="495300"/>
                </a:lnTo>
                <a:lnTo>
                  <a:pt x="2267" y="543002"/>
                </a:lnTo>
                <a:lnTo>
                  <a:pt x="8931" y="589421"/>
                </a:lnTo>
                <a:lnTo>
                  <a:pt x="19783" y="634350"/>
                </a:lnTo>
                <a:lnTo>
                  <a:pt x="34617" y="677580"/>
                </a:lnTo>
                <a:lnTo>
                  <a:pt x="53224" y="718904"/>
                </a:lnTo>
                <a:lnTo>
                  <a:pt x="75397" y="758115"/>
                </a:lnTo>
                <a:lnTo>
                  <a:pt x="100929" y="795005"/>
                </a:lnTo>
                <a:lnTo>
                  <a:pt x="129612" y="829366"/>
                </a:lnTo>
                <a:lnTo>
                  <a:pt x="161238" y="860992"/>
                </a:lnTo>
                <a:lnTo>
                  <a:pt x="195600" y="889674"/>
                </a:lnTo>
                <a:lnTo>
                  <a:pt x="232490" y="915205"/>
                </a:lnTo>
                <a:lnTo>
                  <a:pt x="271701" y="937377"/>
                </a:lnTo>
                <a:lnTo>
                  <a:pt x="313025" y="955984"/>
                </a:lnTo>
                <a:lnTo>
                  <a:pt x="356254" y="970817"/>
                </a:lnTo>
                <a:lnTo>
                  <a:pt x="401181" y="981669"/>
                </a:lnTo>
                <a:lnTo>
                  <a:pt x="447599" y="988332"/>
                </a:lnTo>
                <a:lnTo>
                  <a:pt x="495300" y="990600"/>
                </a:lnTo>
                <a:lnTo>
                  <a:pt x="543002" y="988332"/>
                </a:lnTo>
                <a:lnTo>
                  <a:pt x="589421" y="981669"/>
                </a:lnTo>
                <a:lnTo>
                  <a:pt x="634350" y="970817"/>
                </a:lnTo>
                <a:lnTo>
                  <a:pt x="677580" y="955984"/>
                </a:lnTo>
                <a:lnTo>
                  <a:pt x="718904" y="937377"/>
                </a:lnTo>
                <a:lnTo>
                  <a:pt x="758115" y="915205"/>
                </a:lnTo>
                <a:lnTo>
                  <a:pt x="795005" y="889674"/>
                </a:lnTo>
                <a:lnTo>
                  <a:pt x="829366" y="860992"/>
                </a:lnTo>
                <a:lnTo>
                  <a:pt x="860992" y="829366"/>
                </a:lnTo>
                <a:lnTo>
                  <a:pt x="889674" y="795005"/>
                </a:lnTo>
                <a:lnTo>
                  <a:pt x="915205" y="758115"/>
                </a:lnTo>
                <a:lnTo>
                  <a:pt x="937377" y="718904"/>
                </a:lnTo>
                <a:lnTo>
                  <a:pt x="955984" y="677580"/>
                </a:lnTo>
                <a:lnTo>
                  <a:pt x="970817" y="634350"/>
                </a:lnTo>
                <a:lnTo>
                  <a:pt x="981669" y="589421"/>
                </a:lnTo>
                <a:lnTo>
                  <a:pt x="988332" y="543002"/>
                </a:lnTo>
                <a:lnTo>
                  <a:pt x="990600" y="495300"/>
                </a:lnTo>
                <a:lnTo>
                  <a:pt x="988332" y="447597"/>
                </a:lnTo>
                <a:lnTo>
                  <a:pt x="981669" y="401178"/>
                </a:lnTo>
                <a:lnTo>
                  <a:pt x="970817" y="356249"/>
                </a:lnTo>
                <a:lnTo>
                  <a:pt x="955984" y="313019"/>
                </a:lnTo>
                <a:lnTo>
                  <a:pt x="937377" y="271695"/>
                </a:lnTo>
                <a:lnTo>
                  <a:pt x="915205" y="232484"/>
                </a:lnTo>
                <a:lnTo>
                  <a:pt x="889674" y="195594"/>
                </a:lnTo>
                <a:lnTo>
                  <a:pt x="860992" y="161233"/>
                </a:lnTo>
                <a:lnTo>
                  <a:pt x="829366" y="129607"/>
                </a:lnTo>
                <a:lnTo>
                  <a:pt x="795005" y="100925"/>
                </a:lnTo>
                <a:lnTo>
                  <a:pt x="758115" y="75394"/>
                </a:lnTo>
                <a:lnTo>
                  <a:pt x="718904" y="53222"/>
                </a:lnTo>
                <a:lnTo>
                  <a:pt x="677580" y="34615"/>
                </a:lnTo>
                <a:lnTo>
                  <a:pt x="634350" y="19782"/>
                </a:lnTo>
                <a:lnTo>
                  <a:pt x="589421" y="8930"/>
                </a:lnTo>
                <a:lnTo>
                  <a:pt x="543002" y="2267"/>
                </a:lnTo>
                <a:lnTo>
                  <a:pt x="495300" y="0"/>
                </a:lnTo>
                <a:close/>
              </a:path>
            </a:pathLst>
          </a:custGeom>
          <a:solidFill>
            <a:srgbClr val="FC61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913764" y="6949058"/>
            <a:ext cx="73279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i="1" spc="195" dirty="0">
                <a:solidFill>
                  <a:srgbClr val="001F5F"/>
                </a:solidFill>
                <a:latin typeface="Trebuchet MS"/>
                <a:cs typeface="Trebuchet MS"/>
              </a:rPr>
              <a:t>8(A)</a:t>
            </a:r>
            <a:endParaRPr sz="2400">
              <a:latin typeface="Trebuchet MS"/>
              <a:cs typeface="Trebuchet MS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985837" y="3319398"/>
            <a:ext cx="505459" cy="543560"/>
          </a:xfrm>
          <a:custGeom>
            <a:avLst/>
            <a:gdLst/>
            <a:ahLst/>
            <a:cxnLst/>
            <a:rect l="l" t="t" r="r" b="b"/>
            <a:pathLst>
              <a:path w="505459" h="543560">
                <a:moveTo>
                  <a:pt x="252412" y="0"/>
                </a:moveTo>
                <a:lnTo>
                  <a:pt x="207039" y="4373"/>
                </a:lnTo>
                <a:lnTo>
                  <a:pt x="164335" y="16984"/>
                </a:lnTo>
                <a:lnTo>
                  <a:pt x="125013" y="37065"/>
                </a:lnTo>
                <a:lnTo>
                  <a:pt x="89784" y="63850"/>
                </a:lnTo>
                <a:lnTo>
                  <a:pt x="59362" y="96574"/>
                </a:lnTo>
                <a:lnTo>
                  <a:pt x="34460" y="134469"/>
                </a:lnTo>
                <a:lnTo>
                  <a:pt x="15791" y="176770"/>
                </a:lnTo>
                <a:lnTo>
                  <a:pt x="4066" y="222711"/>
                </a:lnTo>
                <a:lnTo>
                  <a:pt x="0" y="271525"/>
                </a:lnTo>
                <a:lnTo>
                  <a:pt x="4066" y="320340"/>
                </a:lnTo>
                <a:lnTo>
                  <a:pt x="15791" y="366281"/>
                </a:lnTo>
                <a:lnTo>
                  <a:pt x="34460" y="408582"/>
                </a:lnTo>
                <a:lnTo>
                  <a:pt x="59362" y="446477"/>
                </a:lnTo>
                <a:lnTo>
                  <a:pt x="89784" y="479201"/>
                </a:lnTo>
                <a:lnTo>
                  <a:pt x="125013" y="505986"/>
                </a:lnTo>
                <a:lnTo>
                  <a:pt x="164335" y="526067"/>
                </a:lnTo>
                <a:lnTo>
                  <a:pt x="207039" y="538678"/>
                </a:lnTo>
                <a:lnTo>
                  <a:pt x="252412" y="543051"/>
                </a:lnTo>
                <a:lnTo>
                  <a:pt x="297797" y="538678"/>
                </a:lnTo>
                <a:lnTo>
                  <a:pt x="340512" y="526067"/>
                </a:lnTo>
                <a:lnTo>
                  <a:pt x="379845" y="505986"/>
                </a:lnTo>
                <a:lnTo>
                  <a:pt x="415082" y="479201"/>
                </a:lnTo>
                <a:lnTo>
                  <a:pt x="445511" y="446477"/>
                </a:lnTo>
                <a:lnTo>
                  <a:pt x="470419" y="408582"/>
                </a:lnTo>
                <a:lnTo>
                  <a:pt x="489093" y="366281"/>
                </a:lnTo>
                <a:lnTo>
                  <a:pt x="500821" y="320340"/>
                </a:lnTo>
                <a:lnTo>
                  <a:pt x="504888" y="271525"/>
                </a:lnTo>
                <a:lnTo>
                  <a:pt x="500821" y="222711"/>
                </a:lnTo>
                <a:lnTo>
                  <a:pt x="489093" y="176770"/>
                </a:lnTo>
                <a:lnTo>
                  <a:pt x="470419" y="134469"/>
                </a:lnTo>
                <a:lnTo>
                  <a:pt x="445511" y="96574"/>
                </a:lnTo>
                <a:lnTo>
                  <a:pt x="415082" y="63850"/>
                </a:lnTo>
                <a:lnTo>
                  <a:pt x="379845" y="37065"/>
                </a:lnTo>
                <a:lnTo>
                  <a:pt x="340512" y="16984"/>
                </a:lnTo>
                <a:lnTo>
                  <a:pt x="297797" y="4373"/>
                </a:lnTo>
                <a:lnTo>
                  <a:pt x="252412" y="0"/>
                </a:lnTo>
                <a:close/>
              </a:path>
            </a:pathLst>
          </a:custGeom>
          <a:ln w="952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985837" y="1985898"/>
            <a:ext cx="505459" cy="542925"/>
          </a:xfrm>
          <a:custGeom>
            <a:avLst/>
            <a:gdLst/>
            <a:ahLst/>
            <a:cxnLst/>
            <a:rect l="l" t="t" r="r" b="b"/>
            <a:pathLst>
              <a:path w="505459" h="542925">
                <a:moveTo>
                  <a:pt x="252412" y="0"/>
                </a:moveTo>
                <a:lnTo>
                  <a:pt x="207039" y="4373"/>
                </a:lnTo>
                <a:lnTo>
                  <a:pt x="164335" y="16984"/>
                </a:lnTo>
                <a:lnTo>
                  <a:pt x="125013" y="37065"/>
                </a:lnTo>
                <a:lnTo>
                  <a:pt x="89784" y="63850"/>
                </a:lnTo>
                <a:lnTo>
                  <a:pt x="59362" y="96574"/>
                </a:lnTo>
                <a:lnTo>
                  <a:pt x="34460" y="134469"/>
                </a:lnTo>
                <a:lnTo>
                  <a:pt x="15791" y="176770"/>
                </a:lnTo>
                <a:lnTo>
                  <a:pt x="4066" y="222711"/>
                </a:lnTo>
                <a:lnTo>
                  <a:pt x="0" y="271525"/>
                </a:lnTo>
                <a:lnTo>
                  <a:pt x="4066" y="320335"/>
                </a:lnTo>
                <a:lnTo>
                  <a:pt x="15791" y="366265"/>
                </a:lnTo>
                <a:lnTo>
                  <a:pt x="34460" y="408549"/>
                </a:lnTo>
                <a:lnTo>
                  <a:pt x="59362" y="446425"/>
                </a:lnTo>
                <a:lnTo>
                  <a:pt x="89784" y="479127"/>
                </a:lnTo>
                <a:lnTo>
                  <a:pt x="125013" y="505892"/>
                </a:lnTo>
                <a:lnTo>
                  <a:pt x="164335" y="525956"/>
                </a:lnTo>
                <a:lnTo>
                  <a:pt x="207039" y="538555"/>
                </a:lnTo>
                <a:lnTo>
                  <a:pt x="252412" y="542925"/>
                </a:lnTo>
                <a:lnTo>
                  <a:pt x="297797" y="538555"/>
                </a:lnTo>
                <a:lnTo>
                  <a:pt x="340512" y="525956"/>
                </a:lnTo>
                <a:lnTo>
                  <a:pt x="379845" y="505892"/>
                </a:lnTo>
                <a:lnTo>
                  <a:pt x="415082" y="479127"/>
                </a:lnTo>
                <a:lnTo>
                  <a:pt x="445511" y="446425"/>
                </a:lnTo>
                <a:lnTo>
                  <a:pt x="470419" y="408549"/>
                </a:lnTo>
                <a:lnTo>
                  <a:pt x="489093" y="366265"/>
                </a:lnTo>
                <a:lnTo>
                  <a:pt x="500821" y="320335"/>
                </a:lnTo>
                <a:lnTo>
                  <a:pt x="504888" y="271525"/>
                </a:lnTo>
                <a:lnTo>
                  <a:pt x="500821" y="222711"/>
                </a:lnTo>
                <a:lnTo>
                  <a:pt x="489093" y="176770"/>
                </a:lnTo>
                <a:lnTo>
                  <a:pt x="470419" y="134469"/>
                </a:lnTo>
                <a:lnTo>
                  <a:pt x="445511" y="96574"/>
                </a:lnTo>
                <a:lnTo>
                  <a:pt x="415082" y="63850"/>
                </a:lnTo>
                <a:lnTo>
                  <a:pt x="379845" y="37065"/>
                </a:lnTo>
                <a:lnTo>
                  <a:pt x="340512" y="16984"/>
                </a:lnTo>
                <a:lnTo>
                  <a:pt x="297797" y="4373"/>
                </a:lnTo>
                <a:lnTo>
                  <a:pt x="252412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985837" y="3986276"/>
            <a:ext cx="505459" cy="542925"/>
          </a:xfrm>
          <a:custGeom>
            <a:avLst/>
            <a:gdLst/>
            <a:ahLst/>
            <a:cxnLst/>
            <a:rect l="l" t="t" r="r" b="b"/>
            <a:pathLst>
              <a:path w="505459" h="542925">
                <a:moveTo>
                  <a:pt x="252412" y="0"/>
                </a:moveTo>
                <a:lnTo>
                  <a:pt x="207039" y="4369"/>
                </a:lnTo>
                <a:lnTo>
                  <a:pt x="164335" y="16968"/>
                </a:lnTo>
                <a:lnTo>
                  <a:pt x="125013" y="37032"/>
                </a:lnTo>
                <a:lnTo>
                  <a:pt x="89784" y="63797"/>
                </a:lnTo>
                <a:lnTo>
                  <a:pt x="59362" y="96499"/>
                </a:lnTo>
                <a:lnTo>
                  <a:pt x="34460" y="134375"/>
                </a:lnTo>
                <a:lnTo>
                  <a:pt x="15791" y="176659"/>
                </a:lnTo>
                <a:lnTo>
                  <a:pt x="4066" y="222589"/>
                </a:lnTo>
                <a:lnTo>
                  <a:pt x="0" y="271399"/>
                </a:lnTo>
                <a:lnTo>
                  <a:pt x="4066" y="320213"/>
                </a:lnTo>
                <a:lnTo>
                  <a:pt x="15791" y="366154"/>
                </a:lnTo>
                <a:lnTo>
                  <a:pt x="34460" y="408455"/>
                </a:lnTo>
                <a:lnTo>
                  <a:pt x="59362" y="446350"/>
                </a:lnTo>
                <a:lnTo>
                  <a:pt x="89784" y="479074"/>
                </a:lnTo>
                <a:lnTo>
                  <a:pt x="125013" y="505859"/>
                </a:lnTo>
                <a:lnTo>
                  <a:pt x="164335" y="525940"/>
                </a:lnTo>
                <a:lnTo>
                  <a:pt x="207039" y="538551"/>
                </a:lnTo>
                <a:lnTo>
                  <a:pt x="252412" y="542925"/>
                </a:lnTo>
                <a:lnTo>
                  <a:pt x="297797" y="538551"/>
                </a:lnTo>
                <a:lnTo>
                  <a:pt x="340512" y="525940"/>
                </a:lnTo>
                <a:lnTo>
                  <a:pt x="379845" y="505859"/>
                </a:lnTo>
                <a:lnTo>
                  <a:pt x="415082" y="479074"/>
                </a:lnTo>
                <a:lnTo>
                  <a:pt x="445511" y="446350"/>
                </a:lnTo>
                <a:lnTo>
                  <a:pt x="470419" y="408455"/>
                </a:lnTo>
                <a:lnTo>
                  <a:pt x="489093" y="366154"/>
                </a:lnTo>
                <a:lnTo>
                  <a:pt x="500821" y="320213"/>
                </a:lnTo>
                <a:lnTo>
                  <a:pt x="504888" y="271399"/>
                </a:lnTo>
                <a:lnTo>
                  <a:pt x="500821" y="222589"/>
                </a:lnTo>
                <a:lnTo>
                  <a:pt x="489093" y="176659"/>
                </a:lnTo>
                <a:lnTo>
                  <a:pt x="470419" y="134375"/>
                </a:lnTo>
                <a:lnTo>
                  <a:pt x="445511" y="96499"/>
                </a:lnTo>
                <a:lnTo>
                  <a:pt x="415082" y="63797"/>
                </a:lnTo>
                <a:lnTo>
                  <a:pt x="379845" y="37032"/>
                </a:lnTo>
                <a:lnTo>
                  <a:pt x="340512" y="16968"/>
                </a:lnTo>
                <a:lnTo>
                  <a:pt x="297797" y="4369"/>
                </a:lnTo>
                <a:lnTo>
                  <a:pt x="252412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985837" y="2652776"/>
            <a:ext cx="505459" cy="542925"/>
          </a:xfrm>
          <a:custGeom>
            <a:avLst/>
            <a:gdLst/>
            <a:ahLst/>
            <a:cxnLst/>
            <a:rect l="l" t="t" r="r" b="b"/>
            <a:pathLst>
              <a:path w="505459" h="542925">
                <a:moveTo>
                  <a:pt x="252412" y="0"/>
                </a:moveTo>
                <a:lnTo>
                  <a:pt x="207039" y="4369"/>
                </a:lnTo>
                <a:lnTo>
                  <a:pt x="164335" y="16968"/>
                </a:lnTo>
                <a:lnTo>
                  <a:pt x="125013" y="37032"/>
                </a:lnTo>
                <a:lnTo>
                  <a:pt x="89784" y="63797"/>
                </a:lnTo>
                <a:lnTo>
                  <a:pt x="59362" y="96499"/>
                </a:lnTo>
                <a:lnTo>
                  <a:pt x="34460" y="134375"/>
                </a:lnTo>
                <a:lnTo>
                  <a:pt x="15791" y="176659"/>
                </a:lnTo>
                <a:lnTo>
                  <a:pt x="4066" y="222589"/>
                </a:lnTo>
                <a:lnTo>
                  <a:pt x="0" y="271399"/>
                </a:lnTo>
                <a:lnTo>
                  <a:pt x="4066" y="320213"/>
                </a:lnTo>
                <a:lnTo>
                  <a:pt x="15791" y="366154"/>
                </a:lnTo>
                <a:lnTo>
                  <a:pt x="34460" y="408455"/>
                </a:lnTo>
                <a:lnTo>
                  <a:pt x="59362" y="446350"/>
                </a:lnTo>
                <a:lnTo>
                  <a:pt x="89784" y="479074"/>
                </a:lnTo>
                <a:lnTo>
                  <a:pt x="125013" y="505859"/>
                </a:lnTo>
                <a:lnTo>
                  <a:pt x="164335" y="525940"/>
                </a:lnTo>
                <a:lnTo>
                  <a:pt x="207039" y="538551"/>
                </a:lnTo>
                <a:lnTo>
                  <a:pt x="252412" y="542925"/>
                </a:lnTo>
                <a:lnTo>
                  <a:pt x="297797" y="538551"/>
                </a:lnTo>
                <a:lnTo>
                  <a:pt x="340512" y="525940"/>
                </a:lnTo>
                <a:lnTo>
                  <a:pt x="379845" y="505859"/>
                </a:lnTo>
                <a:lnTo>
                  <a:pt x="415082" y="479074"/>
                </a:lnTo>
                <a:lnTo>
                  <a:pt x="445511" y="446350"/>
                </a:lnTo>
                <a:lnTo>
                  <a:pt x="470419" y="408455"/>
                </a:lnTo>
                <a:lnTo>
                  <a:pt x="489093" y="366154"/>
                </a:lnTo>
                <a:lnTo>
                  <a:pt x="500821" y="320213"/>
                </a:lnTo>
                <a:lnTo>
                  <a:pt x="504888" y="271399"/>
                </a:lnTo>
                <a:lnTo>
                  <a:pt x="500821" y="222589"/>
                </a:lnTo>
                <a:lnTo>
                  <a:pt x="489093" y="176659"/>
                </a:lnTo>
                <a:lnTo>
                  <a:pt x="470419" y="134375"/>
                </a:lnTo>
                <a:lnTo>
                  <a:pt x="445511" y="96499"/>
                </a:lnTo>
                <a:lnTo>
                  <a:pt x="415082" y="63797"/>
                </a:lnTo>
                <a:lnTo>
                  <a:pt x="379845" y="37032"/>
                </a:lnTo>
                <a:lnTo>
                  <a:pt x="340512" y="16968"/>
                </a:lnTo>
                <a:lnTo>
                  <a:pt x="297797" y="4369"/>
                </a:lnTo>
                <a:lnTo>
                  <a:pt x="252412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985837" y="5319776"/>
            <a:ext cx="505459" cy="542925"/>
          </a:xfrm>
          <a:custGeom>
            <a:avLst/>
            <a:gdLst/>
            <a:ahLst/>
            <a:cxnLst/>
            <a:rect l="l" t="t" r="r" b="b"/>
            <a:pathLst>
              <a:path w="505459" h="542925">
                <a:moveTo>
                  <a:pt x="252412" y="0"/>
                </a:moveTo>
                <a:lnTo>
                  <a:pt x="207039" y="4369"/>
                </a:lnTo>
                <a:lnTo>
                  <a:pt x="164335" y="16968"/>
                </a:lnTo>
                <a:lnTo>
                  <a:pt x="125013" y="37032"/>
                </a:lnTo>
                <a:lnTo>
                  <a:pt x="89784" y="63797"/>
                </a:lnTo>
                <a:lnTo>
                  <a:pt x="59362" y="96499"/>
                </a:lnTo>
                <a:lnTo>
                  <a:pt x="34460" y="134375"/>
                </a:lnTo>
                <a:lnTo>
                  <a:pt x="15791" y="176659"/>
                </a:lnTo>
                <a:lnTo>
                  <a:pt x="4066" y="222589"/>
                </a:lnTo>
                <a:lnTo>
                  <a:pt x="0" y="271399"/>
                </a:lnTo>
                <a:lnTo>
                  <a:pt x="4066" y="320213"/>
                </a:lnTo>
                <a:lnTo>
                  <a:pt x="15791" y="366154"/>
                </a:lnTo>
                <a:lnTo>
                  <a:pt x="34460" y="408455"/>
                </a:lnTo>
                <a:lnTo>
                  <a:pt x="59362" y="446350"/>
                </a:lnTo>
                <a:lnTo>
                  <a:pt x="89784" y="479074"/>
                </a:lnTo>
                <a:lnTo>
                  <a:pt x="125013" y="505859"/>
                </a:lnTo>
                <a:lnTo>
                  <a:pt x="164335" y="525940"/>
                </a:lnTo>
                <a:lnTo>
                  <a:pt x="207039" y="538551"/>
                </a:lnTo>
                <a:lnTo>
                  <a:pt x="252412" y="542925"/>
                </a:lnTo>
                <a:lnTo>
                  <a:pt x="297797" y="538551"/>
                </a:lnTo>
                <a:lnTo>
                  <a:pt x="340512" y="525940"/>
                </a:lnTo>
                <a:lnTo>
                  <a:pt x="379845" y="505859"/>
                </a:lnTo>
                <a:lnTo>
                  <a:pt x="415082" y="479074"/>
                </a:lnTo>
                <a:lnTo>
                  <a:pt x="445511" y="446350"/>
                </a:lnTo>
                <a:lnTo>
                  <a:pt x="470419" y="408455"/>
                </a:lnTo>
                <a:lnTo>
                  <a:pt x="489093" y="366154"/>
                </a:lnTo>
                <a:lnTo>
                  <a:pt x="500821" y="320213"/>
                </a:lnTo>
                <a:lnTo>
                  <a:pt x="504888" y="271399"/>
                </a:lnTo>
                <a:lnTo>
                  <a:pt x="500821" y="222589"/>
                </a:lnTo>
                <a:lnTo>
                  <a:pt x="489093" y="176659"/>
                </a:lnTo>
                <a:lnTo>
                  <a:pt x="470419" y="134375"/>
                </a:lnTo>
                <a:lnTo>
                  <a:pt x="445511" y="96499"/>
                </a:lnTo>
                <a:lnTo>
                  <a:pt x="415082" y="63797"/>
                </a:lnTo>
                <a:lnTo>
                  <a:pt x="379845" y="37032"/>
                </a:lnTo>
                <a:lnTo>
                  <a:pt x="340512" y="16968"/>
                </a:lnTo>
                <a:lnTo>
                  <a:pt x="297797" y="4369"/>
                </a:lnTo>
                <a:lnTo>
                  <a:pt x="252412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985837" y="4653026"/>
            <a:ext cx="505459" cy="542925"/>
          </a:xfrm>
          <a:custGeom>
            <a:avLst/>
            <a:gdLst/>
            <a:ahLst/>
            <a:cxnLst/>
            <a:rect l="l" t="t" r="r" b="b"/>
            <a:pathLst>
              <a:path w="505459" h="542925">
                <a:moveTo>
                  <a:pt x="252412" y="0"/>
                </a:moveTo>
                <a:lnTo>
                  <a:pt x="207039" y="4369"/>
                </a:lnTo>
                <a:lnTo>
                  <a:pt x="164335" y="16968"/>
                </a:lnTo>
                <a:lnTo>
                  <a:pt x="125013" y="37032"/>
                </a:lnTo>
                <a:lnTo>
                  <a:pt x="89784" y="63797"/>
                </a:lnTo>
                <a:lnTo>
                  <a:pt x="59362" y="96499"/>
                </a:lnTo>
                <a:lnTo>
                  <a:pt x="34460" y="134375"/>
                </a:lnTo>
                <a:lnTo>
                  <a:pt x="15791" y="176659"/>
                </a:lnTo>
                <a:lnTo>
                  <a:pt x="4066" y="222589"/>
                </a:lnTo>
                <a:lnTo>
                  <a:pt x="0" y="271399"/>
                </a:lnTo>
                <a:lnTo>
                  <a:pt x="4066" y="320213"/>
                </a:lnTo>
                <a:lnTo>
                  <a:pt x="15791" y="366154"/>
                </a:lnTo>
                <a:lnTo>
                  <a:pt x="34460" y="408455"/>
                </a:lnTo>
                <a:lnTo>
                  <a:pt x="59362" y="446350"/>
                </a:lnTo>
                <a:lnTo>
                  <a:pt x="89784" y="479074"/>
                </a:lnTo>
                <a:lnTo>
                  <a:pt x="125013" y="505859"/>
                </a:lnTo>
                <a:lnTo>
                  <a:pt x="164335" y="525940"/>
                </a:lnTo>
                <a:lnTo>
                  <a:pt x="207039" y="538551"/>
                </a:lnTo>
                <a:lnTo>
                  <a:pt x="252412" y="542925"/>
                </a:lnTo>
                <a:lnTo>
                  <a:pt x="297797" y="538551"/>
                </a:lnTo>
                <a:lnTo>
                  <a:pt x="340512" y="525940"/>
                </a:lnTo>
                <a:lnTo>
                  <a:pt x="379845" y="505859"/>
                </a:lnTo>
                <a:lnTo>
                  <a:pt x="415082" y="479074"/>
                </a:lnTo>
                <a:lnTo>
                  <a:pt x="445511" y="446350"/>
                </a:lnTo>
                <a:lnTo>
                  <a:pt x="470419" y="408455"/>
                </a:lnTo>
                <a:lnTo>
                  <a:pt x="489093" y="366154"/>
                </a:lnTo>
                <a:lnTo>
                  <a:pt x="500821" y="320213"/>
                </a:lnTo>
                <a:lnTo>
                  <a:pt x="504888" y="271399"/>
                </a:lnTo>
                <a:lnTo>
                  <a:pt x="500821" y="222589"/>
                </a:lnTo>
                <a:lnTo>
                  <a:pt x="489093" y="176659"/>
                </a:lnTo>
                <a:lnTo>
                  <a:pt x="470419" y="134375"/>
                </a:lnTo>
                <a:lnTo>
                  <a:pt x="445511" y="96499"/>
                </a:lnTo>
                <a:lnTo>
                  <a:pt x="415082" y="63797"/>
                </a:lnTo>
                <a:lnTo>
                  <a:pt x="379845" y="37032"/>
                </a:lnTo>
                <a:lnTo>
                  <a:pt x="340512" y="16968"/>
                </a:lnTo>
                <a:lnTo>
                  <a:pt x="297797" y="4369"/>
                </a:lnTo>
                <a:lnTo>
                  <a:pt x="252412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985837" y="5986526"/>
            <a:ext cx="505459" cy="552450"/>
          </a:xfrm>
          <a:custGeom>
            <a:avLst/>
            <a:gdLst/>
            <a:ahLst/>
            <a:cxnLst/>
            <a:rect l="l" t="t" r="r" b="b"/>
            <a:pathLst>
              <a:path w="505459" h="552450">
                <a:moveTo>
                  <a:pt x="252412" y="0"/>
                </a:moveTo>
                <a:lnTo>
                  <a:pt x="207039" y="4446"/>
                </a:lnTo>
                <a:lnTo>
                  <a:pt x="164335" y="17268"/>
                </a:lnTo>
                <a:lnTo>
                  <a:pt x="125013" y="37686"/>
                </a:lnTo>
                <a:lnTo>
                  <a:pt x="89784" y="64920"/>
                </a:lnTo>
                <a:lnTo>
                  <a:pt x="59362" y="98194"/>
                </a:lnTo>
                <a:lnTo>
                  <a:pt x="34460" y="136727"/>
                </a:lnTo>
                <a:lnTo>
                  <a:pt x="15791" y="179741"/>
                </a:lnTo>
                <a:lnTo>
                  <a:pt x="4066" y="226457"/>
                </a:lnTo>
                <a:lnTo>
                  <a:pt x="0" y="276098"/>
                </a:lnTo>
                <a:lnTo>
                  <a:pt x="4066" y="325775"/>
                </a:lnTo>
                <a:lnTo>
                  <a:pt x="15791" y="372521"/>
                </a:lnTo>
                <a:lnTo>
                  <a:pt x="34460" y="415558"/>
                </a:lnTo>
                <a:lnTo>
                  <a:pt x="59362" y="454107"/>
                </a:lnTo>
                <a:lnTo>
                  <a:pt x="89784" y="487390"/>
                </a:lnTo>
                <a:lnTo>
                  <a:pt x="125013" y="514632"/>
                </a:lnTo>
                <a:lnTo>
                  <a:pt x="164335" y="535053"/>
                </a:lnTo>
                <a:lnTo>
                  <a:pt x="207039" y="547875"/>
                </a:lnTo>
                <a:lnTo>
                  <a:pt x="252412" y="552323"/>
                </a:lnTo>
                <a:lnTo>
                  <a:pt x="297797" y="547875"/>
                </a:lnTo>
                <a:lnTo>
                  <a:pt x="340512" y="535053"/>
                </a:lnTo>
                <a:lnTo>
                  <a:pt x="379845" y="514632"/>
                </a:lnTo>
                <a:lnTo>
                  <a:pt x="415082" y="487390"/>
                </a:lnTo>
                <a:lnTo>
                  <a:pt x="445511" y="454107"/>
                </a:lnTo>
                <a:lnTo>
                  <a:pt x="470419" y="415558"/>
                </a:lnTo>
                <a:lnTo>
                  <a:pt x="489093" y="372521"/>
                </a:lnTo>
                <a:lnTo>
                  <a:pt x="500821" y="325775"/>
                </a:lnTo>
                <a:lnTo>
                  <a:pt x="504888" y="276098"/>
                </a:lnTo>
                <a:lnTo>
                  <a:pt x="500821" y="226457"/>
                </a:lnTo>
                <a:lnTo>
                  <a:pt x="489093" y="179741"/>
                </a:lnTo>
                <a:lnTo>
                  <a:pt x="470419" y="136727"/>
                </a:lnTo>
                <a:lnTo>
                  <a:pt x="445511" y="98194"/>
                </a:lnTo>
                <a:lnTo>
                  <a:pt x="415082" y="64920"/>
                </a:lnTo>
                <a:lnTo>
                  <a:pt x="379845" y="37686"/>
                </a:lnTo>
                <a:lnTo>
                  <a:pt x="340512" y="17268"/>
                </a:lnTo>
                <a:lnTo>
                  <a:pt x="297797" y="4446"/>
                </a:lnTo>
                <a:lnTo>
                  <a:pt x="252412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1148397" y="2103691"/>
            <a:ext cx="170180" cy="42970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6830">
              <a:lnSpc>
                <a:spcPct val="100000"/>
              </a:lnSpc>
              <a:spcBef>
                <a:spcPts val="125"/>
              </a:spcBef>
            </a:pPr>
            <a:r>
              <a:rPr sz="1700" b="1" i="1" spc="-310" dirty="0">
                <a:solidFill>
                  <a:srgbClr val="181818"/>
                </a:solidFill>
                <a:latin typeface="Trebuchet MS"/>
                <a:cs typeface="Trebuchet MS"/>
              </a:rPr>
              <a:t>1</a:t>
            </a:r>
            <a:endParaRPr sz="17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235"/>
              </a:spcBef>
            </a:pPr>
            <a:endParaRPr sz="1700">
              <a:latin typeface="Trebuchet MS"/>
              <a:cs typeface="Trebuchet MS"/>
            </a:endParaRPr>
          </a:p>
          <a:p>
            <a:pPr marL="17145">
              <a:lnSpc>
                <a:spcPct val="100000"/>
              </a:lnSpc>
            </a:pPr>
            <a:r>
              <a:rPr sz="1700" b="1" i="1" spc="10" dirty="0">
                <a:solidFill>
                  <a:srgbClr val="181818"/>
                </a:solidFill>
                <a:latin typeface="Trebuchet MS"/>
                <a:cs typeface="Trebuchet MS"/>
              </a:rPr>
              <a:t>2</a:t>
            </a:r>
            <a:endParaRPr sz="17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250"/>
              </a:spcBef>
            </a:pPr>
            <a:endParaRPr sz="1700">
              <a:latin typeface="Trebuchet MS"/>
              <a:cs typeface="Trebuchet MS"/>
            </a:endParaRPr>
          </a:p>
          <a:p>
            <a:pPr marL="19050">
              <a:lnSpc>
                <a:spcPct val="100000"/>
              </a:lnSpc>
            </a:pPr>
            <a:r>
              <a:rPr sz="1700" b="1" i="1" spc="-50" dirty="0">
                <a:solidFill>
                  <a:srgbClr val="181818"/>
                </a:solidFill>
                <a:latin typeface="Trebuchet MS"/>
                <a:cs typeface="Trebuchet MS"/>
              </a:rPr>
              <a:t>3</a:t>
            </a:r>
            <a:endParaRPr sz="17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245"/>
              </a:spcBef>
            </a:pPr>
            <a:endParaRPr sz="17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sz="1700" b="1" i="1" spc="80" dirty="0">
                <a:solidFill>
                  <a:srgbClr val="181818"/>
                </a:solidFill>
                <a:latin typeface="Trebuchet MS"/>
                <a:cs typeface="Trebuchet MS"/>
              </a:rPr>
              <a:t>4</a:t>
            </a:r>
            <a:endParaRPr sz="17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245"/>
              </a:spcBef>
            </a:pPr>
            <a:endParaRPr sz="1700">
              <a:latin typeface="Trebuchet MS"/>
              <a:cs typeface="Trebuchet MS"/>
            </a:endParaRPr>
          </a:p>
          <a:p>
            <a:pPr marL="17780">
              <a:lnSpc>
                <a:spcPct val="100000"/>
              </a:lnSpc>
              <a:spcBef>
                <a:spcPts val="5"/>
              </a:spcBef>
            </a:pPr>
            <a:r>
              <a:rPr sz="1700" b="1" i="1" dirty="0">
                <a:solidFill>
                  <a:srgbClr val="181818"/>
                </a:solidFill>
                <a:latin typeface="Trebuchet MS"/>
                <a:cs typeface="Trebuchet MS"/>
              </a:rPr>
              <a:t>5</a:t>
            </a:r>
            <a:endParaRPr sz="17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245"/>
              </a:spcBef>
            </a:pPr>
            <a:endParaRPr sz="1700">
              <a:latin typeface="Trebuchet MS"/>
              <a:cs typeface="Trebuchet MS"/>
            </a:endParaRPr>
          </a:p>
          <a:p>
            <a:pPr marL="14604">
              <a:lnSpc>
                <a:spcPct val="100000"/>
              </a:lnSpc>
            </a:pPr>
            <a:r>
              <a:rPr sz="1700" b="1" i="1" spc="60" dirty="0">
                <a:solidFill>
                  <a:srgbClr val="181818"/>
                </a:solidFill>
                <a:latin typeface="Trebuchet MS"/>
                <a:cs typeface="Trebuchet MS"/>
              </a:rPr>
              <a:t>6</a:t>
            </a:r>
            <a:endParaRPr sz="17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250"/>
              </a:spcBef>
            </a:pPr>
            <a:endParaRPr sz="1700">
              <a:latin typeface="Trebuchet MS"/>
              <a:cs typeface="Trebuchet MS"/>
            </a:endParaRPr>
          </a:p>
          <a:p>
            <a:pPr marL="17780">
              <a:lnSpc>
                <a:spcPct val="100000"/>
              </a:lnSpc>
            </a:pPr>
            <a:r>
              <a:rPr sz="1700" b="1" i="1" dirty="0">
                <a:solidFill>
                  <a:srgbClr val="181818"/>
                </a:solidFill>
                <a:latin typeface="Trebuchet MS"/>
                <a:cs typeface="Trebuchet MS"/>
              </a:rPr>
              <a:t>7</a:t>
            </a:r>
            <a:endParaRPr sz="1700">
              <a:latin typeface="Trebuchet MS"/>
              <a:cs typeface="Trebuchet MS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985837" y="7767573"/>
            <a:ext cx="505459" cy="542925"/>
          </a:xfrm>
          <a:custGeom>
            <a:avLst/>
            <a:gdLst/>
            <a:ahLst/>
            <a:cxnLst/>
            <a:rect l="l" t="t" r="r" b="b"/>
            <a:pathLst>
              <a:path w="505459" h="542925">
                <a:moveTo>
                  <a:pt x="252412" y="0"/>
                </a:moveTo>
                <a:lnTo>
                  <a:pt x="207039" y="4373"/>
                </a:lnTo>
                <a:lnTo>
                  <a:pt x="164335" y="16984"/>
                </a:lnTo>
                <a:lnTo>
                  <a:pt x="125013" y="37065"/>
                </a:lnTo>
                <a:lnTo>
                  <a:pt x="89784" y="63850"/>
                </a:lnTo>
                <a:lnTo>
                  <a:pt x="59362" y="96574"/>
                </a:lnTo>
                <a:lnTo>
                  <a:pt x="34460" y="134469"/>
                </a:lnTo>
                <a:lnTo>
                  <a:pt x="15791" y="176770"/>
                </a:lnTo>
                <a:lnTo>
                  <a:pt x="4066" y="222711"/>
                </a:lnTo>
                <a:lnTo>
                  <a:pt x="0" y="271525"/>
                </a:lnTo>
                <a:lnTo>
                  <a:pt x="4066" y="320335"/>
                </a:lnTo>
                <a:lnTo>
                  <a:pt x="15791" y="366265"/>
                </a:lnTo>
                <a:lnTo>
                  <a:pt x="34460" y="408549"/>
                </a:lnTo>
                <a:lnTo>
                  <a:pt x="59362" y="446425"/>
                </a:lnTo>
                <a:lnTo>
                  <a:pt x="89784" y="479127"/>
                </a:lnTo>
                <a:lnTo>
                  <a:pt x="125013" y="505892"/>
                </a:lnTo>
                <a:lnTo>
                  <a:pt x="164335" y="525956"/>
                </a:lnTo>
                <a:lnTo>
                  <a:pt x="207039" y="538555"/>
                </a:lnTo>
                <a:lnTo>
                  <a:pt x="252412" y="542925"/>
                </a:lnTo>
                <a:lnTo>
                  <a:pt x="297797" y="538555"/>
                </a:lnTo>
                <a:lnTo>
                  <a:pt x="340512" y="525956"/>
                </a:lnTo>
                <a:lnTo>
                  <a:pt x="379845" y="505892"/>
                </a:lnTo>
                <a:lnTo>
                  <a:pt x="415082" y="479127"/>
                </a:lnTo>
                <a:lnTo>
                  <a:pt x="445511" y="446425"/>
                </a:lnTo>
                <a:lnTo>
                  <a:pt x="470419" y="408549"/>
                </a:lnTo>
                <a:lnTo>
                  <a:pt x="489093" y="366265"/>
                </a:lnTo>
                <a:lnTo>
                  <a:pt x="500821" y="320335"/>
                </a:lnTo>
                <a:lnTo>
                  <a:pt x="504888" y="271525"/>
                </a:lnTo>
                <a:lnTo>
                  <a:pt x="500821" y="222711"/>
                </a:lnTo>
                <a:lnTo>
                  <a:pt x="489093" y="176770"/>
                </a:lnTo>
                <a:lnTo>
                  <a:pt x="470419" y="134469"/>
                </a:lnTo>
                <a:lnTo>
                  <a:pt x="445511" y="96574"/>
                </a:lnTo>
                <a:lnTo>
                  <a:pt x="415082" y="63850"/>
                </a:lnTo>
                <a:lnTo>
                  <a:pt x="379845" y="37065"/>
                </a:lnTo>
                <a:lnTo>
                  <a:pt x="340512" y="16984"/>
                </a:lnTo>
                <a:lnTo>
                  <a:pt x="297797" y="4373"/>
                </a:lnTo>
                <a:lnTo>
                  <a:pt x="252412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1150619" y="7887652"/>
            <a:ext cx="167005" cy="2889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700" b="1" i="1" spc="60" dirty="0">
                <a:solidFill>
                  <a:srgbClr val="181818"/>
                </a:solidFill>
                <a:latin typeface="Trebuchet MS"/>
                <a:cs typeface="Trebuchet MS"/>
              </a:rPr>
              <a:t>9</a:t>
            </a:r>
            <a:endParaRPr sz="1700">
              <a:latin typeface="Trebuchet MS"/>
              <a:cs typeface="Trebuchet MS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16331437" y="1042689"/>
            <a:ext cx="914400" cy="211454"/>
          </a:xfrm>
          <a:custGeom>
            <a:avLst/>
            <a:gdLst/>
            <a:ahLst/>
            <a:cxnLst/>
            <a:rect l="l" t="t" r="r" b="b"/>
            <a:pathLst>
              <a:path w="914400" h="211455">
                <a:moveTo>
                  <a:pt x="114280" y="0"/>
                </a:moveTo>
                <a:lnTo>
                  <a:pt x="69787" y="8294"/>
                </a:lnTo>
                <a:lnTo>
                  <a:pt x="33462" y="30918"/>
                </a:lnTo>
                <a:lnTo>
                  <a:pt x="8977" y="64479"/>
                </a:lnTo>
                <a:lnTo>
                  <a:pt x="0" y="105589"/>
                </a:lnTo>
                <a:lnTo>
                  <a:pt x="8977" y="146699"/>
                </a:lnTo>
                <a:lnTo>
                  <a:pt x="33463" y="180261"/>
                </a:lnTo>
                <a:lnTo>
                  <a:pt x="69788" y="202884"/>
                </a:lnTo>
                <a:lnTo>
                  <a:pt x="114281" y="211178"/>
                </a:lnTo>
                <a:lnTo>
                  <a:pt x="158774" y="202884"/>
                </a:lnTo>
                <a:lnTo>
                  <a:pt x="195098" y="180261"/>
                </a:lnTo>
                <a:lnTo>
                  <a:pt x="219583" y="146699"/>
                </a:lnTo>
                <a:lnTo>
                  <a:pt x="228560" y="105589"/>
                </a:lnTo>
                <a:lnTo>
                  <a:pt x="219582" y="64479"/>
                </a:lnTo>
                <a:lnTo>
                  <a:pt x="195097" y="30918"/>
                </a:lnTo>
                <a:lnTo>
                  <a:pt x="158773" y="8294"/>
                </a:lnTo>
                <a:lnTo>
                  <a:pt x="114280" y="0"/>
                </a:lnTo>
                <a:close/>
              </a:path>
              <a:path w="914400" h="211455">
                <a:moveTo>
                  <a:pt x="799962" y="0"/>
                </a:moveTo>
                <a:lnTo>
                  <a:pt x="755461" y="8294"/>
                </a:lnTo>
                <a:lnTo>
                  <a:pt x="719138" y="30918"/>
                </a:lnTo>
                <a:lnTo>
                  <a:pt x="694658" y="64479"/>
                </a:lnTo>
                <a:lnTo>
                  <a:pt x="685684" y="105589"/>
                </a:lnTo>
                <a:lnTo>
                  <a:pt x="694658" y="146699"/>
                </a:lnTo>
                <a:lnTo>
                  <a:pt x="719139" y="180261"/>
                </a:lnTo>
                <a:lnTo>
                  <a:pt x="755462" y="202884"/>
                </a:lnTo>
                <a:lnTo>
                  <a:pt x="799963" y="211178"/>
                </a:lnTo>
                <a:lnTo>
                  <a:pt x="844448" y="202884"/>
                </a:lnTo>
                <a:lnTo>
                  <a:pt x="880773" y="180261"/>
                </a:lnTo>
                <a:lnTo>
                  <a:pt x="905262" y="146699"/>
                </a:lnTo>
                <a:lnTo>
                  <a:pt x="914242" y="105589"/>
                </a:lnTo>
                <a:lnTo>
                  <a:pt x="905262" y="64479"/>
                </a:lnTo>
                <a:lnTo>
                  <a:pt x="880772" y="30918"/>
                </a:lnTo>
                <a:lnTo>
                  <a:pt x="844447" y="8294"/>
                </a:lnTo>
                <a:lnTo>
                  <a:pt x="799962" y="0"/>
                </a:lnTo>
                <a:close/>
              </a:path>
              <a:path w="914400" h="211455">
                <a:moveTo>
                  <a:pt x="457125" y="0"/>
                </a:moveTo>
                <a:lnTo>
                  <a:pt x="412623" y="8294"/>
                </a:lnTo>
                <a:lnTo>
                  <a:pt x="376297" y="30918"/>
                </a:lnTo>
                <a:lnTo>
                  <a:pt x="351814" y="64479"/>
                </a:lnTo>
                <a:lnTo>
                  <a:pt x="342839" y="105589"/>
                </a:lnTo>
                <a:lnTo>
                  <a:pt x="351815" y="146699"/>
                </a:lnTo>
                <a:lnTo>
                  <a:pt x="376298" y="180261"/>
                </a:lnTo>
                <a:lnTo>
                  <a:pt x="412624" y="202884"/>
                </a:lnTo>
                <a:lnTo>
                  <a:pt x="457126" y="211178"/>
                </a:lnTo>
                <a:lnTo>
                  <a:pt x="501611" y="202884"/>
                </a:lnTo>
                <a:lnTo>
                  <a:pt x="537935" y="180261"/>
                </a:lnTo>
                <a:lnTo>
                  <a:pt x="562425" y="146699"/>
                </a:lnTo>
                <a:lnTo>
                  <a:pt x="571404" y="105589"/>
                </a:lnTo>
                <a:lnTo>
                  <a:pt x="562424" y="64479"/>
                </a:lnTo>
                <a:lnTo>
                  <a:pt x="537935" y="30918"/>
                </a:lnTo>
                <a:lnTo>
                  <a:pt x="501610" y="8294"/>
                </a:lnTo>
                <a:lnTo>
                  <a:pt x="457125" y="0"/>
                </a:lnTo>
                <a:close/>
              </a:path>
            </a:pathLst>
          </a:custGeom>
          <a:solidFill>
            <a:srgbClr val="FC61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17173575" y="1998619"/>
            <a:ext cx="1114425" cy="6642734"/>
          </a:xfrm>
          <a:custGeom>
            <a:avLst/>
            <a:gdLst/>
            <a:ahLst/>
            <a:cxnLst/>
            <a:rect l="l" t="t" r="r" b="b"/>
            <a:pathLst>
              <a:path w="1114425" h="6642734">
                <a:moveTo>
                  <a:pt x="1114425" y="0"/>
                </a:moveTo>
                <a:lnTo>
                  <a:pt x="1081769" y="43482"/>
                </a:lnTo>
                <a:lnTo>
                  <a:pt x="1055085" y="79730"/>
                </a:lnTo>
                <a:lnTo>
                  <a:pt x="1028691" y="116203"/>
                </a:lnTo>
                <a:lnTo>
                  <a:pt x="1002589" y="152899"/>
                </a:lnTo>
                <a:lnTo>
                  <a:pt x="976780" y="189818"/>
                </a:lnTo>
                <a:lnTo>
                  <a:pt x="951267" y="226957"/>
                </a:lnTo>
                <a:lnTo>
                  <a:pt x="926050" y="264315"/>
                </a:lnTo>
                <a:lnTo>
                  <a:pt x="901132" y="301889"/>
                </a:lnTo>
                <a:lnTo>
                  <a:pt x="876514" y="339679"/>
                </a:lnTo>
                <a:lnTo>
                  <a:pt x="852198" y="377683"/>
                </a:lnTo>
                <a:lnTo>
                  <a:pt x="828185" y="415898"/>
                </a:lnTo>
                <a:lnTo>
                  <a:pt x="804478" y="454323"/>
                </a:lnTo>
                <a:lnTo>
                  <a:pt x="781078" y="492957"/>
                </a:lnTo>
                <a:lnTo>
                  <a:pt x="757986" y="531797"/>
                </a:lnTo>
                <a:lnTo>
                  <a:pt x="735205" y="570843"/>
                </a:lnTo>
                <a:lnTo>
                  <a:pt x="712736" y="610092"/>
                </a:lnTo>
                <a:lnTo>
                  <a:pt x="690581" y="649542"/>
                </a:lnTo>
                <a:lnTo>
                  <a:pt x="668741" y="689192"/>
                </a:lnTo>
                <a:lnTo>
                  <a:pt x="647219" y="729041"/>
                </a:lnTo>
                <a:lnTo>
                  <a:pt x="626016" y="769086"/>
                </a:lnTo>
                <a:lnTo>
                  <a:pt x="605133" y="809326"/>
                </a:lnTo>
                <a:lnTo>
                  <a:pt x="584573" y="849759"/>
                </a:lnTo>
                <a:lnTo>
                  <a:pt x="564336" y="890383"/>
                </a:lnTo>
                <a:lnTo>
                  <a:pt x="544426" y="931197"/>
                </a:lnTo>
                <a:lnTo>
                  <a:pt x="524843" y="972198"/>
                </a:lnTo>
                <a:lnTo>
                  <a:pt x="505589" y="1013387"/>
                </a:lnTo>
                <a:lnTo>
                  <a:pt x="486666" y="1054759"/>
                </a:lnTo>
                <a:lnTo>
                  <a:pt x="468075" y="1096315"/>
                </a:lnTo>
                <a:lnTo>
                  <a:pt x="449819" y="1138051"/>
                </a:lnTo>
                <a:lnTo>
                  <a:pt x="431899" y="1179967"/>
                </a:lnTo>
                <a:lnTo>
                  <a:pt x="414316" y="1222061"/>
                </a:lnTo>
                <a:lnTo>
                  <a:pt x="397073" y="1264331"/>
                </a:lnTo>
                <a:lnTo>
                  <a:pt x="380171" y="1306775"/>
                </a:lnTo>
                <a:lnTo>
                  <a:pt x="363611" y="1349392"/>
                </a:lnTo>
                <a:lnTo>
                  <a:pt x="347397" y="1392180"/>
                </a:lnTo>
                <a:lnTo>
                  <a:pt x="331528" y="1435137"/>
                </a:lnTo>
                <a:lnTo>
                  <a:pt x="316007" y="1478261"/>
                </a:lnTo>
                <a:lnTo>
                  <a:pt x="300836" y="1521552"/>
                </a:lnTo>
                <a:lnTo>
                  <a:pt x="286016" y="1565006"/>
                </a:lnTo>
                <a:lnTo>
                  <a:pt x="271549" y="1608623"/>
                </a:lnTo>
                <a:lnTo>
                  <a:pt x="257437" y="1652400"/>
                </a:lnTo>
                <a:lnTo>
                  <a:pt x="243681" y="1696337"/>
                </a:lnTo>
                <a:lnTo>
                  <a:pt x="230284" y="1740430"/>
                </a:lnTo>
                <a:lnTo>
                  <a:pt x="217246" y="1784680"/>
                </a:lnTo>
                <a:lnTo>
                  <a:pt x="204570" y="1829083"/>
                </a:lnTo>
                <a:lnTo>
                  <a:pt x="192256" y="1873638"/>
                </a:lnTo>
                <a:lnTo>
                  <a:pt x="180308" y="1918344"/>
                </a:lnTo>
                <a:lnTo>
                  <a:pt x="168727" y="1963199"/>
                </a:lnTo>
                <a:lnTo>
                  <a:pt x="157514" y="2008200"/>
                </a:lnTo>
                <a:lnTo>
                  <a:pt x="146670" y="2053347"/>
                </a:lnTo>
                <a:lnTo>
                  <a:pt x="136199" y="2098638"/>
                </a:lnTo>
                <a:lnTo>
                  <a:pt x="126101" y="2144070"/>
                </a:lnTo>
                <a:lnTo>
                  <a:pt x="116378" y="2189643"/>
                </a:lnTo>
                <a:lnTo>
                  <a:pt x="107032" y="2235354"/>
                </a:lnTo>
                <a:lnTo>
                  <a:pt x="98065" y="2281202"/>
                </a:lnTo>
                <a:lnTo>
                  <a:pt x="89477" y="2327186"/>
                </a:lnTo>
                <a:lnTo>
                  <a:pt x="81272" y="2373302"/>
                </a:lnTo>
                <a:lnTo>
                  <a:pt x="73450" y="2419551"/>
                </a:lnTo>
                <a:lnTo>
                  <a:pt x="66014" y="2465929"/>
                </a:lnTo>
                <a:lnTo>
                  <a:pt x="58965" y="2512436"/>
                </a:lnTo>
                <a:lnTo>
                  <a:pt x="52305" y="2559069"/>
                </a:lnTo>
                <a:lnTo>
                  <a:pt x="46035" y="2605827"/>
                </a:lnTo>
                <a:lnTo>
                  <a:pt x="40157" y="2652709"/>
                </a:lnTo>
                <a:lnTo>
                  <a:pt x="34673" y="2699712"/>
                </a:lnTo>
                <a:lnTo>
                  <a:pt x="29585" y="2746834"/>
                </a:lnTo>
                <a:lnTo>
                  <a:pt x="24894" y="2794075"/>
                </a:lnTo>
                <a:lnTo>
                  <a:pt x="20601" y="2841432"/>
                </a:lnTo>
                <a:lnTo>
                  <a:pt x="16710" y="2888904"/>
                </a:lnTo>
                <a:lnTo>
                  <a:pt x="13221" y="2936489"/>
                </a:lnTo>
                <a:lnTo>
                  <a:pt x="10136" y="2984185"/>
                </a:lnTo>
                <a:lnTo>
                  <a:pt x="7457" y="3031990"/>
                </a:lnTo>
                <a:lnTo>
                  <a:pt x="5185" y="3079904"/>
                </a:lnTo>
                <a:lnTo>
                  <a:pt x="3323" y="3127923"/>
                </a:lnTo>
                <a:lnTo>
                  <a:pt x="1872" y="3176047"/>
                </a:lnTo>
                <a:lnTo>
                  <a:pt x="833" y="3224274"/>
                </a:lnTo>
                <a:lnTo>
                  <a:pt x="208" y="3272602"/>
                </a:lnTo>
                <a:lnTo>
                  <a:pt x="0" y="3321029"/>
                </a:lnTo>
                <a:lnTo>
                  <a:pt x="208" y="3369458"/>
                </a:lnTo>
                <a:lnTo>
                  <a:pt x="833" y="3417788"/>
                </a:lnTo>
                <a:lnTo>
                  <a:pt x="1872" y="3466016"/>
                </a:lnTo>
                <a:lnTo>
                  <a:pt x="3323" y="3514142"/>
                </a:lnTo>
                <a:lnTo>
                  <a:pt x="5185" y="3562164"/>
                </a:lnTo>
                <a:lnTo>
                  <a:pt x="7457" y="3610079"/>
                </a:lnTo>
                <a:lnTo>
                  <a:pt x="10136" y="3657886"/>
                </a:lnTo>
                <a:lnTo>
                  <a:pt x="13221" y="3705584"/>
                </a:lnTo>
                <a:lnTo>
                  <a:pt x="16710" y="3753171"/>
                </a:lnTo>
                <a:lnTo>
                  <a:pt x="20601" y="3800644"/>
                </a:lnTo>
                <a:lnTo>
                  <a:pt x="24894" y="3848003"/>
                </a:lnTo>
                <a:lnTo>
                  <a:pt x="29585" y="3895246"/>
                </a:lnTo>
                <a:lnTo>
                  <a:pt x="34673" y="3942370"/>
                </a:lnTo>
                <a:lnTo>
                  <a:pt x="40157" y="3989375"/>
                </a:lnTo>
                <a:lnTo>
                  <a:pt x="46035" y="4036258"/>
                </a:lnTo>
                <a:lnTo>
                  <a:pt x="52305" y="4083018"/>
                </a:lnTo>
                <a:lnTo>
                  <a:pt x="58965" y="4129653"/>
                </a:lnTo>
                <a:lnTo>
                  <a:pt x="66014" y="4176161"/>
                </a:lnTo>
                <a:lnTo>
                  <a:pt x="73450" y="4222541"/>
                </a:lnTo>
                <a:lnTo>
                  <a:pt x="81272" y="4268791"/>
                </a:lnTo>
                <a:lnTo>
                  <a:pt x="89477" y="4314910"/>
                </a:lnTo>
                <a:lnTo>
                  <a:pt x="98065" y="4360895"/>
                </a:lnTo>
                <a:lnTo>
                  <a:pt x="107032" y="4406744"/>
                </a:lnTo>
                <a:lnTo>
                  <a:pt x="116378" y="4452457"/>
                </a:lnTo>
                <a:lnTo>
                  <a:pt x="126101" y="4498031"/>
                </a:lnTo>
                <a:lnTo>
                  <a:pt x="136199" y="4543466"/>
                </a:lnTo>
                <a:lnTo>
                  <a:pt x="146670" y="4588758"/>
                </a:lnTo>
                <a:lnTo>
                  <a:pt x="157514" y="4633906"/>
                </a:lnTo>
                <a:lnTo>
                  <a:pt x="168727" y="4678909"/>
                </a:lnTo>
                <a:lnTo>
                  <a:pt x="180308" y="4723765"/>
                </a:lnTo>
                <a:lnTo>
                  <a:pt x="192256" y="4768472"/>
                </a:lnTo>
                <a:lnTo>
                  <a:pt x="204570" y="4813029"/>
                </a:lnTo>
                <a:lnTo>
                  <a:pt x="217246" y="4857434"/>
                </a:lnTo>
                <a:lnTo>
                  <a:pt x="230284" y="4901684"/>
                </a:lnTo>
                <a:lnTo>
                  <a:pt x="243681" y="4945779"/>
                </a:lnTo>
                <a:lnTo>
                  <a:pt x="257437" y="4989717"/>
                </a:lnTo>
                <a:lnTo>
                  <a:pt x="271549" y="5033496"/>
                </a:lnTo>
                <a:lnTo>
                  <a:pt x="286016" y="5077114"/>
                </a:lnTo>
                <a:lnTo>
                  <a:pt x="300836" y="5120570"/>
                </a:lnTo>
                <a:lnTo>
                  <a:pt x="316007" y="5163861"/>
                </a:lnTo>
                <a:lnTo>
                  <a:pt x="331528" y="5206987"/>
                </a:lnTo>
                <a:lnTo>
                  <a:pt x="347397" y="5249945"/>
                </a:lnTo>
                <a:lnTo>
                  <a:pt x="363611" y="5292734"/>
                </a:lnTo>
                <a:lnTo>
                  <a:pt x="380171" y="5335352"/>
                </a:lnTo>
                <a:lnTo>
                  <a:pt x="397073" y="5377797"/>
                </a:lnTo>
                <a:lnTo>
                  <a:pt x="414316" y="5420068"/>
                </a:lnTo>
                <a:lnTo>
                  <a:pt x="431899" y="5462163"/>
                </a:lnTo>
                <a:lnTo>
                  <a:pt x="449819" y="5504081"/>
                </a:lnTo>
                <a:lnTo>
                  <a:pt x="468075" y="5545818"/>
                </a:lnTo>
                <a:lnTo>
                  <a:pt x="486666" y="5587375"/>
                </a:lnTo>
                <a:lnTo>
                  <a:pt x="505589" y="5628749"/>
                </a:lnTo>
                <a:lnTo>
                  <a:pt x="524843" y="5669938"/>
                </a:lnTo>
                <a:lnTo>
                  <a:pt x="544426" y="5710941"/>
                </a:lnTo>
                <a:lnTo>
                  <a:pt x="564336" y="5751756"/>
                </a:lnTo>
                <a:lnTo>
                  <a:pt x="584573" y="5792381"/>
                </a:lnTo>
                <a:lnTo>
                  <a:pt x="605133" y="5832815"/>
                </a:lnTo>
                <a:lnTo>
                  <a:pt x="626016" y="5873056"/>
                </a:lnTo>
                <a:lnTo>
                  <a:pt x="647219" y="5913102"/>
                </a:lnTo>
                <a:lnTo>
                  <a:pt x="668741" y="5952951"/>
                </a:lnTo>
                <a:lnTo>
                  <a:pt x="690581" y="5992602"/>
                </a:lnTo>
                <a:lnTo>
                  <a:pt x="712736" y="6032054"/>
                </a:lnTo>
                <a:lnTo>
                  <a:pt x="735205" y="6071303"/>
                </a:lnTo>
                <a:lnTo>
                  <a:pt x="757986" y="6110350"/>
                </a:lnTo>
                <a:lnTo>
                  <a:pt x="781078" y="6149191"/>
                </a:lnTo>
                <a:lnTo>
                  <a:pt x="804478" y="6187826"/>
                </a:lnTo>
                <a:lnTo>
                  <a:pt x="828185" y="6226252"/>
                </a:lnTo>
                <a:lnTo>
                  <a:pt x="852198" y="6264468"/>
                </a:lnTo>
                <a:lnTo>
                  <a:pt x="876514" y="6302472"/>
                </a:lnTo>
                <a:lnTo>
                  <a:pt x="901132" y="6340263"/>
                </a:lnTo>
                <a:lnTo>
                  <a:pt x="926050" y="6377838"/>
                </a:lnTo>
                <a:lnTo>
                  <a:pt x="951267" y="6415197"/>
                </a:lnTo>
                <a:lnTo>
                  <a:pt x="976780" y="6452337"/>
                </a:lnTo>
                <a:lnTo>
                  <a:pt x="1002589" y="6489256"/>
                </a:lnTo>
                <a:lnTo>
                  <a:pt x="1028691" y="6525954"/>
                </a:lnTo>
                <a:lnTo>
                  <a:pt x="1055085" y="6562427"/>
                </a:lnTo>
                <a:lnTo>
                  <a:pt x="1081769" y="6598675"/>
                </a:lnTo>
                <a:lnTo>
                  <a:pt x="1108741" y="6634696"/>
                </a:lnTo>
                <a:lnTo>
                  <a:pt x="1114425" y="6642159"/>
                </a:lnTo>
              </a:path>
            </a:pathLst>
          </a:custGeom>
          <a:ln w="514350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5658" rIns="0" bIns="0" rtlCol="0">
            <a:spAutoFit/>
          </a:bodyPr>
          <a:lstStyle/>
          <a:p>
            <a:pPr marL="354965">
              <a:lnSpc>
                <a:spcPct val="100000"/>
              </a:lnSpc>
              <a:spcBef>
                <a:spcPts val="105"/>
              </a:spcBef>
            </a:pPr>
            <a:r>
              <a:rPr spc="-40" dirty="0"/>
              <a:t>IMPLEMENTATION</a:t>
            </a:r>
            <a:r>
              <a:rPr spc="-229" dirty="0"/>
              <a:t> </a:t>
            </a:r>
            <a:r>
              <a:rPr spc="-10" dirty="0"/>
              <a:t>SCREENSHOTS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6438265" y="1384617"/>
            <a:ext cx="457073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25" dirty="0">
                <a:latin typeface="Times New Roman"/>
                <a:cs typeface="Times New Roman"/>
              </a:rPr>
              <a:t>REGISTRATION</a:t>
            </a:r>
            <a:r>
              <a:rPr sz="3600" spc="-165" dirty="0">
                <a:latin typeface="Times New Roman"/>
                <a:cs typeface="Times New Roman"/>
              </a:rPr>
              <a:t> </a:t>
            </a:r>
            <a:r>
              <a:rPr sz="3600" spc="-60" dirty="0">
                <a:latin typeface="Times New Roman"/>
                <a:cs typeface="Times New Roman"/>
              </a:rPr>
              <a:t>PAGE</a:t>
            </a:r>
            <a:endParaRPr sz="36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3912234" y="6927532"/>
            <a:ext cx="12945745" cy="18561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31775" indent="-219075">
              <a:lnSpc>
                <a:spcPct val="100000"/>
              </a:lnSpc>
              <a:spcBef>
                <a:spcPts val="100"/>
              </a:spcBef>
              <a:buChar char="•"/>
              <a:tabLst>
                <a:tab pos="231775" algn="l"/>
              </a:tabLst>
            </a:pPr>
            <a:r>
              <a:rPr sz="3000" dirty="0">
                <a:latin typeface="Times New Roman"/>
                <a:cs typeface="Times New Roman"/>
              </a:rPr>
              <a:t>This</a:t>
            </a:r>
            <a:r>
              <a:rPr sz="3000" spc="-9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page</a:t>
            </a:r>
            <a:r>
              <a:rPr sz="3000" spc="-3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allows</a:t>
            </a:r>
            <a:r>
              <a:rPr sz="3000" spc="-1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users</a:t>
            </a:r>
            <a:r>
              <a:rPr sz="3000" spc="-1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or</a:t>
            </a:r>
            <a:r>
              <a:rPr sz="3000" spc="-7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employer</a:t>
            </a:r>
            <a:r>
              <a:rPr sz="3000" spc="-7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to</a:t>
            </a:r>
            <a:r>
              <a:rPr sz="3000" spc="-4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create</a:t>
            </a:r>
            <a:r>
              <a:rPr sz="3000" spc="-10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a</a:t>
            </a:r>
            <a:r>
              <a:rPr sz="3000" spc="-3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new</a:t>
            </a:r>
            <a:r>
              <a:rPr sz="3000" spc="-4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account</a:t>
            </a:r>
            <a:r>
              <a:rPr sz="3000" spc="1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by</a:t>
            </a:r>
            <a:r>
              <a:rPr sz="3000" spc="-4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entering</a:t>
            </a:r>
            <a:r>
              <a:rPr sz="3000" spc="-4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details</a:t>
            </a:r>
            <a:r>
              <a:rPr sz="3000" spc="-15" dirty="0">
                <a:latin typeface="Times New Roman"/>
                <a:cs typeface="Times New Roman"/>
              </a:rPr>
              <a:t> </a:t>
            </a:r>
            <a:r>
              <a:rPr sz="3000" spc="-20" dirty="0">
                <a:latin typeface="Times New Roman"/>
                <a:cs typeface="Times New Roman"/>
              </a:rPr>
              <a:t>like</a:t>
            </a:r>
            <a:endParaRPr sz="3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3000" dirty="0">
                <a:latin typeface="Times New Roman"/>
                <a:cs typeface="Times New Roman"/>
              </a:rPr>
              <a:t>name,</a:t>
            </a:r>
            <a:r>
              <a:rPr sz="3000" spc="-4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email,</a:t>
            </a:r>
            <a:r>
              <a:rPr sz="3000" spc="-4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and</a:t>
            </a:r>
            <a:r>
              <a:rPr sz="3000" spc="-40" dirty="0">
                <a:latin typeface="Times New Roman"/>
                <a:cs typeface="Times New Roman"/>
              </a:rPr>
              <a:t> </a:t>
            </a:r>
            <a:r>
              <a:rPr sz="3000" spc="-10" dirty="0">
                <a:latin typeface="Times New Roman"/>
                <a:cs typeface="Times New Roman"/>
              </a:rPr>
              <a:t>password.</a:t>
            </a:r>
            <a:endParaRPr sz="30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5"/>
              </a:spcBef>
              <a:buChar char="•"/>
              <a:tabLst>
                <a:tab pos="241300" algn="l"/>
              </a:tabLst>
            </a:pPr>
            <a:r>
              <a:rPr sz="3000" dirty="0">
                <a:latin typeface="Times New Roman"/>
                <a:cs typeface="Times New Roman"/>
              </a:rPr>
              <a:t>It ensures</a:t>
            </a:r>
            <a:r>
              <a:rPr sz="3000" spc="-2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secure</a:t>
            </a:r>
            <a:r>
              <a:rPr sz="3000" spc="-4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user</a:t>
            </a:r>
            <a:r>
              <a:rPr sz="3000" spc="-1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or</a:t>
            </a:r>
            <a:r>
              <a:rPr sz="3000" spc="-8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employer</a:t>
            </a:r>
            <a:r>
              <a:rPr sz="3000" spc="-7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registration</a:t>
            </a:r>
            <a:r>
              <a:rPr sz="3000" spc="-5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and</a:t>
            </a:r>
            <a:r>
              <a:rPr sz="3000" spc="-5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provides</a:t>
            </a:r>
            <a:r>
              <a:rPr sz="3000" spc="-9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access</a:t>
            </a:r>
            <a:r>
              <a:rPr sz="3000" spc="-2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to</a:t>
            </a:r>
            <a:r>
              <a:rPr sz="3000" spc="-5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the</a:t>
            </a:r>
            <a:r>
              <a:rPr sz="3000" spc="-4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job</a:t>
            </a:r>
            <a:r>
              <a:rPr sz="3000" spc="-50" dirty="0">
                <a:latin typeface="Times New Roman"/>
                <a:cs typeface="Times New Roman"/>
              </a:rPr>
              <a:t> </a:t>
            </a:r>
            <a:r>
              <a:rPr sz="3000" spc="-10" dirty="0">
                <a:latin typeface="Times New Roman"/>
                <a:cs typeface="Times New Roman"/>
              </a:rPr>
              <a:t>portal</a:t>
            </a:r>
            <a:endParaRPr sz="3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3000" dirty="0">
                <a:latin typeface="Times New Roman"/>
                <a:cs typeface="Times New Roman"/>
              </a:rPr>
              <a:t>features</a:t>
            </a:r>
            <a:r>
              <a:rPr sz="3000" spc="-5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after</a:t>
            </a:r>
            <a:r>
              <a:rPr sz="3000" spc="-10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successful</a:t>
            </a:r>
            <a:r>
              <a:rPr sz="3000" spc="-95" dirty="0">
                <a:latin typeface="Times New Roman"/>
                <a:cs typeface="Times New Roman"/>
              </a:rPr>
              <a:t> </a:t>
            </a:r>
            <a:r>
              <a:rPr sz="3000" spc="-10" dirty="0">
                <a:latin typeface="Times New Roman"/>
                <a:cs typeface="Times New Roman"/>
              </a:rPr>
              <a:t>signup.</a:t>
            </a:r>
            <a:endParaRPr sz="3000">
              <a:latin typeface="Times New Roman"/>
              <a:cs typeface="Times New Roman"/>
            </a:endParaRPr>
          </a:p>
        </p:txBody>
      </p:sp>
      <p:pic>
        <p:nvPicPr>
          <p:cNvPr id="6145" name="Picture 1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505200" y="2247900"/>
            <a:ext cx="12031663" cy="4972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33425" y="6657975"/>
            <a:ext cx="990600" cy="990600"/>
          </a:xfrm>
          <a:custGeom>
            <a:avLst/>
            <a:gdLst/>
            <a:ahLst/>
            <a:cxnLst/>
            <a:rect l="l" t="t" r="r" b="b"/>
            <a:pathLst>
              <a:path w="990600" h="990600">
                <a:moveTo>
                  <a:pt x="495300" y="0"/>
                </a:moveTo>
                <a:lnTo>
                  <a:pt x="447599" y="2267"/>
                </a:lnTo>
                <a:lnTo>
                  <a:pt x="401181" y="8930"/>
                </a:lnTo>
                <a:lnTo>
                  <a:pt x="356254" y="19782"/>
                </a:lnTo>
                <a:lnTo>
                  <a:pt x="313025" y="34615"/>
                </a:lnTo>
                <a:lnTo>
                  <a:pt x="271701" y="53222"/>
                </a:lnTo>
                <a:lnTo>
                  <a:pt x="232490" y="75394"/>
                </a:lnTo>
                <a:lnTo>
                  <a:pt x="195600" y="100925"/>
                </a:lnTo>
                <a:lnTo>
                  <a:pt x="161238" y="129607"/>
                </a:lnTo>
                <a:lnTo>
                  <a:pt x="129612" y="161233"/>
                </a:lnTo>
                <a:lnTo>
                  <a:pt x="100929" y="195594"/>
                </a:lnTo>
                <a:lnTo>
                  <a:pt x="75397" y="232484"/>
                </a:lnTo>
                <a:lnTo>
                  <a:pt x="53224" y="271695"/>
                </a:lnTo>
                <a:lnTo>
                  <a:pt x="34617" y="313019"/>
                </a:lnTo>
                <a:lnTo>
                  <a:pt x="19783" y="356249"/>
                </a:lnTo>
                <a:lnTo>
                  <a:pt x="8931" y="401178"/>
                </a:lnTo>
                <a:lnTo>
                  <a:pt x="2267" y="447597"/>
                </a:lnTo>
                <a:lnTo>
                  <a:pt x="0" y="495300"/>
                </a:lnTo>
                <a:lnTo>
                  <a:pt x="2267" y="543002"/>
                </a:lnTo>
                <a:lnTo>
                  <a:pt x="8931" y="589421"/>
                </a:lnTo>
                <a:lnTo>
                  <a:pt x="19783" y="634350"/>
                </a:lnTo>
                <a:lnTo>
                  <a:pt x="34617" y="677580"/>
                </a:lnTo>
                <a:lnTo>
                  <a:pt x="53224" y="718904"/>
                </a:lnTo>
                <a:lnTo>
                  <a:pt x="75397" y="758115"/>
                </a:lnTo>
                <a:lnTo>
                  <a:pt x="100929" y="795005"/>
                </a:lnTo>
                <a:lnTo>
                  <a:pt x="129612" y="829366"/>
                </a:lnTo>
                <a:lnTo>
                  <a:pt x="161238" y="860992"/>
                </a:lnTo>
                <a:lnTo>
                  <a:pt x="195600" y="889674"/>
                </a:lnTo>
                <a:lnTo>
                  <a:pt x="232490" y="915205"/>
                </a:lnTo>
                <a:lnTo>
                  <a:pt x="271701" y="937377"/>
                </a:lnTo>
                <a:lnTo>
                  <a:pt x="313025" y="955984"/>
                </a:lnTo>
                <a:lnTo>
                  <a:pt x="356254" y="970817"/>
                </a:lnTo>
                <a:lnTo>
                  <a:pt x="401181" y="981669"/>
                </a:lnTo>
                <a:lnTo>
                  <a:pt x="447599" y="988332"/>
                </a:lnTo>
                <a:lnTo>
                  <a:pt x="495300" y="990600"/>
                </a:lnTo>
                <a:lnTo>
                  <a:pt x="543002" y="988332"/>
                </a:lnTo>
                <a:lnTo>
                  <a:pt x="589421" y="981669"/>
                </a:lnTo>
                <a:lnTo>
                  <a:pt x="634350" y="970817"/>
                </a:lnTo>
                <a:lnTo>
                  <a:pt x="677580" y="955984"/>
                </a:lnTo>
                <a:lnTo>
                  <a:pt x="718904" y="937377"/>
                </a:lnTo>
                <a:lnTo>
                  <a:pt x="758115" y="915205"/>
                </a:lnTo>
                <a:lnTo>
                  <a:pt x="795005" y="889674"/>
                </a:lnTo>
                <a:lnTo>
                  <a:pt x="829366" y="860992"/>
                </a:lnTo>
                <a:lnTo>
                  <a:pt x="860992" y="829366"/>
                </a:lnTo>
                <a:lnTo>
                  <a:pt x="889674" y="795005"/>
                </a:lnTo>
                <a:lnTo>
                  <a:pt x="915205" y="758115"/>
                </a:lnTo>
                <a:lnTo>
                  <a:pt x="937377" y="718904"/>
                </a:lnTo>
                <a:lnTo>
                  <a:pt x="955984" y="677580"/>
                </a:lnTo>
                <a:lnTo>
                  <a:pt x="970817" y="634350"/>
                </a:lnTo>
                <a:lnTo>
                  <a:pt x="981669" y="589421"/>
                </a:lnTo>
                <a:lnTo>
                  <a:pt x="988332" y="543002"/>
                </a:lnTo>
                <a:lnTo>
                  <a:pt x="990600" y="495300"/>
                </a:lnTo>
                <a:lnTo>
                  <a:pt x="988332" y="447597"/>
                </a:lnTo>
                <a:lnTo>
                  <a:pt x="981669" y="401178"/>
                </a:lnTo>
                <a:lnTo>
                  <a:pt x="970817" y="356249"/>
                </a:lnTo>
                <a:lnTo>
                  <a:pt x="955984" y="313019"/>
                </a:lnTo>
                <a:lnTo>
                  <a:pt x="937377" y="271695"/>
                </a:lnTo>
                <a:lnTo>
                  <a:pt x="915205" y="232484"/>
                </a:lnTo>
                <a:lnTo>
                  <a:pt x="889674" y="195594"/>
                </a:lnTo>
                <a:lnTo>
                  <a:pt x="860992" y="161233"/>
                </a:lnTo>
                <a:lnTo>
                  <a:pt x="829366" y="129607"/>
                </a:lnTo>
                <a:lnTo>
                  <a:pt x="795005" y="100925"/>
                </a:lnTo>
                <a:lnTo>
                  <a:pt x="758115" y="75394"/>
                </a:lnTo>
                <a:lnTo>
                  <a:pt x="718904" y="53222"/>
                </a:lnTo>
                <a:lnTo>
                  <a:pt x="677580" y="34615"/>
                </a:lnTo>
                <a:lnTo>
                  <a:pt x="634350" y="19782"/>
                </a:lnTo>
                <a:lnTo>
                  <a:pt x="589421" y="8930"/>
                </a:lnTo>
                <a:lnTo>
                  <a:pt x="543002" y="2267"/>
                </a:lnTo>
                <a:lnTo>
                  <a:pt x="495300" y="0"/>
                </a:lnTo>
                <a:close/>
              </a:path>
            </a:pathLst>
          </a:custGeom>
          <a:solidFill>
            <a:srgbClr val="FC61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985837" y="3319398"/>
            <a:ext cx="505459" cy="543560"/>
          </a:xfrm>
          <a:custGeom>
            <a:avLst/>
            <a:gdLst/>
            <a:ahLst/>
            <a:cxnLst/>
            <a:rect l="l" t="t" r="r" b="b"/>
            <a:pathLst>
              <a:path w="505459" h="543560">
                <a:moveTo>
                  <a:pt x="252412" y="0"/>
                </a:moveTo>
                <a:lnTo>
                  <a:pt x="207039" y="4373"/>
                </a:lnTo>
                <a:lnTo>
                  <a:pt x="164335" y="16984"/>
                </a:lnTo>
                <a:lnTo>
                  <a:pt x="125013" y="37065"/>
                </a:lnTo>
                <a:lnTo>
                  <a:pt x="89784" y="63850"/>
                </a:lnTo>
                <a:lnTo>
                  <a:pt x="59362" y="96574"/>
                </a:lnTo>
                <a:lnTo>
                  <a:pt x="34460" y="134469"/>
                </a:lnTo>
                <a:lnTo>
                  <a:pt x="15791" y="176770"/>
                </a:lnTo>
                <a:lnTo>
                  <a:pt x="4066" y="222711"/>
                </a:lnTo>
                <a:lnTo>
                  <a:pt x="0" y="271525"/>
                </a:lnTo>
                <a:lnTo>
                  <a:pt x="4066" y="320340"/>
                </a:lnTo>
                <a:lnTo>
                  <a:pt x="15791" y="366281"/>
                </a:lnTo>
                <a:lnTo>
                  <a:pt x="34460" y="408582"/>
                </a:lnTo>
                <a:lnTo>
                  <a:pt x="59362" y="446477"/>
                </a:lnTo>
                <a:lnTo>
                  <a:pt x="89784" y="479201"/>
                </a:lnTo>
                <a:lnTo>
                  <a:pt x="125013" y="505986"/>
                </a:lnTo>
                <a:lnTo>
                  <a:pt x="164335" y="526067"/>
                </a:lnTo>
                <a:lnTo>
                  <a:pt x="207039" y="538678"/>
                </a:lnTo>
                <a:lnTo>
                  <a:pt x="252412" y="543051"/>
                </a:lnTo>
                <a:lnTo>
                  <a:pt x="297797" y="538678"/>
                </a:lnTo>
                <a:lnTo>
                  <a:pt x="340512" y="526067"/>
                </a:lnTo>
                <a:lnTo>
                  <a:pt x="379845" y="505986"/>
                </a:lnTo>
                <a:lnTo>
                  <a:pt x="415082" y="479201"/>
                </a:lnTo>
                <a:lnTo>
                  <a:pt x="445511" y="446477"/>
                </a:lnTo>
                <a:lnTo>
                  <a:pt x="470419" y="408582"/>
                </a:lnTo>
                <a:lnTo>
                  <a:pt x="489093" y="366281"/>
                </a:lnTo>
                <a:lnTo>
                  <a:pt x="500821" y="320340"/>
                </a:lnTo>
                <a:lnTo>
                  <a:pt x="504888" y="271525"/>
                </a:lnTo>
                <a:lnTo>
                  <a:pt x="500821" y="222711"/>
                </a:lnTo>
                <a:lnTo>
                  <a:pt x="489093" y="176770"/>
                </a:lnTo>
                <a:lnTo>
                  <a:pt x="470419" y="134469"/>
                </a:lnTo>
                <a:lnTo>
                  <a:pt x="445511" y="96574"/>
                </a:lnTo>
                <a:lnTo>
                  <a:pt x="415082" y="63850"/>
                </a:lnTo>
                <a:lnTo>
                  <a:pt x="379845" y="37065"/>
                </a:lnTo>
                <a:lnTo>
                  <a:pt x="340512" y="16984"/>
                </a:lnTo>
                <a:lnTo>
                  <a:pt x="297797" y="4373"/>
                </a:lnTo>
                <a:lnTo>
                  <a:pt x="252412" y="0"/>
                </a:lnTo>
                <a:close/>
              </a:path>
            </a:pathLst>
          </a:custGeom>
          <a:ln w="952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985837" y="1985898"/>
            <a:ext cx="505459" cy="542925"/>
          </a:xfrm>
          <a:custGeom>
            <a:avLst/>
            <a:gdLst/>
            <a:ahLst/>
            <a:cxnLst/>
            <a:rect l="l" t="t" r="r" b="b"/>
            <a:pathLst>
              <a:path w="505459" h="542925">
                <a:moveTo>
                  <a:pt x="252412" y="0"/>
                </a:moveTo>
                <a:lnTo>
                  <a:pt x="207039" y="4373"/>
                </a:lnTo>
                <a:lnTo>
                  <a:pt x="164335" y="16984"/>
                </a:lnTo>
                <a:lnTo>
                  <a:pt x="125013" y="37065"/>
                </a:lnTo>
                <a:lnTo>
                  <a:pt x="89784" y="63850"/>
                </a:lnTo>
                <a:lnTo>
                  <a:pt x="59362" y="96574"/>
                </a:lnTo>
                <a:lnTo>
                  <a:pt x="34460" y="134469"/>
                </a:lnTo>
                <a:lnTo>
                  <a:pt x="15791" y="176770"/>
                </a:lnTo>
                <a:lnTo>
                  <a:pt x="4066" y="222711"/>
                </a:lnTo>
                <a:lnTo>
                  <a:pt x="0" y="271525"/>
                </a:lnTo>
                <a:lnTo>
                  <a:pt x="4066" y="320335"/>
                </a:lnTo>
                <a:lnTo>
                  <a:pt x="15791" y="366265"/>
                </a:lnTo>
                <a:lnTo>
                  <a:pt x="34460" y="408549"/>
                </a:lnTo>
                <a:lnTo>
                  <a:pt x="59362" y="446425"/>
                </a:lnTo>
                <a:lnTo>
                  <a:pt x="89784" y="479127"/>
                </a:lnTo>
                <a:lnTo>
                  <a:pt x="125013" y="505892"/>
                </a:lnTo>
                <a:lnTo>
                  <a:pt x="164335" y="525956"/>
                </a:lnTo>
                <a:lnTo>
                  <a:pt x="207039" y="538555"/>
                </a:lnTo>
                <a:lnTo>
                  <a:pt x="252412" y="542925"/>
                </a:lnTo>
                <a:lnTo>
                  <a:pt x="297797" y="538555"/>
                </a:lnTo>
                <a:lnTo>
                  <a:pt x="340512" y="525956"/>
                </a:lnTo>
                <a:lnTo>
                  <a:pt x="379845" y="505892"/>
                </a:lnTo>
                <a:lnTo>
                  <a:pt x="415082" y="479127"/>
                </a:lnTo>
                <a:lnTo>
                  <a:pt x="445511" y="446425"/>
                </a:lnTo>
                <a:lnTo>
                  <a:pt x="470419" y="408549"/>
                </a:lnTo>
                <a:lnTo>
                  <a:pt x="489093" y="366265"/>
                </a:lnTo>
                <a:lnTo>
                  <a:pt x="500821" y="320335"/>
                </a:lnTo>
                <a:lnTo>
                  <a:pt x="504888" y="271525"/>
                </a:lnTo>
                <a:lnTo>
                  <a:pt x="500821" y="222711"/>
                </a:lnTo>
                <a:lnTo>
                  <a:pt x="489093" y="176770"/>
                </a:lnTo>
                <a:lnTo>
                  <a:pt x="470419" y="134469"/>
                </a:lnTo>
                <a:lnTo>
                  <a:pt x="445511" y="96574"/>
                </a:lnTo>
                <a:lnTo>
                  <a:pt x="415082" y="63850"/>
                </a:lnTo>
                <a:lnTo>
                  <a:pt x="379845" y="37065"/>
                </a:lnTo>
                <a:lnTo>
                  <a:pt x="340512" y="16984"/>
                </a:lnTo>
                <a:lnTo>
                  <a:pt x="297797" y="4373"/>
                </a:lnTo>
                <a:lnTo>
                  <a:pt x="252412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985837" y="3986276"/>
            <a:ext cx="505459" cy="542925"/>
          </a:xfrm>
          <a:custGeom>
            <a:avLst/>
            <a:gdLst/>
            <a:ahLst/>
            <a:cxnLst/>
            <a:rect l="l" t="t" r="r" b="b"/>
            <a:pathLst>
              <a:path w="505459" h="542925">
                <a:moveTo>
                  <a:pt x="252412" y="0"/>
                </a:moveTo>
                <a:lnTo>
                  <a:pt x="207039" y="4369"/>
                </a:lnTo>
                <a:lnTo>
                  <a:pt x="164335" y="16968"/>
                </a:lnTo>
                <a:lnTo>
                  <a:pt x="125013" y="37032"/>
                </a:lnTo>
                <a:lnTo>
                  <a:pt x="89784" y="63797"/>
                </a:lnTo>
                <a:lnTo>
                  <a:pt x="59362" y="96499"/>
                </a:lnTo>
                <a:lnTo>
                  <a:pt x="34460" y="134375"/>
                </a:lnTo>
                <a:lnTo>
                  <a:pt x="15791" y="176659"/>
                </a:lnTo>
                <a:lnTo>
                  <a:pt x="4066" y="222589"/>
                </a:lnTo>
                <a:lnTo>
                  <a:pt x="0" y="271399"/>
                </a:lnTo>
                <a:lnTo>
                  <a:pt x="4066" y="320213"/>
                </a:lnTo>
                <a:lnTo>
                  <a:pt x="15791" y="366154"/>
                </a:lnTo>
                <a:lnTo>
                  <a:pt x="34460" y="408455"/>
                </a:lnTo>
                <a:lnTo>
                  <a:pt x="59362" y="446350"/>
                </a:lnTo>
                <a:lnTo>
                  <a:pt x="89784" y="479074"/>
                </a:lnTo>
                <a:lnTo>
                  <a:pt x="125013" y="505859"/>
                </a:lnTo>
                <a:lnTo>
                  <a:pt x="164335" y="525940"/>
                </a:lnTo>
                <a:lnTo>
                  <a:pt x="207039" y="538551"/>
                </a:lnTo>
                <a:lnTo>
                  <a:pt x="252412" y="542925"/>
                </a:lnTo>
                <a:lnTo>
                  <a:pt x="297797" y="538551"/>
                </a:lnTo>
                <a:lnTo>
                  <a:pt x="340512" y="525940"/>
                </a:lnTo>
                <a:lnTo>
                  <a:pt x="379845" y="505859"/>
                </a:lnTo>
                <a:lnTo>
                  <a:pt x="415082" y="479074"/>
                </a:lnTo>
                <a:lnTo>
                  <a:pt x="445511" y="446350"/>
                </a:lnTo>
                <a:lnTo>
                  <a:pt x="470419" y="408455"/>
                </a:lnTo>
                <a:lnTo>
                  <a:pt x="489093" y="366154"/>
                </a:lnTo>
                <a:lnTo>
                  <a:pt x="500821" y="320213"/>
                </a:lnTo>
                <a:lnTo>
                  <a:pt x="504888" y="271399"/>
                </a:lnTo>
                <a:lnTo>
                  <a:pt x="500821" y="222589"/>
                </a:lnTo>
                <a:lnTo>
                  <a:pt x="489093" y="176659"/>
                </a:lnTo>
                <a:lnTo>
                  <a:pt x="470419" y="134375"/>
                </a:lnTo>
                <a:lnTo>
                  <a:pt x="445511" y="96499"/>
                </a:lnTo>
                <a:lnTo>
                  <a:pt x="415082" y="63797"/>
                </a:lnTo>
                <a:lnTo>
                  <a:pt x="379845" y="37032"/>
                </a:lnTo>
                <a:lnTo>
                  <a:pt x="340512" y="16968"/>
                </a:lnTo>
                <a:lnTo>
                  <a:pt x="297797" y="4369"/>
                </a:lnTo>
                <a:lnTo>
                  <a:pt x="252412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985837" y="2652776"/>
            <a:ext cx="505459" cy="542925"/>
          </a:xfrm>
          <a:custGeom>
            <a:avLst/>
            <a:gdLst/>
            <a:ahLst/>
            <a:cxnLst/>
            <a:rect l="l" t="t" r="r" b="b"/>
            <a:pathLst>
              <a:path w="505459" h="542925">
                <a:moveTo>
                  <a:pt x="252412" y="0"/>
                </a:moveTo>
                <a:lnTo>
                  <a:pt x="207039" y="4369"/>
                </a:lnTo>
                <a:lnTo>
                  <a:pt x="164335" y="16968"/>
                </a:lnTo>
                <a:lnTo>
                  <a:pt x="125013" y="37032"/>
                </a:lnTo>
                <a:lnTo>
                  <a:pt x="89784" y="63797"/>
                </a:lnTo>
                <a:lnTo>
                  <a:pt x="59362" y="96499"/>
                </a:lnTo>
                <a:lnTo>
                  <a:pt x="34460" y="134375"/>
                </a:lnTo>
                <a:lnTo>
                  <a:pt x="15791" y="176659"/>
                </a:lnTo>
                <a:lnTo>
                  <a:pt x="4066" y="222589"/>
                </a:lnTo>
                <a:lnTo>
                  <a:pt x="0" y="271399"/>
                </a:lnTo>
                <a:lnTo>
                  <a:pt x="4066" y="320213"/>
                </a:lnTo>
                <a:lnTo>
                  <a:pt x="15791" y="366154"/>
                </a:lnTo>
                <a:lnTo>
                  <a:pt x="34460" y="408455"/>
                </a:lnTo>
                <a:lnTo>
                  <a:pt x="59362" y="446350"/>
                </a:lnTo>
                <a:lnTo>
                  <a:pt x="89784" y="479074"/>
                </a:lnTo>
                <a:lnTo>
                  <a:pt x="125013" y="505859"/>
                </a:lnTo>
                <a:lnTo>
                  <a:pt x="164335" y="525940"/>
                </a:lnTo>
                <a:lnTo>
                  <a:pt x="207039" y="538551"/>
                </a:lnTo>
                <a:lnTo>
                  <a:pt x="252412" y="542925"/>
                </a:lnTo>
                <a:lnTo>
                  <a:pt x="297797" y="538551"/>
                </a:lnTo>
                <a:lnTo>
                  <a:pt x="340512" y="525940"/>
                </a:lnTo>
                <a:lnTo>
                  <a:pt x="379845" y="505859"/>
                </a:lnTo>
                <a:lnTo>
                  <a:pt x="415082" y="479074"/>
                </a:lnTo>
                <a:lnTo>
                  <a:pt x="445511" y="446350"/>
                </a:lnTo>
                <a:lnTo>
                  <a:pt x="470419" y="408455"/>
                </a:lnTo>
                <a:lnTo>
                  <a:pt x="489093" y="366154"/>
                </a:lnTo>
                <a:lnTo>
                  <a:pt x="500821" y="320213"/>
                </a:lnTo>
                <a:lnTo>
                  <a:pt x="504888" y="271399"/>
                </a:lnTo>
                <a:lnTo>
                  <a:pt x="500821" y="222589"/>
                </a:lnTo>
                <a:lnTo>
                  <a:pt x="489093" y="176659"/>
                </a:lnTo>
                <a:lnTo>
                  <a:pt x="470419" y="134375"/>
                </a:lnTo>
                <a:lnTo>
                  <a:pt x="445511" y="96499"/>
                </a:lnTo>
                <a:lnTo>
                  <a:pt x="415082" y="63797"/>
                </a:lnTo>
                <a:lnTo>
                  <a:pt x="379845" y="37032"/>
                </a:lnTo>
                <a:lnTo>
                  <a:pt x="340512" y="16968"/>
                </a:lnTo>
                <a:lnTo>
                  <a:pt x="297797" y="4369"/>
                </a:lnTo>
                <a:lnTo>
                  <a:pt x="252412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985837" y="5319776"/>
            <a:ext cx="505459" cy="542925"/>
          </a:xfrm>
          <a:custGeom>
            <a:avLst/>
            <a:gdLst/>
            <a:ahLst/>
            <a:cxnLst/>
            <a:rect l="l" t="t" r="r" b="b"/>
            <a:pathLst>
              <a:path w="505459" h="542925">
                <a:moveTo>
                  <a:pt x="252412" y="0"/>
                </a:moveTo>
                <a:lnTo>
                  <a:pt x="207039" y="4369"/>
                </a:lnTo>
                <a:lnTo>
                  <a:pt x="164335" y="16968"/>
                </a:lnTo>
                <a:lnTo>
                  <a:pt x="125013" y="37032"/>
                </a:lnTo>
                <a:lnTo>
                  <a:pt x="89784" y="63797"/>
                </a:lnTo>
                <a:lnTo>
                  <a:pt x="59362" y="96499"/>
                </a:lnTo>
                <a:lnTo>
                  <a:pt x="34460" y="134375"/>
                </a:lnTo>
                <a:lnTo>
                  <a:pt x="15791" y="176659"/>
                </a:lnTo>
                <a:lnTo>
                  <a:pt x="4066" y="222589"/>
                </a:lnTo>
                <a:lnTo>
                  <a:pt x="0" y="271399"/>
                </a:lnTo>
                <a:lnTo>
                  <a:pt x="4066" y="320213"/>
                </a:lnTo>
                <a:lnTo>
                  <a:pt x="15791" y="366154"/>
                </a:lnTo>
                <a:lnTo>
                  <a:pt x="34460" y="408455"/>
                </a:lnTo>
                <a:lnTo>
                  <a:pt x="59362" y="446350"/>
                </a:lnTo>
                <a:lnTo>
                  <a:pt x="89784" y="479074"/>
                </a:lnTo>
                <a:lnTo>
                  <a:pt x="125013" y="505859"/>
                </a:lnTo>
                <a:lnTo>
                  <a:pt x="164335" y="525940"/>
                </a:lnTo>
                <a:lnTo>
                  <a:pt x="207039" y="538551"/>
                </a:lnTo>
                <a:lnTo>
                  <a:pt x="252412" y="542925"/>
                </a:lnTo>
                <a:lnTo>
                  <a:pt x="297797" y="538551"/>
                </a:lnTo>
                <a:lnTo>
                  <a:pt x="340512" y="525940"/>
                </a:lnTo>
                <a:lnTo>
                  <a:pt x="379845" y="505859"/>
                </a:lnTo>
                <a:lnTo>
                  <a:pt x="415082" y="479074"/>
                </a:lnTo>
                <a:lnTo>
                  <a:pt x="445511" y="446350"/>
                </a:lnTo>
                <a:lnTo>
                  <a:pt x="470419" y="408455"/>
                </a:lnTo>
                <a:lnTo>
                  <a:pt x="489093" y="366154"/>
                </a:lnTo>
                <a:lnTo>
                  <a:pt x="500821" y="320213"/>
                </a:lnTo>
                <a:lnTo>
                  <a:pt x="504888" y="271399"/>
                </a:lnTo>
                <a:lnTo>
                  <a:pt x="500821" y="222589"/>
                </a:lnTo>
                <a:lnTo>
                  <a:pt x="489093" y="176659"/>
                </a:lnTo>
                <a:lnTo>
                  <a:pt x="470419" y="134375"/>
                </a:lnTo>
                <a:lnTo>
                  <a:pt x="445511" y="96499"/>
                </a:lnTo>
                <a:lnTo>
                  <a:pt x="415082" y="63797"/>
                </a:lnTo>
                <a:lnTo>
                  <a:pt x="379845" y="37032"/>
                </a:lnTo>
                <a:lnTo>
                  <a:pt x="340512" y="16968"/>
                </a:lnTo>
                <a:lnTo>
                  <a:pt x="297797" y="4369"/>
                </a:lnTo>
                <a:lnTo>
                  <a:pt x="252412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985837" y="4653026"/>
            <a:ext cx="505459" cy="542925"/>
          </a:xfrm>
          <a:custGeom>
            <a:avLst/>
            <a:gdLst/>
            <a:ahLst/>
            <a:cxnLst/>
            <a:rect l="l" t="t" r="r" b="b"/>
            <a:pathLst>
              <a:path w="505459" h="542925">
                <a:moveTo>
                  <a:pt x="252412" y="0"/>
                </a:moveTo>
                <a:lnTo>
                  <a:pt x="207039" y="4369"/>
                </a:lnTo>
                <a:lnTo>
                  <a:pt x="164335" y="16968"/>
                </a:lnTo>
                <a:lnTo>
                  <a:pt x="125013" y="37032"/>
                </a:lnTo>
                <a:lnTo>
                  <a:pt x="89784" y="63797"/>
                </a:lnTo>
                <a:lnTo>
                  <a:pt x="59362" y="96499"/>
                </a:lnTo>
                <a:lnTo>
                  <a:pt x="34460" y="134375"/>
                </a:lnTo>
                <a:lnTo>
                  <a:pt x="15791" y="176659"/>
                </a:lnTo>
                <a:lnTo>
                  <a:pt x="4066" y="222589"/>
                </a:lnTo>
                <a:lnTo>
                  <a:pt x="0" y="271399"/>
                </a:lnTo>
                <a:lnTo>
                  <a:pt x="4066" y="320213"/>
                </a:lnTo>
                <a:lnTo>
                  <a:pt x="15791" y="366154"/>
                </a:lnTo>
                <a:lnTo>
                  <a:pt x="34460" y="408455"/>
                </a:lnTo>
                <a:lnTo>
                  <a:pt x="59362" y="446350"/>
                </a:lnTo>
                <a:lnTo>
                  <a:pt x="89784" y="479074"/>
                </a:lnTo>
                <a:lnTo>
                  <a:pt x="125013" y="505859"/>
                </a:lnTo>
                <a:lnTo>
                  <a:pt x="164335" y="525940"/>
                </a:lnTo>
                <a:lnTo>
                  <a:pt x="207039" y="538551"/>
                </a:lnTo>
                <a:lnTo>
                  <a:pt x="252412" y="542925"/>
                </a:lnTo>
                <a:lnTo>
                  <a:pt x="297797" y="538551"/>
                </a:lnTo>
                <a:lnTo>
                  <a:pt x="340512" y="525940"/>
                </a:lnTo>
                <a:lnTo>
                  <a:pt x="379845" y="505859"/>
                </a:lnTo>
                <a:lnTo>
                  <a:pt x="415082" y="479074"/>
                </a:lnTo>
                <a:lnTo>
                  <a:pt x="445511" y="446350"/>
                </a:lnTo>
                <a:lnTo>
                  <a:pt x="470419" y="408455"/>
                </a:lnTo>
                <a:lnTo>
                  <a:pt x="489093" y="366154"/>
                </a:lnTo>
                <a:lnTo>
                  <a:pt x="500821" y="320213"/>
                </a:lnTo>
                <a:lnTo>
                  <a:pt x="504888" y="271399"/>
                </a:lnTo>
                <a:lnTo>
                  <a:pt x="500821" y="222589"/>
                </a:lnTo>
                <a:lnTo>
                  <a:pt x="489093" y="176659"/>
                </a:lnTo>
                <a:lnTo>
                  <a:pt x="470419" y="134375"/>
                </a:lnTo>
                <a:lnTo>
                  <a:pt x="445511" y="96499"/>
                </a:lnTo>
                <a:lnTo>
                  <a:pt x="415082" y="63797"/>
                </a:lnTo>
                <a:lnTo>
                  <a:pt x="379845" y="37032"/>
                </a:lnTo>
                <a:lnTo>
                  <a:pt x="340512" y="16968"/>
                </a:lnTo>
                <a:lnTo>
                  <a:pt x="297797" y="4369"/>
                </a:lnTo>
                <a:lnTo>
                  <a:pt x="252412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985837" y="5986526"/>
            <a:ext cx="505459" cy="552450"/>
          </a:xfrm>
          <a:custGeom>
            <a:avLst/>
            <a:gdLst/>
            <a:ahLst/>
            <a:cxnLst/>
            <a:rect l="l" t="t" r="r" b="b"/>
            <a:pathLst>
              <a:path w="505459" h="552450">
                <a:moveTo>
                  <a:pt x="252412" y="0"/>
                </a:moveTo>
                <a:lnTo>
                  <a:pt x="207039" y="4446"/>
                </a:lnTo>
                <a:lnTo>
                  <a:pt x="164335" y="17268"/>
                </a:lnTo>
                <a:lnTo>
                  <a:pt x="125013" y="37686"/>
                </a:lnTo>
                <a:lnTo>
                  <a:pt x="89784" y="64920"/>
                </a:lnTo>
                <a:lnTo>
                  <a:pt x="59362" y="98194"/>
                </a:lnTo>
                <a:lnTo>
                  <a:pt x="34460" y="136727"/>
                </a:lnTo>
                <a:lnTo>
                  <a:pt x="15791" y="179741"/>
                </a:lnTo>
                <a:lnTo>
                  <a:pt x="4066" y="226457"/>
                </a:lnTo>
                <a:lnTo>
                  <a:pt x="0" y="276098"/>
                </a:lnTo>
                <a:lnTo>
                  <a:pt x="4066" y="325775"/>
                </a:lnTo>
                <a:lnTo>
                  <a:pt x="15791" y="372521"/>
                </a:lnTo>
                <a:lnTo>
                  <a:pt x="34460" y="415558"/>
                </a:lnTo>
                <a:lnTo>
                  <a:pt x="59362" y="454107"/>
                </a:lnTo>
                <a:lnTo>
                  <a:pt x="89784" y="487390"/>
                </a:lnTo>
                <a:lnTo>
                  <a:pt x="125013" y="514632"/>
                </a:lnTo>
                <a:lnTo>
                  <a:pt x="164335" y="535053"/>
                </a:lnTo>
                <a:lnTo>
                  <a:pt x="207039" y="547875"/>
                </a:lnTo>
                <a:lnTo>
                  <a:pt x="252412" y="552323"/>
                </a:lnTo>
                <a:lnTo>
                  <a:pt x="297797" y="547875"/>
                </a:lnTo>
                <a:lnTo>
                  <a:pt x="340512" y="535053"/>
                </a:lnTo>
                <a:lnTo>
                  <a:pt x="379845" y="514632"/>
                </a:lnTo>
                <a:lnTo>
                  <a:pt x="415082" y="487390"/>
                </a:lnTo>
                <a:lnTo>
                  <a:pt x="445511" y="454107"/>
                </a:lnTo>
                <a:lnTo>
                  <a:pt x="470419" y="415558"/>
                </a:lnTo>
                <a:lnTo>
                  <a:pt x="489093" y="372521"/>
                </a:lnTo>
                <a:lnTo>
                  <a:pt x="500821" y="325775"/>
                </a:lnTo>
                <a:lnTo>
                  <a:pt x="504888" y="276098"/>
                </a:lnTo>
                <a:lnTo>
                  <a:pt x="500821" y="226457"/>
                </a:lnTo>
                <a:lnTo>
                  <a:pt x="489093" y="179741"/>
                </a:lnTo>
                <a:lnTo>
                  <a:pt x="470419" y="136727"/>
                </a:lnTo>
                <a:lnTo>
                  <a:pt x="445511" y="98194"/>
                </a:lnTo>
                <a:lnTo>
                  <a:pt x="415082" y="64920"/>
                </a:lnTo>
                <a:lnTo>
                  <a:pt x="379845" y="37686"/>
                </a:lnTo>
                <a:lnTo>
                  <a:pt x="340512" y="17268"/>
                </a:lnTo>
                <a:lnTo>
                  <a:pt x="297797" y="4446"/>
                </a:lnTo>
                <a:lnTo>
                  <a:pt x="252412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874394" y="2103691"/>
            <a:ext cx="713105" cy="52368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4445" algn="ctr">
              <a:lnSpc>
                <a:spcPct val="100000"/>
              </a:lnSpc>
              <a:spcBef>
                <a:spcPts val="125"/>
              </a:spcBef>
            </a:pPr>
            <a:r>
              <a:rPr sz="1700" b="1" i="1" spc="-310" dirty="0">
                <a:solidFill>
                  <a:srgbClr val="181818"/>
                </a:solidFill>
                <a:latin typeface="Trebuchet MS"/>
                <a:cs typeface="Trebuchet MS"/>
              </a:rPr>
              <a:t>1</a:t>
            </a:r>
            <a:endParaRPr sz="17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235"/>
              </a:spcBef>
            </a:pPr>
            <a:endParaRPr sz="1700">
              <a:latin typeface="Trebuchet MS"/>
              <a:cs typeface="Trebuchet MS"/>
            </a:endParaRPr>
          </a:p>
          <a:p>
            <a:pPr marL="4445" algn="ctr">
              <a:lnSpc>
                <a:spcPct val="100000"/>
              </a:lnSpc>
            </a:pPr>
            <a:r>
              <a:rPr sz="1700" b="1" i="1" spc="10" dirty="0">
                <a:solidFill>
                  <a:srgbClr val="181818"/>
                </a:solidFill>
                <a:latin typeface="Trebuchet MS"/>
                <a:cs typeface="Trebuchet MS"/>
              </a:rPr>
              <a:t>2</a:t>
            </a:r>
            <a:endParaRPr sz="17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250"/>
              </a:spcBef>
            </a:pPr>
            <a:endParaRPr sz="1700">
              <a:latin typeface="Trebuchet MS"/>
              <a:cs typeface="Trebuchet MS"/>
            </a:endParaRPr>
          </a:p>
          <a:p>
            <a:pPr marL="5080" algn="ctr">
              <a:lnSpc>
                <a:spcPct val="100000"/>
              </a:lnSpc>
            </a:pPr>
            <a:r>
              <a:rPr sz="1700" b="1" i="1" spc="-50" dirty="0">
                <a:solidFill>
                  <a:srgbClr val="181818"/>
                </a:solidFill>
                <a:latin typeface="Trebuchet MS"/>
                <a:cs typeface="Trebuchet MS"/>
              </a:rPr>
              <a:t>3</a:t>
            </a:r>
            <a:endParaRPr sz="17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245"/>
              </a:spcBef>
            </a:pPr>
            <a:endParaRPr sz="1700">
              <a:latin typeface="Trebuchet MS"/>
              <a:cs typeface="Trebuchet MS"/>
            </a:endParaRPr>
          </a:p>
          <a:p>
            <a:pPr marL="4445" algn="ctr">
              <a:lnSpc>
                <a:spcPct val="100000"/>
              </a:lnSpc>
            </a:pPr>
            <a:r>
              <a:rPr sz="1700" b="1" i="1" spc="80" dirty="0">
                <a:solidFill>
                  <a:srgbClr val="181818"/>
                </a:solidFill>
                <a:latin typeface="Trebuchet MS"/>
                <a:cs typeface="Trebuchet MS"/>
              </a:rPr>
              <a:t>4</a:t>
            </a:r>
            <a:endParaRPr sz="17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245"/>
              </a:spcBef>
            </a:pPr>
            <a:endParaRPr sz="1700">
              <a:latin typeface="Trebuchet MS"/>
              <a:cs typeface="Trebuchet MS"/>
            </a:endParaRPr>
          </a:p>
          <a:p>
            <a:pPr marL="4445" algn="ctr">
              <a:lnSpc>
                <a:spcPct val="100000"/>
              </a:lnSpc>
              <a:spcBef>
                <a:spcPts val="5"/>
              </a:spcBef>
            </a:pPr>
            <a:r>
              <a:rPr sz="1700" b="1" i="1" dirty="0">
                <a:solidFill>
                  <a:srgbClr val="181818"/>
                </a:solidFill>
                <a:latin typeface="Trebuchet MS"/>
                <a:cs typeface="Trebuchet MS"/>
              </a:rPr>
              <a:t>5</a:t>
            </a:r>
            <a:endParaRPr sz="17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245"/>
              </a:spcBef>
            </a:pPr>
            <a:endParaRPr sz="1700">
              <a:latin typeface="Trebuchet MS"/>
              <a:cs typeface="Trebuchet MS"/>
            </a:endParaRPr>
          </a:p>
          <a:p>
            <a:pPr marL="5715" algn="ctr">
              <a:lnSpc>
                <a:spcPct val="100000"/>
              </a:lnSpc>
            </a:pPr>
            <a:r>
              <a:rPr sz="1700" b="1" i="1" spc="60" dirty="0">
                <a:solidFill>
                  <a:srgbClr val="181818"/>
                </a:solidFill>
                <a:latin typeface="Trebuchet MS"/>
                <a:cs typeface="Trebuchet MS"/>
              </a:rPr>
              <a:t>6</a:t>
            </a:r>
            <a:endParaRPr sz="17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250"/>
              </a:spcBef>
            </a:pPr>
            <a:endParaRPr sz="1700">
              <a:latin typeface="Trebuchet MS"/>
              <a:cs typeface="Trebuchet MS"/>
            </a:endParaRPr>
          </a:p>
          <a:p>
            <a:pPr marL="4445" algn="ctr">
              <a:lnSpc>
                <a:spcPct val="100000"/>
              </a:lnSpc>
            </a:pPr>
            <a:r>
              <a:rPr sz="1700" b="1" i="1" dirty="0">
                <a:solidFill>
                  <a:srgbClr val="181818"/>
                </a:solidFill>
                <a:latin typeface="Trebuchet MS"/>
                <a:cs typeface="Trebuchet MS"/>
              </a:rPr>
              <a:t>7</a:t>
            </a:r>
            <a:endParaRPr sz="17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</a:pPr>
            <a:endParaRPr sz="17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580"/>
              </a:spcBef>
            </a:pPr>
            <a:endParaRPr sz="1700">
              <a:latin typeface="Trebuchet MS"/>
              <a:cs typeface="Trebuchet MS"/>
            </a:endParaRPr>
          </a:p>
          <a:p>
            <a:pPr algn="ctr">
              <a:lnSpc>
                <a:spcPct val="100000"/>
              </a:lnSpc>
            </a:pPr>
            <a:r>
              <a:rPr sz="2400" b="1" i="1" spc="175" dirty="0">
                <a:solidFill>
                  <a:srgbClr val="001F5F"/>
                </a:solidFill>
                <a:latin typeface="Trebuchet MS"/>
                <a:cs typeface="Trebuchet MS"/>
              </a:rPr>
              <a:t>8(B)</a:t>
            </a:r>
            <a:endParaRPr sz="2400">
              <a:latin typeface="Trebuchet MS"/>
              <a:cs typeface="Trebuchet MS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985837" y="7767573"/>
            <a:ext cx="505459" cy="542925"/>
          </a:xfrm>
          <a:custGeom>
            <a:avLst/>
            <a:gdLst/>
            <a:ahLst/>
            <a:cxnLst/>
            <a:rect l="l" t="t" r="r" b="b"/>
            <a:pathLst>
              <a:path w="505459" h="542925">
                <a:moveTo>
                  <a:pt x="252412" y="0"/>
                </a:moveTo>
                <a:lnTo>
                  <a:pt x="207039" y="4373"/>
                </a:lnTo>
                <a:lnTo>
                  <a:pt x="164335" y="16984"/>
                </a:lnTo>
                <a:lnTo>
                  <a:pt x="125013" y="37065"/>
                </a:lnTo>
                <a:lnTo>
                  <a:pt x="89784" y="63850"/>
                </a:lnTo>
                <a:lnTo>
                  <a:pt x="59362" y="96574"/>
                </a:lnTo>
                <a:lnTo>
                  <a:pt x="34460" y="134469"/>
                </a:lnTo>
                <a:lnTo>
                  <a:pt x="15791" y="176770"/>
                </a:lnTo>
                <a:lnTo>
                  <a:pt x="4066" y="222711"/>
                </a:lnTo>
                <a:lnTo>
                  <a:pt x="0" y="271525"/>
                </a:lnTo>
                <a:lnTo>
                  <a:pt x="4066" y="320335"/>
                </a:lnTo>
                <a:lnTo>
                  <a:pt x="15791" y="366265"/>
                </a:lnTo>
                <a:lnTo>
                  <a:pt x="34460" y="408549"/>
                </a:lnTo>
                <a:lnTo>
                  <a:pt x="59362" y="446425"/>
                </a:lnTo>
                <a:lnTo>
                  <a:pt x="89784" y="479127"/>
                </a:lnTo>
                <a:lnTo>
                  <a:pt x="125013" y="505892"/>
                </a:lnTo>
                <a:lnTo>
                  <a:pt x="164335" y="525956"/>
                </a:lnTo>
                <a:lnTo>
                  <a:pt x="207039" y="538555"/>
                </a:lnTo>
                <a:lnTo>
                  <a:pt x="252412" y="542925"/>
                </a:lnTo>
                <a:lnTo>
                  <a:pt x="297797" y="538555"/>
                </a:lnTo>
                <a:lnTo>
                  <a:pt x="340512" y="525956"/>
                </a:lnTo>
                <a:lnTo>
                  <a:pt x="379845" y="505892"/>
                </a:lnTo>
                <a:lnTo>
                  <a:pt x="415082" y="479127"/>
                </a:lnTo>
                <a:lnTo>
                  <a:pt x="445511" y="446425"/>
                </a:lnTo>
                <a:lnTo>
                  <a:pt x="470419" y="408549"/>
                </a:lnTo>
                <a:lnTo>
                  <a:pt x="489093" y="366265"/>
                </a:lnTo>
                <a:lnTo>
                  <a:pt x="500821" y="320335"/>
                </a:lnTo>
                <a:lnTo>
                  <a:pt x="504888" y="271525"/>
                </a:lnTo>
                <a:lnTo>
                  <a:pt x="500821" y="222711"/>
                </a:lnTo>
                <a:lnTo>
                  <a:pt x="489093" y="176770"/>
                </a:lnTo>
                <a:lnTo>
                  <a:pt x="470419" y="134469"/>
                </a:lnTo>
                <a:lnTo>
                  <a:pt x="445511" y="96574"/>
                </a:lnTo>
                <a:lnTo>
                  <a:pt x="415082" y="63850"/>
                </a:lnTo>
                <a:lnTo>
                  <a:pt x="379845" y="37065"/>
                </a:lnTo>
                <a:lnTo>
                  <a:pt x="340512" y="16984"/>
                </a:lnTo>
                <a:lnTo>
                  <a:pt x="297797" y="4373"/>
                </a:lnTo>
                <a:lnTo>
                  <a:pt x="252412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1150619" y="7887652"/>
            <a:ext cx="167005" cy="2889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700" b="1" i="1" spc="60" dirty="0">
                <a:solidFill>
                  <a:srgbClr val="181818"/>
                </a:solidFill>
                <a:latin typeface="Trebuchet MS"/>
                <a:cs typeface="Trebuchet MS"/>
              </a:rPr>
              <a:t>9</a:t>
            </a:r>
            <a:endParaRPr sz="1700">
              <a:latin typeface="Trebuchet MS"/>
              <a:cs typeface="Trebuchet MS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16331437" y="1042689"/>
            <a:ext cx="914400" cy="211454"/>
          </a:xfrm>
          <a:custGeom>
            <a:avLst/>
            <a:gdLst/>
            <a:ahLst/>
            <a:cxnLst/>
            <a:rect l="l" t="t" r="r" b="b"/>
            <a:pathLst>
              <a:path w="914400" h="211455">
                <a:moveTo>
                  <a:pt x="114280" y="0"/>
                </a:moveTo>
                <a:lnTo>
                  <a:pt x="69787" y="8294"/>
                </a:lnTo>
                <a:lnTo>
                  <a:pt x="33462" y="30918"/>
                </a:lnTo>
                <a:lnTo>
                  <a:pt x="8977" y="64479"/>
                </a:lnTo>
                <a:lnTo>
                  <a:pt x="0" y="105589"/>
                </a:lnTo>
                <a:lnTo>
                  <a:pt x="8977" y="146699"/>
                </a:lnTo>
                <a:lnTo>
                  <a:pt x="33463" y="180261"/>
                </a:lnTo>
                <a:lnTo>
                  <a:pt x="69788" y="202884"/>
                </a:lnTo>
                <a:lnTo>
                  <a:pt x="114281" y="211178"/>
                </a:lnTo>
                <a:lnTo>
                  <a:pt x="158774" y="202884"/>
                </a:lnTo>
                <a:lnTo>
                  <a:pt x="195098" y="180261"/>
                </a:lnTo>
                <a:lnTo>
                  <a:pt x="219583" y="146699"/>
                </a:lnTo>
                <a:lnTo>
                  <a:pt x="228560" y="105589"/>
                </a:lnTo>
                <a:lnTo>
                  <a:pt x="219582" y="64479"/>
                </a:lnTo>
                <a:lnTo>
                  <a:pt x="195097" y="30918"/>
                </a:lnTo>
                <a:lnTo>
                  <a:pt x="158773" y="8294"/>
                </a:lnTo>
                <a:lnTo>
                  <a:pt x="114280" y="0"/>
                </a:lnTo>
                <a:close/>
              </a:path>
              <a:path w="914400" h="211455">
                <a:moveTo>
                  <a:pt x="799962" y="0"/>
                </a:moveTo>
                <a:lnTo>
                  <a:pt x="755461" y="8294"/>
                </a:lnTo>
                <a:lnTo>
                  <a:pt x="719138" y="30918"/>
                </a:lnTo>
                <a:lnTo>
                  <a:pt x="694658" y="64479"/>
                </a:lnTo>
                <a:lnTo>
                  <a:pt x="685684" y="105589"/>
                </a:lnTo>
                <a:lnTo>
                  <a:pt x="694658" y="146699"/>
                </a:lnTo>
                <a:lnTo>
                  <a:pt x="719139" y="180261"/>
                </a:lnTo>
                <a:lnTo>
                  <a:pt x="755462" y="202884"/>
                </a:lnTo>
                <a:lnTo>
                  <a:pt x="799963" y="211178"/>
                </a:lnTo>
                <a:lnTo>
                  <a:pt x="844448" y="202884"/>
                </a:lnTo>
                <a:lnTo>
                  <a:pt x="880773" y="180261"/>
                </a:lnTo>
                <a:lnTo>
                  <a:pt x="905262" y="146699"/>
                </a:lnTo>
                <a:lnTo>
                  <a:pt x="914242" y="105589"/>
                </a:lnTo>
                <a:lnTo>
                  <a:pt x="905262" y="64479"/>
                </a:lnTo>
                <a:lnTo>
                  <a:pt x="880772" y="30918"/>
                </a:lnTo>
                <a:lnTo>
                  <a:pt x="844447" y="8294"/>
                </a:lnTo>
                <a:lnTo>
                  <a:pt x="799962" y="0"/>
                </a:lnTo>
                <a:close/>
              </a:path>
              <a:path w="914400" h="211455">
                <a:moveTo>
                  <a:pt x="457125" y="0"/>
                </a:moveTo>
                <a:lnTo>
                  <a:pt x="412623" y="8294"/>
                </a:lnTo>
                <a:lnTo>
                  <a:pt x="376297" y="30918"/>
                </a:lnTo>
                <a:lnTo>
                  <a:pt x="351814" y="64479"/>
                </a:lnTo>
                <a:lnTo>
                  <a:pt x="342839" y="105589"/>
                </a:lnTo>
                <a:lnTo>
                  <a:pt x="351815" y="146699"/>
                </a:lnTo>
                <a:lnTo>
                  <a:pt x="376298" y="180261"/>
                </a:lnTo>
                <a:lnTo>
                  <a:pt x="412624" y="202884"/>
                </a:lnTo>
                <a:lnTo>
                  <a:pt x="457126" y="211178"/>
                </a:lnTo>
                <a:lnTo>
                  <a:pt x="501611" y="202884"/>
                </a:lnTo>
                <a:lnTo>
                  <a:pt x="537935" y="180261"/>
                </a:lnTo>
                <a:lnTo>
                  <a:pt x="562425" y="146699"/>
                </a:lnTo>
                <a:lnTo>
                  <a:pt x="571404" y="105589"/>
                </a:lnTo>
                <a:lnTo>
                  <a:pt x="562424" y="64479"/>
                </a:lnTo>
                <a:lnTo>
                  <a:pt x="537935" y="30918"/>
                </a:lnTo>
                <a:lnTo>
                  <a:pt x="501610" y="8294"/>
                </a:lnTo>
                <a:lnTo>
                  <a:pt x="457125" y="0"/>
                </a:lnTo>
                <a:close/>
              </a:path>
            </a:pathLst>
          </a:custGeom>
          <a:solidFill>
            <a:srgbClr val="FC61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17173575" y="1998619"/>
            <a:ext cx="1114425" cy="6642734"/>
          </a:xfrm>
          <a:custGeom>
            <a:avLst/>
            <a:gdLst/>
            <a:ahLst/>
            <a:cxnLst/>
            <a:rect l="l" t="t" r="r" b="b"/>
            <a:pathLst>
              <a:path w="1114425" h="6642734">
                <a:moveTo>
                  <a:pt x="1114425" y="0"/>
                </a:moveTo>
                <a:lnTo>
                  <a:pt x="1081769" y="43482"/>
                </a:lnTo>
                <a:lnTo>
                  <a:pt x="1055085" y="79730"/>
                </a:lnTo>
                <a:lnTo>
                  <a:pt x="1028691" y="116203"/>
                </a:lnTo>
                <a:lnTo>
                  <a:pt x="1002589" y="152899"/>
                </a:lnTo>
                <a:lnTo>
                  <a:pt x="976780" y="189818"/>
                </a:lnTo>
                <a:lnTo>
                  <a:pt x="951267" y="226957"/>
                </a:lnTo>
                <a:lnTo>
                  <a:pt x="926050" y="264315"/>
                </a:lnTo>
                <a:lnTo>
                  <a:pt x="901132" y="301889"/>
                </a:lnTo>
                <a:lnTo>
                  <a:pt x="876514" y="339679"/>
                </a:lnTo>
                <a:lnTo>
                  <a:pt x="852198" y="377683"/>
                </a:lnTo>
                <a:lnTo>
                  <a:pt x="828185" y="415898"/>
                </a:lnTo>
                <a:lnTo>
                  <a:pt x="804478" y="454323"/>
                </a:lnTo>
                <a:lnTo>
                  <a:pt x="781078" y="492957"/>
                </a:lnTo>
                <a:lnTo>
                  <a:pt x="757986" y="531797"/>
                </a:lnTo>
                <a:lnTo>
                  <a:pt x="735205" y="570843"/>
                </a:lnTo>
                <a:lnTo>
                  <a:pt x="712736" y="610092"/>
                </a:lnTo>
                <a:lnTo>
                  <a:pt x="690581" y="649542"/>
                </a:lnTo>
                <a:lnTo>
                  <a:pt x="668741" y="689192"/>
                </a:lnTo>
                <a:lnTo>
                  <a:pt x="647219" y="729041"/>
                </a:lnTo>
                <a:lnTo>
                  <a:pt x="626016" y="769086"/>
                </a:lnTo>
                <a:lnTo>
                  <a:pt x="605133" y="809326"/>
                </a:lnTo>
                <a:lnTo>
                  <a:pt x="584573" y="849759"/>
                </a:lnTo>
                <a:lnTo>
                  <a:pt x="564336" y="890383"/>
                </a:lnTo>
                <a:lnTo>
                  <a:pt x="544426" y="931197"/>
                </a:lnTo>
                <a:lnTo>
                  <a:pt x="524843" y="972198"/>
                </a:lnTo>
                <a:lnTo>
                  <a:pt x="505589" y="1013387"/>
                </a:lnTo>
                <a:lnTo>
                  <a:pt x="486666" y="1054759"/>
                </a:lnTo>
                <a:lnTo>
                  <a:pt x="468075" y="1096315"/>
                </a:lnTo>
                <a:lnTo>
                  <a:pt x="449819" y="1138051"/>
                </a:lnTo>
                <a:lnTo>
                  <a:pt x="431899" y="1179967"/>
                </a:lnTo>
                <a:lnTo>
                  <a:pt x="414316" y="1222061"/>
                </a:lnTo>
                <a:lnTo>
                  <a:pt x="397073" y="1264331"/>
                </a:lnTo>
                <a:lnTo>
                  <a:pt x="380171" y="1306775"/>
                </a:lnTo>
                <a:lnTo>
                  <a:pt x="363611" y="1349392"/>
                </a:lnTo>
                <a:lnTo>
                  <a:pt x="347397" y="1392180"/>
                </a:lnTo>
                <a:lnTo>
                  <a:pt x="331528" y="1435137"/>
                </a:lnTo>
                <a:lnTo>
                  <a:pt x="316007" y="1478261"/>
                </a:lnTo>
                <a:lnTo>
                  <a:pt x="300836" y="1521552"/>
                </a:lnTo>
                <a:lnTo>
                  <a:pt x="286016" y="1565006"/>
                </a:lnTo>
                <a:lnTo>
                  <a:pt x="271549" y="1608623"/>
                </a:lnTo>
                <a:lnTo>
                  <a:pt x="257437" y="1652400"/>
                </a:lnTo>
                <a:lnTo>
                  <a:pt x="243681" y="1696337"/>
                </a:lnTo>
                <a:lnTo>
                  <a:pt x="230284" y="1740430"/>
                </a:lnTo>
                <a:lnTo>
                  <a:pt x="217246" y="1784680"/>
                </a:lnTo>
                <a:lnTo>
                  <a:pt x="204570" y="1829083"/>
                </a:lnTo>
                <a:lnTo>
                  <a:pt x="192256" y="1873638"/>
                </a:lnTo>
                <a:lnTo>
                  <a:pt x="180308" y="1918344"/>
                </a:lnTo>
                <a:lnTo>
                  <a:pt x="168727" y="1963199"/>
                </a:lnTo>
                <a:lnTo>
                  <a:pt x="157514" y="2008200"/>
                </a:lnTo>
                <a:lnTo>
                  <a:pt x="146670" y="2053347"/>
                </a:lnTo>
                <a:lnTo>
                  <a:pt x="136199" y="2098638"/>
                </a:lnTo>
                <a:lnTo>
                  <a:pt x="126101" y="2144070"/>
                </a:lnTo>
                <a:lnTo>
                  <a:pt x="116378" y="2189643"/>
                </a:lnTo>
                <a:lnTo>
                  <a:pt x="107032" y="2235354"/>
                </a:lnTo>
                <a:lnTo>
                  <a:pt x="98065" y="2281202"/>
                </a:lnTo>
                <a:lnTo>
                  <a:pt x="89477" y="2327186"/>
                </a:lnTo>
                <a:lnTo>
                  <a:pt x="81272" y="2373302"/>
                </a:lnTo>
                <a:lnTo>
                  <a:pt x="73450" y="2419551"/>
                </a:lnTo>
                <a:lnTo>
                  <a:pt x="66014" y="2465929"/>
                </a:lnTo>
                <a:lnTo>
                  <a:pt x="58965" y="2512436"/>
                </a:lnTo>
                <a:lnTo>
                  <a:pt x="52305" y="2559069"/>
                </a:lnTo>
                <a:lnTo>
                  <a:pt x="46035" y="2605827"/>
                </a:lnTo>
                <a:lnTo>
                  <a:pt x="40157" y="2652709"/>
                </a:lnTo>
                <a:lnTo>
                  <a:pt x="34673" y="2699712"/>
                </a:lnTo>
                <a:lnTo>
                  <a:pt x="29585" y="2746834"/>
                </a:lnTo>
                <a:lnTo>
                  <a:pt x="24894" y="2794075"/>
                </a:lnTo>
                <a:lnTo>
                  <a:pt x="20601" y="2841432"/>
                </a:lnTo>
                <a:lnTo>
                  <a:pt x="16710" y="2888904"/>
                </a:lnTo>
                <a:lnTo>
                  <a:pt x="13221" y="2936489"/>
                </a:lnTo>
                <a:lnTo>
                  <a:pt x="10136" y="2984185"/>
                </a:lnTo>
                <a:lnTo>
                  <a:pt x="7457" y="3031990"/>
                </a:lnTo>
                <a:lnTo>
                  <a:pt x="5185" y="3079904"/>
                </a:lnTo>
                <a:lnTo>
                  <a:pt x="3323" y="3127923"/>
                </a:lnTo>
                <a:lnTo>
                  <a:pt x="1872" y="3176047"/>
                </a:lnTo>
                <a:lnTo>
                  <a:pt x="833" y="3224274"/>
                </a:lnTo>
                <a:lnTo>
                  <a:pt x="208" y="3272602"/>
                </a:lnTo>
                <a:lnTo>
                  <a:pt x="0" y="3321029"/>
                </a:lnTo>
                <a:lnTo>
                  <a:pt x="208" y="3369458"/>
                </a:lnTo>
                <a:lnTo>
                  <a:pt x="833" y="3417788"/>
                </a:lnTo>
                <a:lnTo>
                  <a:pt x="1872" y="3466016"/>
                </a:lnTo>
                <a:lnTo>
                  <a:pt x="3323" y="3514142"/>
                </a:lnTo>
                <a:lnTo>
                  <a:pt x="5185" y="3562164"/>
                </a:lnTo>
                <a:lnTo>
                  <a:pt x="7457" y="3610079"/>
                </a:lnTo>
                <a:lnTo>
                  <a:pt x="10136" y="3657886"/>
                </a:lnTo>
                <a:lnTo>
                  <a:pt x="13221" y="3705584"/>
                </a:lnTo>
                <a:lnTo>
                  <a:pt x="16710" y="3753171"/>
                </a:lnTo>
                <a:lnTo>
                  <a:pt x="20601" y="3800644"/>
                </a:lnTo>
                <a:lnTo>
                  <a:pt x="24894" y="3848003"/>
                </a:lnTo>
                <a:lnTo>
                  <a:pt x="29585" y="3895246"/>
                </a:lnTo>
                <a:lnTo>
                  <a:pt x="34673" y="3942370"/>
                </a:lnTo>
                <a:lnTo>
                  <a:pt x="40157" y="3989375"/>
                </a:lnTo>
                <a:lnTo>
                  <a:pt x="46035" y="4036258"/>
                </a:lnTo>
                <a:lnTo>
                  <a:pt x="52305" y="4083018"/>
                </a:lnTo>
                <a:lnTo>
                  <a:pt x="58965" y="4129653"/>
                </a:lnTo>
                <a:lnTo>
                  <a:pt x="66014" y="4176161"/>
                </a:lnTo>
                <a:lnTo>
                  <a:pt x="73450" y="4222541"/>
                </a:lnTo>
                <a:lnTo>
                  <a:pt x="81272" y="4268791"/>
                </a:lnTo>
                <a:lnTo>
                  <a:pt x="89477" y="4314910"/>
                </a:lnTo>
                <a:lnTo>
                  <a:pt x="98065" y="4360895"/>
                </a:lnTo>
                <a:lnTo>
                  <a:pt x="107032" y="4406744"/>
                </a:lnTo>
                <a:lnTo>
                  <a:pt x="116378" y="4452457"/>
                </a:lnTo>
                <a:lnTo>
                  <a:pt x="126101" y="4498031"/>
                </a:lnTo>
                <a:lnTo>
                  <a:pt x="136199" y="4543466"/>
                </a:lnTo>
                <a:lnTo>
                  <a:pt x="146670" y="4588758"/>
                </a:lnTo>
                <a:lnTo>
                  <a:pt x="157514" y="4633906"/>
                </a:lnTo>
                <a:lnTo>
                  <a:pt x="168727" y="4678909"/>
                </a:lnTo>
                <a:lnTo>
                  <a:pt x="180308" y="4723765"/>
                </a:lnTo>
                <a:lnTo>
                  <a:pt x="192256" y="4768472"/>
                </a:lnTo>
                <a:lnTo>
                  <a:pt x="204570" y="4813029"/>
                </a:lnTo>
                <a:lnTo>
                  <a:pt x="217246" y="4857434"/>
                </a:lnTo>
                <a:lnTo>
                  <a:pt x="230284" y="4901684"/>
                </a:lnTo>
                <a:lnTo>
                  <a:pt x="243681" y="4945779"/>
                </a:lnTo>
                <a:lnTo>
                  <a:pt x="257437" y="4989717"/>
                </a:lnTo>
                <a:lnTo>
                  <a:pt x="271549" y="5033496"/>
                </a:lnTo>
                <a:lnTo>
                  <a:pt x="286016" y="5077114"/>
                </a:lnTo>
                <a:lnTo>
                  <a:pt x="300836" y="5120570"/>
                </a:lnTo>
                <a:lnTo>
                  <a:pt x="316007" y="5163861"/>
                </a:lnTo>
                <a:lnTo>
                  <a:pt x="331528" y="5206987"/>
                </a:lnTo>
                <a:lnTo>
                  <a:pt x="347397" y="5249945"/>
                </a:lnTo>
                <a:lnTo>
                  <a:pt x="363611" y="5292734"/>
                </a:lnTo>
                <a:lnTo>
                  <a:pt x="380171" y="5335352"/>
                </a:lnTo>
                <a:lnTo>
                  <a:pt x="397073" y="5377797"/>
                </a:lnTo>
                <a:lnTo>
                  <a:pt x="414316" y="5420068"/>
                </a:lnTo>
                <a:lnTo>
                  <a:pt x="431899" y="5462163"/>
                </a:lnTo>
                <a:lnTo>
                  <a:pt x="449819" y="5504081"/>
                </a:lnTo>
                <a:lnTo>
                  <a:pt x="468075" y="5545818"/>
                </a:lnTo>
                <a:lnTo>
                  <a:pt x="486666" y="5587375"/>
                </a:lnTo>
                <a:lnTo>
                  <a:pt x="505589" y="5628749"/>
                </a:lnTo>
                <a:lnTo>
                  <a:pt x="524843" y="5669938"/>
                </a:lnTo>
                <a:lnTo>
                  <a:pt x="544426" y="5710941"/>
                </a:lnTo>
                <a:lnTo>
                  <a:pt x="564336" y="5751756"/>
                </a:lnTo>
                <a:lnTo>
                  <a:pt x="584573" y="5792381"/>
                </a:lnTo>
                <a:lnTo>
                  <a:pt x="605133" y="5832815"/>
                </a:lnTo>
                <a:lnTo>
                  <a:pt x="626016" y="5873056"/>
                </a:lnTo>
                <a:lnTo>
                  <a:pt x="647219" y="5913102"/>
                </a:lnTo>
                <a:lnTo>
                  <a:pt x="668741" y="5952951"/>
                </a:lnTo>
                <a:lnTo>
                  <a:pt x="690581" y="5992602"/>
                </a:lnTo>
                <a:lnTo>
                  <a:pt x="712736" y="6032054"/>
                </a:lnTo>
                <a:lnTo>
                  <a:pt x="735205" y="6071303"/>
                </a:lnTo>
                <a:lnTo>
                  <a:pt x="757986" y="6110350"/>
                </a:lnTo>
                <a:lnTo>
                  <a:pt x="781078" y="6149191"/>
                </a:lnTo>
                <a:lnTo>
                  <a:pt x="804478" y="6187826"/>
                </a:lnTo>
                <a:lnTo>
                  <a:pt x="828185" y="6226252"/>
                </a:lnTo>
                <a:lnTo>
                  <a:pt x="852198" y="6264468"/>
                </a:lnTo>
                <a:lnTo>
                  <a:pt x="876514" y="6302472"/>
                </a:lnTo>
                <a:lnTo>
                  <a:pt x="901132" y="6340263"/>
                </a:lnTo>
                <a:lnTo>
                  <a:pt x="926050" y="6377838"/>
                </a:lnTo>
                <a:lnTo>
                  <a:pt x="951267" y="6415197"/>
                </a:lnTo>
                <a:lnTo>
                  <a:pt x="976780" y="6452337"/>
                </a:lnTo>
                <a:lnTo>
                  <a:pt x="1002589" y="6489256"/>
                </a:lnTo>
                <a:lnTo>
                  <a:pt x="1028691" y="6525954"/>
                </a:lnTo>
                <a:lnTo>
                  <a:pt x="1055085" y="6562427"/>
                </a:lnTo>
                <a:lnTo>
                  <a:pt x="1081769" y="6598675"/>
                </a:lnTo>
                <a:lnTo>
                  <a:pt x="1108741" y="6634696"/>
                </a:lnTo>
                <a:lnTo>
                  <a:pt x="1114425" y="6642159"/>
                </a:lnTo>
              </a:path>
            </a:pathLst>
          </a:custGeom>
          <a:ln w="514350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5658" rIns="0" bIns="0" rtlCol="0">
            <a:spAutoFit/>
          </a:bodyPr>
          <a:lstStyle/>
          <a:p>
            <a:pPr marL="354965">
              <a:lnSpc>
                <a:spcPct val="100000"/>
              </a:lnSpc>
              <a:spcBef>
                <a:spcPts val="105"/>
              </a:spcBef>
            </a:pPr>
            <a:r>
              <a:rPr spc="-40" dirty="0"/>
              <a:t>IMPLEMENTATION</a:t>
            </a:r>
            <a:r>
              <a:rPr spc="-229" dirty="0"/>
              <a:t> </a:t>
            </a:r>
            <a:r>
              <a:rPr spc="-10" dirty="0"/>
              <a:t>SCREENSHOTS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3278251" y="7257732"/>
            <a:ext cx="13711555" cy="13982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31775" indent="-219075">
              <a:lnSpc>
                <a:spcPct val="100000"/>
              </a:lnSpc>
              <a:spcBef>
                <a:spcPts val="100"/>
              </a:spcBef>
              <a:buChar char="•"/>
              <a:tabLst>
                <a:tab pos="231775" algn="l"/>
              </a:tabLst>
            </a:pPr>
            <a:r>
              <a:rPr sz="3000" dirty="0">
                <a:latin typeface="Times New Roman"/>
                <a:cs typeface="Times New Roman"/>
              </a:rPr>
              <a:t>This</a:t>
            </a:r>
            <a:r>
              <a:rPr sz="3000" spc="-9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page</a:t>
            </a:r>
            <a:r>
              <a:rPr sz="3000" spc="-4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allows</a:t>
            </a:r>
            <a:r>
              <a:rPr sz="3000" spc="-1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registered</a:t>
            </a:r>
            <a:r>
              <a:rPr sz="3000" spc="-4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users</a:t>
            </a:r>
            <a:r>
              <a:rPr sz="3000" spc="-2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or</a:t>
            </a:r>
            <a:r>
              <a:rPr sz="3000" spc="-7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employers</a:t>
            </a:r>
            <a:r>
              <a:rPr sz="3000" spc="-2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to</a:t>
            </a:r>
            <a:r>
              <a:rPr sz="3000" spc="-4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log</a:t>
            </a:r>
            <a:r>
              <a:rPr sz="3000" spc="-4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in</a:t>
            </a:r>
            <a:r>
              <a:rPr sz="3000" spc="-4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using</a:t>
            </a:r>
            <a:r>
              <a:rPr sz="3000" spc="-5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their email</a:t>
            </a:r>
            <a:r>
              <a:rPr sz="3000" spc="-5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and</a:t>
            </a:r>
            <a:r>
              <a:rPr sz="3000" spc="-50" dirty="0">
                <a:latin typeface="Times New Roman"/>
                <a:cs typeface="Times New Roman"/>
              </a:rPr>
              <a:t> </a:t>
            </a:r>
            <a:r>
              <a:rPr sz="3000" spc="-10" dirty="0">
                <a:latin typeface="Times New Roman"/>
                <a:cs typeface="Times New Roman"/>
              </a:rPr>
              <a:t>password.</a:t>
            </a:r>
            <a:endParaRPr sz="30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5"/>
              </a:spcBef>
              <a:buChar char="•"/>
              <a:tabLst>
                <a:tab pos="241300" algn="l"/>
              </a:tabLst>
            </a:pPr>
            <a:r>
              <a:rPr sz="3000" dirty="0">
                <a:latin typeface="Times New Roman"/>
                <a:cs typeface="Times New Roman"/>
              </a:rPr>
              <a:t>It</a:t>
            </a:r>
            <a:r>
              <a:rPr sz="3000" spc="1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provides</a:t>
            </a:r>
            <a:r>
              <a:rPr sz="3000" spc="-8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secure</a:t>
            </a:r>
            <a:r>
              <a:rPr sz="3000" spc="-3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access</a:t>
            </a:r>
            <a:r>
              <a:rPr sz="3000" spc="-8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to</a:t>
            </a:r>
            <a:r>
              <a:rPr sz="3000" spc="-4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the</a:t>
            </a:r>
            <a:r>
              <a:rPr sz="3000" spc="-3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system</a:t>
            </a:r>
            <a:r>
              <a:rPr sz="3000" spc="-5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and</a:t>
            </a:r>
            <a:r>
              <a:rPr sz="3000" spc="-4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redirects</a:t>
            </a:r>
            <a:r>
              <a:rPr sz="3000" spc="-8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users</a:t>
            </a:r>
            <a:r>
              <a:rPr sz="3000" spc="-8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to</a:t>
            </a:r>
            <a:r>
              <a:rPr sz="3000" spc="-4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their</a:t>
            </a:r>
            <a:r>
              <a:rPr sz="3000" spc="-6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respective</a:t>
            </a:r>
            <a:r>
              <a:rPr sz="3000" spc="-35" dirty="0">
                <a:latin typeface="Times New Roman"/>
                <a:cs typeface="Times New Roman"/>
              </a:rPr>
              <a:t> </a:t>
            </a:r>
            <a:r>
              <a:rPr sz="3000" spc="-10" dirty="0">
                <a:latin typeface="Times New Roman"/>
                <a:cs typeface="Times New Roman"/>
              </a:rPr>
              <a:t>dashboards</a:t>
            </a:r>
            <a:endParaRPr sz="3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3000" dirty="0">
                <a:latin typeface="Times New Roman"/>
                <a:cs typeface="Times New Roman"/>
              </a:rPr>
              <a:t>after</a:t>
            </a:r>
            <a:r>
              <a:rPr sz="3000" spc="-6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successful</a:t>
            </a:r>
            <a:r>
              <a:rPr sz="3000" spc="-110" dirty="0">
                <a:latin typeface="Times New Roman"/>
                <a:cs typeface="Times New Roman"/>
              </a:rPr>
              <a:t> </a:t>
            </a:r>
            <a:r>
              <a:rPr sz="3000" spc="-10" dirty="0">
                <a:latin typeface="Times New Roman"/>
                <a:cs typeface="Times New Roman"/>
              </a:rPr>
              <a:t>login.</a:t>
            </a:r>
            <a:endParaRPr sz="3000">
              <a:latin typeface="Times New Roman"/>
              <a:cs typeface="Times New Roman"/>
            </a:endParaRPr>
          </a:p>
        </p:txBody>
      </p:sp>
      <p:pic>
        <p:nvPicPr>
          <p:cNvPr id="5121" name="Picture 1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733800" y="1714500"/>
            <a:ext cx="10907713" cy="457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33425" y="6657975"/>
            <a:ext cx="990600" cy="990600"/>
          </a:xfrm>
          <a:custGeom>
            <a:avLst/>
            <a:gdLst/>
            <a:ahLst/>
            <a:cxnLst/>
            <a:rect l="l" t="t" r="r" b="b"/>
            <a:pathLst>
              <a:path w="990600" h="990600">
                <a:moveTo>
                  <a:pt x="495300" y="0"/>
                </a:moveTo>
                <a:lnTo>
                  <a:pt x="447599" y="2267"/>
                </a:lnTo>
                <a:lnTo>
                  <a:pt x="401181" y="8930"/>
                </a:lnTo>
                <a:lnTo>
                  <a:pt x="356254" y="19782"/>
                </a:lnTo>
                <a:lnTo>
                  <a:pt x="313025" y="34615"/>
                </a:lnTo>
                <a:lnTo>
                  <a:pt x="271701" y="53222"/>
                </a:lnTo>
                <a:lnTo>
                  <a:pt x="232490" y="75394"/>
                </a:lnTo>
                <a:lnTo>
                  <a:pt x="195600" y="100925"/>
                </a:lnTo>
                <a:lnTo>
                  <a:pt x="161238" y="129607"/>
                </a:lnTo>
                <a:lnTo>
                  <a:pt x="129612" y="161233"/>
                </a:lnTo>
                <a:lnTo>
                  <a:pt x="100929" y="195594"/>
                </a:lnTo>
                <a:lnTo>
                  <a:pt x="75397" y="232484"/>
                </a:lnTo>
                <a:lnTo>
                  <a:pt x="53224" y="271695"/>
                </a:lnTo>
                <a:lnTo>
                  <a:pt x="34617" y="313019"/>
                </a:lnTo>
                <a:lnTo>
                  <a:pt x="19783" y="356249"/>
                </a:lnTo>
                <a:lnTo>
                  <a:pt x="8931" y="401178"/>
                </a:lnTo>
                <a:lnTo>
                  <a:pt x="2267" y="447597"/>
                </a:lnTo>
                <a:lnTo>
                  <a:pt x="0" y="495300"/>
                </a:lnTo>
                <a:lnTo>
                  <a:pt x="2267" y="543002"/>
                </a:lnTo>
                <a:lnTo>
                  <a:pt x="8931" y="589421"/>
                </a:lnTo>
                <a:lnTo>
                  <a:pt x="19783" y="634350"/>
                </a:lnTo>
                <a:lnTo>
                  <a:pt x="34617" y="677580"/>
                </a:lnTo>
                <a:lnTo>
                  <a:pt x="53224" y="718904"/>
                </a:lnTo>
                <a:lnTo>
                  <a:pt x="75397" y="758115"/>
                </a:lnTo>
                <a:lnTo>
                  <a:pt x="100929" y="795005"/>
                </a:lnTo>
                <a:lnTo>
                  <a:pt x="129612" y="829366"/>
                </a:lnTo>
                <a:lnTo>
                  <a:pt x="161238" y="860992"/>
                </a:lnTo>
                <a:lnTo>
                  <a:pt x="195600" y="889674"/>
                </a:lnTo>
                <a:lnTo>
                  <a:pt x="232490" y="915205"/>
                </a:lnTo>
                <a:lnTo>
                  <a:pt x="271701" y="937377"/>
                </a:lnTo>
                <a:lnTo>
                  <a:pt x="313025" y="955984"/>
                </a:lnTo>
                <a:lnTo>
                  <a:pt x="356254" y="970817"/>
                </a:lnTo>
                <a:lnTo>
                  <a:pt x="401181" y="981669"/>
                </a:lnTo>
                <a:lnTo>
                  <a:pt x="447599" y="988332"/>
                </a:lnTo>
                <a:lnTo>
                  <a:pt x="495300" y="990600"/>
                </a:lnTo>
                <a:lnTo>
                  <a:pt x="543002" y="988332"/>
                </a:lnTo>
                <a:lnTo>
                  <a:pt x="589421" y="981669"/>
                </a:lnTo>
                <a:lnTo>
                  <a:pt x="634350" y="970817"/>
                </a:lnTo>
                <a:lnTo>
                  <a:pt x="677580" y="955984"/>
                </a:lnTo>
                <a:lnTo>
                  <a:pt x="718904" y="937377"/>
                </a:lnTo>
                <a:lnTo>
                  <a:pt x="758115" y="915205"/>
                </a:lnTo>
                <a:lnTo>
                  <a:pt x="795005" y="889674"/>
                </a:lnTo>
                <a:lnTo>
                  <a:pt x="829366" y="860992"/>
                </a:lnTo>
                <a:lnTo>
                  <a:pt x="860992" y="829366"/>
                </a:lnTo>
                <a:lnTo>
                  <a:pt x="889674" y="795005"/>
                </a:lnTo>
                <a:lnTo>
                  <a:pt x="915205" y="758115"/>
                </a:lnTo>
                <a:lnTo>
                  <a:pt x="937377" y="718904"/>
                </a:lnTo>
                <a:lnTo>
                  <a:pt x="955984" y="677580"/>
                </a:lnTo>
                <a:lnTo>
                  <a:pt x="970817" y="634350"/>
                </a:lnTo>
                <a:lnTo>
                  <a:pt x="981669" y="589421"/>
                </a:lnTo>
                <a:lnTo>
                  <a:pt x="988332" y="543002"/>
                </a:lnTo>
                <a:lnTo>
                  <a:pt x="990600" y="495300"/>
                </a:lnTo>
                <a:lnTo>
                  <a:pt x="988332" y="447597"/>
                </a:lnTo>
                <a:lnTo>
                  <a:pt x="981669" y="401178"/>
                </a:lnTo>
                <a:lnTo>
                  <a:pt x="970817" y="356249"/>
                </a:lnTo>
                <a:lnTo>
                  <a:pt x="955984" y="313019"/>
                </a:lnTo>
                <a:lnTo>
                  <a:pt x="937377" y="271695"/>
                </a:lnTo>
                <a:lnTo>
                  <a:pt x="915205" y="232484"/>
                </a:lnTo>
                <a:lnTo>
                  <a:pt x="889674" y="195594"/>
                </a:lnTo>
                <a:lnTo>
                  <a:pt x="860992" y="161233"/>
                </a:lnTo>
                <a:lnTo>
                  <a:pt x="829366" y="129607"/>
                </a:lnTo>
                <a:lnTo>
                  <a:pt x="795005" y="100925"/>
                </a:lnTo>
                <a:lnTo>
                  <a:pt x="758115" y="75394"/>
                </a:lnTo>
                <a:lnTo>
                  <a:pt x="718904" y="53222"/>
                </a:lnTo>
                <a:lnTo>
                  <a:pt x="677580" y="34615"/>
                </a:lnTo>
                <a:lnTo>
                  <a:pt x="634350" y="19782"/>
                </a:lnTo>
                <a:lnTo>
                  <a:pt x="589421" y="8930"/>
                </a:lnTo>
                <a:lnTo>
                  <a:pt x="543002" y="2267"/>
                </a:lnTo>
                <a:lnTo>
                  <a:pt x="495300" y="0"/>
                </a:lnTo>
                <a:close/>
              </a:path>
            </a:pathLst>
          </a:custGeom>
          <a:solidFill>
            <a:srgbClr val="FC61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985837" y="3319398"/>
            <a:ext cx="505459" cy="543560"/>
          </a:xfrm>
          <a:custGeom>
            <a:avLst/>
            <a:gdLst/>
            <a:ahLst/>
            <a:cxnLst/>
            <a:rect l="l" t="t" r="r" b="b"/>
            <a:pathLst>
              <a:path w="505459" h="543560">
                <a:moveTo>
                  <a:pt x="252412" y="0"/>
                </a:moveTo>
                <a:lnTo>
                  <a:pt x="207039" y="4373"/>
                </a:lnTo>
                <a:lnTo>
                  <a:pt x="164335" y="16984"/>
                </a:lnTo>
                <a:lnTo>
                  <a:pt x="125013" y="37065"/>
                </a:lnTo>
                <a:lnTo>
                  <a:pt x="89784" y="63850"/>
                </a:lnTo>
                <a:lnTo>
                  <a:pt x="59362" y="96574"/>
                </a:lnTo>
                <a:lnTo>
                  <a:pt x="34460" y="134469"/>
                </a:lnTo>
                <a:lnTo>
                  <a:pt x="15791" y="176770"/>
                </a:lnTo>
                <a:lnTo>
                  <a:pt x="4066" y="222711"/>
                </a:lnTo>
                <a:lnTo>
                  <a:pt x="0" y="271525"/>
                </a:lnTo>
                <a:lnTo>
                  <a:pt x="4066" y="320340"/>
                </a:lnTo>
                <a:lnTo>
                  <a:pt x="15791" y="366281"/>
                </a:lnTo>
                <a:lnTo>
                  <a:pt x="34460" y="408582"/>
                </a:lnTo>
                <a:lnTo>
                  <a:pt x="59362" y="446477"/>
                </a:lnTo>
                <a:lnTo>
                  <a:pt x="89784" y="479201"/>
                </a:lnTo>
                <a:lnTo>
                  <a:pt x="125013" y="505986"/>
                </a:lnTo>
                <a:lnTo>
                  <a:pt x="164335" y="526067"/>
                </a:lnTo>
                <a:lnTo>
                  <a:pt x="207039" y="538678"/>
                </a:lnTo>
                <a:lnTo>
                  <a:pt x="252412" y="543051"/>
                </a:lnTo>
                <a:lnTo>
                  <a:pt x="297797" y="538678"/>
                </a:lnTo>
                <a:lnTo>
                  <a:pt x="340512" y="526067"/>
                </a:lnTo>
                <a:lnTo>
                  <a:pt x="379845" y="505986"/>
                </a:lnTo>
                <a:lnTo>
                  <a:pt x="415082" y="479201"/>
                </a:lnTo>
                <a:lnTo>
                  <a:pt x="445511" y="446477"/>
                </a:lnTo>
                <a:lnTo>
                  <a:pt x="470419" y="408582"/>
                </a:lnTo>
                <a:lnTo>
                  <a:pt x="489093" y="366281"/>
                </a:lnTo>
                <a:lnTo>
                  <a:pt x="500821" y="320340"/>
                </a:lnTo>
                <a:lnTo>
                  <a:pt x="504888" y="271525"/>
                </a:lnTo>
                <a:lnTo>
                  <a:pt x="500821" y="222711"/>
                </a:lnTo>
                <a:lnTo>
                  <a:pt x="489093" y="176770"/>
                </a:lnTo>
                <a:lnTo>
                  <a:pt x="470419" y="134469"/>
                </a:lnTo>
                <a:lnTo>
                  <a:pt x="445511" y="96574"/>
                </a:lnTo>
                <a:lnTo>
                  <a:pt x="415082" y="63850"/>
                </a:lnTo>
                <a:lnTo>
                  <a:pt x="379845" y="37065"/>
                </a:lnTo>
                <a:lnTo>
                  <a:pt x="340512" y="16984"/>
                </a:lnTo>
                <a:lnTo>
                  <a:pt x="297797" y="4373"/>
                </a:lnTo>
                <a:lnTo>
                  <a:pt x="252412" y="0"/>
                </a:lnTo>
                <a:close/>
              </a:path>
            </a:pathLst>
          </a:custGeom>
          <a:ln w="952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985837" y="1985898"/>
            <a:ext cx="505459" cy="542925"/>
          </a:xfrm>
          <a:custGeom>
            <a:avLst/>
            <a:gdLst/>
            <a:ahLst/>
            <a:cxnLst/>
            <a:rect l="l" t="t" r="r" b="b"/>
            <a:pathLst>
              <a:path w="505459" h="542925">
                <a:moveTo>
                  <a:pt x="252412" y="0"/>
                </a:moveTo>
                <a:lnTo>
                  <a:pt x="207039" y="4373"/>
                </a:lnTo>
                <a:lnTo>
                  <a:pt x="164335" y="16984"/>
                </a:lnTo>
                <a:lnTo>
                  <a:pt x="125013" y="37065"/>
                </a:lnTo>
                <a:lnTo>
                  <a:pt x="89784" y="63850"/>
                </a:lnTo>
                <a:lnTo>
                  <a:pt x="59362" y="96574"/>
                </a:lnTo>
                <a:lnTo>
                  <a:pt x="34460" y="134469"/>
                </a:lnTo>
                <a:lnTo>
                  <a:pt x="15791" y="176770"/>
                </a:lnTo>
                <a:lnTo>
                  <a:pt x="4066" y="222711"/>
                </a:lnTo>
                <a:lnTo>
                  <a:pt x="0" y="271525"/>
                </a:lnTo>
                <a:lnTo>
                  <a:pt x="4066" y="320335"/>
                </a:lnTo>
                <a:lnTo>
                  <a:pt x="15791" y="366265"/>
                </a:lnTo>
                <a:lnTo>
                  <a:pt x="34460" y="408549"/>
                </a:lnTo>
                <a:lnTo>
                  <a:pt x="59362" y="446425"/>
                </a:lnTo>
                <a:lnTo>
                  <a:pt x="89784" y="479127"/>
                </a:lnTo>
                <a:lnTo>
                  <a:pt x="125013" y="505892"/>
                </a:lnTo>
                <a:lnTo>
                  <a:pt x="164335" y="525956"/>
                </a:lnTo>
                <a:lnTo>
                  <a:pt x="207039" y="538555"/>
                </a:lnTo>
                <a:lnTo>
                  <a:pt x="252412" y="542925"/>
                </a:lnTo>
                <a:lnTo>
                  <a:pt x="297797" y="538555"/>
                </a:lnTo>
                <a:lnTo>
                  <a:pt x="340512" y="525956"/>
                </a:lnTo>
                <a:lnTo>
                  <a:pt x="379845" y="505892"/>
                </a:lnTo>
                <a:lnTo>
                  <a:pt x="415082" y="479127"/>
                </a:lnTo>
                <a:lnTo>
                  <a:pt x="445511" y="446425"/>
                </a:lnTo>
                <a:lnTo>
                  <a:pt x="470419" y="408549"/>
                </a:lnTo>
                <a:lnTo>
                  <a:pt x="489093" y="366265"/>
                </a:lnTo>
                <a:lnTo>
                  <a:pt x="500821" y="320335"/>
                </a:lnTo>
                <a:lnTo>
                  <a:pt x="504888" y="271525"/>
                </a:lnTo>
                <a:lnTo>
                  <a:pt x="500821" y="222711"/>
                </a:lnTo>
                <a:lnTo>
                  <a:pt x="489093" y="176770"/>
                </a:lnTo>
                <a:lnTo>
                  <a:pt x="470419" y="134469"/>
                </a:lnTo>
                <a:lnTo>
                  <a:pt x="445511" y="96574"/>
                </a:lnTo>
                <a:lnTo>
                  <a:pt x="415082" y="63850"/>
                </a:lnTo>
                <a:lnTo>
                  <a:pt x="379845" y="37065"/>
                </a:lnTo>
                <a:lnTo>
                  <a:pt x="340512" y="16984"/>
                </a:lnTo>
                <a:lnTo>
                  <a:pt x="297797" y="4373"/>
                </a:lnTo>
                <a:lnTo>
                  <a:pt x="252412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985837" y="3986276"/>
            <a:ext cx="505459" cy="542925"/>
          </a:xfrm>
          <a:custGeom>
            <a:avLst/>
            <a:gdLst/>
            <a:ahLst/>
            <a:cxnLst/>
            <a:rect l="l" t="t" r="r" b="b"/>
            <a:pathLst>
              <a:path w="505459" h="542925">
                <a:moveTo>
                  <a:pt x="252412" y="0"/>
                </a:moveTo>
                <a:lnTo>
                  <a:pt x="207039" y="4369"/>
                </a:lnTo>
                <a:lnTo>
                  <a:pt x="164335" y="16968"/>
                </a:lnTo>
                <a:lnTo>
                  <a:pt x="125013" y="37032"/>
                </a:lnTo>
                <a:lnTo>
                  <a:pt x="89784" y="63797"/>
                </a:lnTo>
                <a:lnTo>
                  <a:pt x="59362" y="96499"/>
                </a:lnTo>
                <a:lnTo>
                  <a:pt x="34460" y="134375"/>
                </a:lnTo>
                <a:lnTo>
                  <a:pt x="15791" y="176659"/>
                </a:lnTo>
                <a:lnTo>
                  <a:pt x="4066" y="222589"/>
                </a:lnTo>
                <a:lnTo>
                  <a:pt x="0" y="271399"/>
                </a:lnTo>
                <a:lnTo>
                  <a:pt x="4066" y="320213"/>
                </a:lnTo>
                <a:lnTo>
                  <a:pt x="15791" y="366154"/>
                </a:lnTo>
                <a:lnTo>
                  <a:pt x="34460" y="408455"/>
                </a:lnTo>
                <a:lnTo>
                  <a:pt x="59362" y="446350"/>
                </a:lnTo>
                <a:lnTo>
                  <a:pt x="89784" y="479074"/>
                </a:lnTo>
                <a:lnTo>
                  <a:pt x="125013" y="505859"/>
                </a:lnTo>
                <a:lnTo>
                  <a:pt x="164335" y="525940"/>
                </a:lnTo>
                <a:lnTo>
                  <a:pt x="207039" y="538551"/>
                </a:lnTo>
                <a:lnTo>
                  <a:pt x="252412" y="542925"/>
                </a:lnTo>
                <a:lnTo>
                  <a:pt x="297797" y="538551"/>
                </a:lnTo>
                <a:lnTo>
                  <a:pt x="340512" y="525940"/>
                </a:lnTo>
                <a:lnTo>
                  <a:pt x="379845" y="505859"/>
                </a:lnTo>
                <a:lnTo>
                  <a:pt x="415082" y="479074"/>
                </a:lnTo>
                <a:lnTo>
                  <a:pt x="445511" y="446350"/>
                </a:lnTo>
                <a:lnTo>
                  <a:pt x="470419" y="408455"/>
                </a:lnTo>
                <a:lnTo>
                  <a:pt x="489093" y="366154"/>
                </a:lnTo>
                <a:lnTo>
                  <a:pt x="500821" y="320213"/>
                </a:lnTo>
                <a:lnTo>
                  <a:pt x="504888" y="271399"/>
                </a:lnTo>
                <a:lnTo>
                  <a:pt x="500821" y="222589"/>
                </a:lnTo>
                <a:lnTo>
                  <a:pt x="489093" y="176659"/>
                </a:lnTo>
                <a:lnTo>
                  <a:pt x="470419" y="134375"/>
                </a:lnTo>
                <a:lnTo>
                  <a:pt x="445511" y="96499"/>
                </a:lnTo>
                <a:lnTo>
                  <a:pt x="415082" y="63797"/>
                </a:lnTo>
                <a:lnTo>
                  <a:pt x="379845" y="37032"/>
                </a:lnTo>
                <a:lnTo>
                  <a:pt x="340512" y="16968"/>
                </a:lnTo>
                <a:lnTo>
                  <a:pt x="297797" y="4369"/>
                </a:lnTo>
                <a:lnTo>
                  <a:pt x="252412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985837" y="2652776"/>
            <a:ext cx="505459" cy="542925"/>
          </a:xfrm>
          <a:custGeom>
            <a:avLst/>
            <a:gdLst/>
            <a:ahLst/>
            <a:cxnLst/>
            <a:rect l="l" t="t" r="r" b="b"/>
            <a:pathLst>
              <a:path w="505459" h="542925">
                <a:moveTo>
                  <a:pt x="252412" y="0"/>
                </a:moveTo>
                <a:lnTo>
                  <a:pt x="207039" y="4369"/>
                </a:lnTo>
                <a:lnTo>
                  <a:pt x="164335" y="16968"/>
                </a:lnTo>
                <a:lnTo>
                  <a:pt x="125013" y="37032"/>
                </a:lnTo>
                <a:lnTo>
                  <a:pt x="89784" y="63797"/>
                </a:lnTo>
                <a:lnTo>
                  <a:pt x="59362" y="96499"/>
                </a:lnTo>
                <a:lnTo>
                  <a:pt x="34460" y="134375"/>
                </a:lnTo>
                <a:lnTo>
                  <a:pt x="15791" y="176659"/>
                </a:lnTo>
                <a:lnTo>
                  <a:pt x="4066" y="222589"/>
                </a:lnTo>
                <a:lnTo>
                  <a:pt x="0" y="271399"/>
                </a:lnTo>
                <a:lnTo>
                  <a:pt x="4066" y="320213"/>
                </a:lnTo>
                <a:lnTo>
                  <a:pt x="15791" y="366154"/>
                </a:lnTo>
                <a:lnTo>
                  <a:pt x="34460" y="408455"/>
                </a:lnTo>
                <a:lnTo>
                  <a:pt x="59362" y="446350"/>
                </a:lnTo>
                <a:lnTo>
                  <a:pt x="89784" y="479074"/>
                </a:lnTo>
                <a:lnTo>
                  <a:pt x="125013" y="505859"/>
                </a:lnTo>
                <a:lnTo>
                  <a:pt x="164335" y="525940"/>
                </a:lnTo>
                <a:lnTo>
                  <a:pt x="207039" y="538551"/>
                </a:lnTo>
                <a:lnTo>
                  <a:pt x="252412" y="542925"/>
                </a:lnTo>
                <a:lnTo>
                  <a:pt x="297797" y="538551"/>
                </a:lnTo>
                <a:lnTo>
                  <a:pt x="340512" y="525940"/>
                </a:lnTo>
                <a:lnTo>
                  <a:pt x="379845" y="505859"/>
                </a:lnTo>
                <a:lnTo>
                  <a:pt x="415082" y="479074"/>
                </a:lnTo>
                <a:lnTo>
                  <a:pt x="445511" y="446350"/>
                </a:lnTo>
                <a:lnTo>
                  <a:pt x="470419" y="408455"/>
                </a:lnTo>
                <a:lnTo>
                  <a:pt x="489093" y="366154"/>
                </a:lnTo>
                <a:lnTo>
                  <a:pt x="500821" y="320213"/>
                </a:lnTo>
                <a:lnTo>
                  <a:pt x="504888" y="271399"/>
                </a:lnTo>
                <a:lnTo>
                  <a:pt x="500821" y="222589"/>
                </a:lnTo>
                <a:lnTo>
                  <a:pt x="489093" y="176659"/>
                </a:lnTo>
                <a:lnTo>
                  <a:pt x="470419" y="134375"/>
                </a:lnTo>
                <a:lnTo>
                  <a:pt x="445511" y="96499"/>
                </a:lnTo>
                <a:lnTo>
                  <a:pt x="415082" y="63797"/>
                </a:lnTo>
                <a:lnTo>
                  <a:pt x="379845" y="37032"/>
                </a:lnTo>
                <a:lnTo>
                  <a:pt x="340512" y="16968"/>
                </a:lnTo>
                <a:lnTo>
                  <a:pt x="297797" y="4369"/>
                </a:lnTo>
                <a:lnTo>
                  <a:pt x="252412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985837" y="5319776"/>
            <a:ext cx="505459" cy="542925"/>
          </a:xfrm>
          <a:custGeom>
            <a:avLst/>
            <a:gdLst/>
            <a:ahLst/>
            <a:cxnLst/>
            <a:rect l="l" t="t" r="r" b="b"/>
            <a:pathLst>
              <a:path w="505459" h="542925">
                <a:moveTo>
                  <a:pt x="252412" y="0"/>
                </a:moveTo>
                <a:lnTo>
                  <a:pt x="207039" y="4369"/>
                </a:lnTo>
                <a:lnTo>
                  <a:pt x="164335" y="16968"/>
                </a:lnTo>
                <a:lnTo>
                  <a:pt x="125013" y="37032"/>
                </a:lnTo>
                <a:lnTo>
                  <a:pt x="89784" y="63797"/>
                </a:lnTo>
                <a:lnTo>
                  <a:pt x="59362" y="96499"/>
                </a:lnTo>
                <a:lnTo>
                  <a:pt x="34460" y="134375"/>
                </a:lnTo>
                <a:lnTo>
                  <a:pt x="15791" y="176659"/>
                </a:lnTo>
                <a:lnTo>
                  <a:pt x="4066" y="222589"/>
                </a:lnTo>
                <a:lnTo>
                  <a:pt x="0" y="271399"/>
                </a:lnTo>
                <a:lnTo>
                  <a:pt x="4066" y="320213"/>
                </a:lnTo>
                <a:lnTo>
                  <a:pt x="15791" y="366154"/>
                </a:lnTo>
                <a:lnTo>
                  <a:pt x="34460" y="408455"/>
                </a:lnTo>
                <a:lnTo>
                  <a:pt x="59362" y="446350"/>
                </a:lnTo>
                <a:lnTo>
                  <a:pt x="89784" y="479074"/>
                </a:lnTo>
                <a:lnTo>
                  <a:pt x="125013" y="505859"/>
                </a:lnTo>
                <a:lnTo>
                  <a:pt x="164335" y="525940"/>
                </a:lnTo>
                <a:lnTo>
                  <a:pt x="207039" y="538551"/>
                </a:lnTo>
                <a:lnTo>
                  <a:pt x="252412" y="542925"/>
                </a:lnTo>
                <a:lnTo>
                  <a:pt x="297797" y="538551"/>
                </a:lnTo>
                <a:lnTo>
                  <a:pt x="340512" y="525940"/>
                </a:lnTo>
                <a:lnTo>
                  <a:pt x="379845" y="505859"/>
                </a:lnTo>
                <a:lnTo>
                  <a:pt x="415082" y="479074"/>
                </a:lnTo>
                <a:lnTo>
                  <a:pt x="445511" y="446350"/>
                </a:lnTo>
                <a:lnTo>
                  <a:pt x="470419" y="408455"/>
                </a:lnTo>
                <a:lnTo>
                  <a:pt x="489093" y="366154"/>
                </a:lnTo>
                <a:lnTo>
                  <a:pt x="500821" y="320213"/>
                </a:lnTo>
                <a:lnTo>
                  <a:pt x="504888" y="271399"/>
                </a:lnTo>
                <a:lnTo>
                  <a:pt x="500821" y="222589"/>
                </a:lnTo>
                <a:lnTo>
                  <a:pt x="489093" y="176659"/>
                </a:lnTo>
                <a:lnTo>
                  <a:pt x="470419" y="134375"/>
                </a:lnTo>
                <a:lnTo>
                  <a:pt x="445511" y="96499"/>
                </a:lnTo>
                <a:lnTo>
                  <a:pt x="415082" y="63797"/>
                </a:lnTo>
                <a:lnTo>
                  <a:pt x="379845" y="37032"/>
                </a:lnTo>
                <a:lnTo>
                  <a:pt x="340512" y="16968"/>
                </a:lnTo>
                <a:lnTo>
                  <a:pt x="297797" y="4369"/>
                </a:lnTo>
                <a:lnTo>
                  <a:pt x="252412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985837" y="4653026"/>
            <a:ext cx="505459" cy="542925"/>
          </a:xfrm>
          <a:custGeom>
            <a:avLst/>
            <a:gdLst/>
            <a:ahLst/>
            <a:cxnLst/>
            <a:rect l="l" t="t" r="r" b="b"/>
            <a:pathLst>
              <a:path w="505459" h="542925">
                <a:moveTo>
                  <a:pt x="252412" y="0"/>
                </a:moveTo>
                <a:lnTo>
                  <a:pt x="207039" y="4369"/>
                </a:lnTo>
                <a:lnTo>
                  <a:pt x="164335" y="16968"/>
                </a:lnTo>
                <a:lnTo>
                  <a:pt x="125013" y="37032"/>
                </a:lnTo>
                <a:lnTo>
                  <a:pt x="89784" y="63797"/>
                </a:lnTo>
                <a:lnTo>
                  <a:pt x="59362" y="96499"/>
                </a:lnTo>
                <a:lnTo>
                  <a:pt x="34460" y="134375"/>
                </a:lnTo>
                <a:lnTo>
                  <a:pt x="15791" y="176659"/>
                </a:lnTo>
                <a:lnTo>
                  <a:pt x="4066" y="222589"/>
                </a:lnTo>
                <a:lnTo>
                  <a:pt x="0" y="271399"/>
                </a:lnTo>
                <a:lnTo>
                  <a:pt x="4066" y="320213"/>
                </a:lnTo>
                <a:lnTo>
                  <a:pt x="15791" y="366154"/>
                </a:lnTo>
                <a:lnTo>
                  <a:pt x="34460" y="408455"/>
                </a:lnTo>
                <a:lnTo>
                  <a:pt x="59362" y="446350"/>
                </a:lnTo>
                <a:lnTo>
                  <a:pt x="89784" y="479074"/>
                </a:lnTo>
                <a:lnTo>
                  <a:pt x="125013" y="505859"/>
                </a:lnTo>
                <a:lnTo>
                  <a:pt x="164335" y="525940"/>
                </a:lnTo>
                <a:lnTo>
                  <a:pt x="207039" y="538551"/>
                </a:lnTo>
                <a:lnTo>
                  <a:pt x="252412" y="542925"/>
                </a:lnTo>
                <a:lnTo>
                  <a:pt x="297797" y="538551"/>
                </a:lnTo>
                <a:lnTo>
                  <a:pt x="340512" y="525940"/>
                </a:lnTo>
                <a:lnTo>
                  <a:pt x="379845" y="505859"/>
                </a:lnTo>
                <a:lnTo>
                  <a:pt x="415082" y="479074"/>
                </a:lnTo>
                <a:lnTo>
                  <a:pt x="445511" y="446350"/>
                </a:lnTo>
                <a:lnTo>
                  <a:pt x="470419" y="408455"/>
                </a:lnTo>
                <a:lnTo>
                  <a:pt x="489093" y="366154"/>
                </a:lnTo>
                <a:lnTo>
                  <a:pt x="500821" y="320213"/>
                </a:lnTo>
                <a:lnTo>
                  <a:pt x="504888" y="271399"/>
                </a:lnTo>
                <a:lnTo>
                  <a:pt x="500821" y="222589"/>
                </a:lnTo>
                <a:lnTo>
                  <a:pt x="489093" y="176659"/>
                </a:lnTo>
                <a:lnTo>
                  <a:pt x="470419" y="134375"/>
                </a:lnTo>
                <a:lnTo>
                  <a:pt x="445511" y="96499"/>
                </a:lnTo>
                <a:lnTo>
                  <a:pt x="415082" y="63797"/>
                </a:lnTo>
                <a:lnTo>
                  <a:pt x="379845" y="37032"/>
                </a:lnTo>
                <a:lnTo>
                  <a:pt x="340512" y="16968"/>
                </a:lnTo>
                <a:lnTo>
                  <a:pt x="297797" y="4369"/>
                </a:lnTo>
                <a:lnTo>
                  <a:pt x="252412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985837" y="5986526"/>
            <a:ext cx="505459" cy="552450"/>
          </a:xfrm>
          <a:custGeom>
            <a:avLst/>
            <a:gdLst/>
            <a:ahLst/>
            <a:cxnLst/>
            <a:rect l="l" t="t" r="r" b="b"/>
            <a:pathLst>
              <a:path w="505459" h="552450">
                <a:moveTo>
                  <a:pt x="252412" y="0"/>
                </a:moveTo>
                <a:lnTo>
                  <a:pt x="207039" y="4446"/>
                </a:lnTo>
                <a:lnTo>
                  <a:pt x="164335" y="17268"/>
                </a:lnTo>
                <a:lnTo>
                  <a:pt x="125013" y="37686"/>
                </a:lnTo>
                <a:lnTo>
                  <a:pt x="89784" y="64920"/>
                </a:lnTo>
                <a:lnTo>
                  <a:pt x="59362" y="98194"/>
                </a:lnTo>
                <a:lnTo>
                  <a:pt x="34460" y="136727"/>
                </a:lnTo>
                <a:lnTo>
                  <a:pt x="15791" y="179741"/>
                </a:lnTo>
                <a:lnTo>
                  <a:pt x="4066" y="226457"/>
                </a:lnTo>
                <a:lnTo>
                  <a:pt x="0" y="276098"/>
                </a:lnTo>
                <a:lnTo>
                  <a:pt x="4066" y="325775"/>
                </a:lnTo>
                <a:lnTo>
                  <a:pt x="15791" y="372521"/>
                </a:lnTo>
                <a:lnTo>
                  <a:pt x="34460" y="415558"/>
                </a:lnTo>
                <a:lnTo>
                  <a:pt x="59362" y="454107"/>
                </a:lnTo>
                <a:lnTo>
                  <a:pt x="89784" y="487390"/>
                </a:lnTo>
                <a:lnTo>
                  <a:pt x="125013" y="514632"/>
                </a:lnTo>
                <a:lnTo>
                  <a:pt x="164335" y="535053"/>
                </a:lnTo>
                <a:lnTo>
                  <a:pt x="207039" y="547875"/>
                </a:lnTo>
                <a:lnTo>
                  <a:pt x="252412" y="552323"/>
                </a:lnTo>
                <a:lnTo>
                  <a:pt x="297797" y="547875"/>
                </a:lnTo>
                <a:lnTo>
                  <a:pt x="340512" y="535053"/>
                </a:lnTo>
                <a:lnTo>
                  <a:pt x="379845" y="514632"/>
                </a:lnTo>
                <a:lnTo>
                  <a:pt x="415082" y="487390"/>
                </a:lnTo>
                <a:lnTo>
                  <a:pt x="445511" y="454107"/>
                </a:lnTo>
                <a:lnTo>
                  <a:pt x="470419" y="415558"/>
                </a:lnTo>
                <a:lnTo>
                  <a:pt x="489093" y="372521"/>
                </a:lnTo>
                <a:lnTo>
                  <a:pt x="500821" y="325775"/>
                </a:lnTo>
                <a:lnTo>
                  <a:pt x="504888" y="276098"/>
                </a:lnTo>
                <a:lnTo>
                  <a:pt x="500821" y="226457"/>
                </a:lnTo>
                <a:lnTo>
                  <a:pt x="489093" y="179741"/>
                </a:lnTo>
                <a:lnTo>
                  <a:pt x="470419" y="136727"/>
                </a:lnTo>
                <a:lnTo>
                  <a:pt x="445511" y="98194"/>
                </a:lnTo>
                <a:lnTo>
                  <a:pt x="415082" y="64920"/>
                </a:lnTo>
                <a:lnTo>
                  <a:pt x="379845" y="37686"/>
                </a:lnTo>
                <a:lnTo>
                  <a:pt x="340512" y="17268"/>
                </a:lnTo>
                <a:lnTo>
                  <a:pt x="297797" y="4446"/>
                </a:lnTo>
                <a:lnTo>
                  <a:pt x="252412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873442" y="2103691"/>
            <a:ext cx="723900" cy="52368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25"/>
              </a:spcBef>
            </a:pPr>
            <a:r>
              <a:rPr sz="1700" b="1" i="1" spc="-310" dirty="0">
                <a:solidFill>
                  <a:srgbClr val="181818"/>
                </a:solidFill>
                <a:latin typeface="Trebuchet MS"/>
                <a:cs typeface="Trebuchet MS"/>
              </a:rPr>
              <a:t>1</a:t>
            </a:r>
            <a:endParaRPr sz="17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235"/>
              </a:spcBef>
            </a:pPr>
            <a:endParaRPr sz="1700">
              <a:latin typeface="Trebuchet MS"/>
              <a:cs typeface="Trebuchet MS"/>
            </a:endParaRPr>
          </a:p>
          <a:p>
            <a:pPr algn="ctr">
              <a:lnSpc>
                <a:spcPct val="100000"/>
              </a:lnSpc>
            </a:pPr>
            <a:r>
              <a:rPr sz="1700" b="1" i="1" spc="10" dirty="0">
                <a:solidFill>
                  <a:srgbClr val="181818"/>
                </a:solidFill>
                <a:latin typeface="Trebuchet MS"/>
                <a:cs typeface="Trebuchet MS"/>
              </a:rPr>
              <a:t>2</a:t>
            </a:r>
            <a:endParaRPr sz="17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250"/>
              </a:spcBef>
            </a:pPr>
            <a:endParaRPr sz="1700">
              <a:latin typeface="Trebuchet MS"/>
              <a:cs typeface="Trebuchet MS"/>
            </a:endParaRPr>
          </a:p>
          <a:p>
            <a:pPr algn="ctr">
              <a:lnSpc>
                <a:spcPct val="100000"/>
              </a:lnSpc>
            </a:pPr>
            <a:r>
              <a:rPr sz="1700" b="1" i="1" spc="-50" dirty="0">
                <a:solidFill>
                  <a:srgbClr val="181818"/>
                </a:solidFill>
                <a:latin typeface="Trebuchet MS"/>
                <a:cs typeface="Trebuchet MS"/>
              </a:rPr>
              <a:t>3</a:t>
            </a:r>
            <a:endParaRPr sz="17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245"/>
              </a:spcBef>
            </a:pPr>
            <a:endParaRPr sz="1700">
              <a:latin typeface="Trebuchet MS"/>
              <a:cs typeface="Trebuchet MS"/>
            </a:endParaRPr>
          </a:p>
          <a:p>
            <a:pPr algn="ctr">
              <a:lnSpc>
                <a:spcPct val="100000"/>
              </a:lnSpc>
            </a:pPr>
            <a:r>
              <a:rPr sz="1700" b="1" i="1" spc="80" dirty="0">
                <a:solidFill>
                  <a:srgbClr val="181818"/>
                </a:solidFill>
                <a:latin typeface="Trebuchet MS"/>
                <a:cs typeface="Trebuchet MS"/>
              </a:rPr>
              <a:t>4</a:t>
            </a:r>
            <a:endParaRPr sz="17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245"/>
              </a:spcBef>
            </a:pPr>
            <a:endParaRPr sz="1700">
              <a:latin typeface="Trebuchet MS"/>
              <a:cs typeface="Trebuchet MS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sz="1700" b="1" i="1" dirty="0">
                <a:solidFill>
                  <a:srgbClr val="181818"/>
                </a:solidFill>
                <a:latin typeface="Trebuchet MS"/>
                <a:cs typeface="Trebuchet MS"/>
              </a:rPr>
              <a:t>5</a:t>
            </a:r>
            <a:endParaRPr sz="17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245"/>
              </a:spcBef>
            </a:pPr>
            <a:endParaRPr sz="1700">
              <a:latin typeface="Trebuchet MS"/>
              <a:cs typeface="Trebuchet MS"/>
            </a:endParaRPr>
          </a:p>
          <a:p>
            <a:pPr algn="ctr">
              <a:lnSpc>
                <a:spcPct val="100000"/>
              </a:lnSpc>
            </a:pPr>
            <a:r>
              <a:rPr sz="1700" b="1" i="1" spc="60" dirty="0">
                <a:solidFill>
                  <a:srgbClr val="181818"/>
                </a:solidFill>
                <a:latin typeface="Trebuchet MS"/>
                <a:cs typeface="Trebuchet MS"/>
              </a:rPr>
              <a:t>6</a:t>
            </a:r>
            <a:endParaRPr sz="17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250"/>
              </a:spcBef>
            </a:pPr>
            <a:endParaRPr sz="1700">
              <a:latin typeface="Trebuchet MS"/>
              <a:cs typeface="Trebuchet MS"/>
            </a:endParaRPr>
          </a:p>
          <a:p>
            <a:pPr algn="ctr">
              <a:lnSpc>
                <a:spcPct val="100000"/>
              </a:lnSpc>
            </a:pPr>
            <a:r>
              <a:rPr sz="1700" b="1" i="1" dirty="0">
                <a:solidFill>
                  <a:srgbClr val="181818"/>
                </a:solidFill>
                <a:latin typeface="Trebuchet MS"/>
                <a:cs typeface="Trebuchet MS"/>
              </a:rPr>
              <a:t>7</a:t>
            </a:r>
            <a:endParaRPr sz="17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</a:pPr>
            <a:endParaRPr sz="17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580"/>
              </a:spcBef>
            </a:pPr>
            <a:endParaRPr sz="1700">
              <a:latin typeface="Trebuchet MS"/>
              <a:cs typeface="Trebuchet MS"/>
            </a:endParaRPr>
          </a:p>
          <a:p>
            <a:pPr algn="ctr">
              <a:lnSpc>
                <a:spcPct val="100000"/>
              </a:lnSpc>
            </a:pPr>
            <a:r>
              <a:rPr sz="2400" b="1" i="1" spc="180" dirty="0">
                <a:solidFill>
                  <a:srgbClr val="001F5F"/>
                </a:solidFill>
                <a:latin typeface="Trebuchet MS"/>
                <a:cs typeface="Trebuchet MS"/>
              </a:rPr>
              <a:t>8(C)</a:t>
            </a:r>
            <a:endParaRPr sz="2400">
              <a:latin typeface="Trebuchet MS"/>
              <a:cs typeface="Trebuchet MS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985837" y="7767573"/>
            <a:ext cx="505459" cy="542925"/>
          </a:xfrm>
          <a:custGeom>
            <a:avLst/>
            <a:gdLst/>
            <a:ahLst/>
            <a:cxnLst/>
            <a:rect l="l" t="t" r="r" b="b"/>
            <a:pathLst>
              <a:path w="505459" h="542925">
                <a:moveTo>
                  <a:pt x="252412" y="0"/>
                </a:moveTo>
                <a:lnTo>
                  <a:pt x="207039" y="4373"/>
                </a:lnTo>
                <a:lnTo>
                  <a:pt x="164335" y="16984"/>
                </a:lnTo>
                <a:lnTo>
                  <a:pt x="125013" y="37065"/>
                </a:lnTo>
                <a:lnTo>
                  <a:pt x="89784" y="63850"/>
                </a:lnTo>
                <a:lnTo>
                  <a:pt x="59362" y="96574"/>
                </a:lnTo>
                <a:lnTo>
                  <a:pt x="34460" y="134469"/>
                </a:lnTo>
                <a:lnTo>
                  <a:pt x="15791" y="176770"/>
                </a:lnTo>
                <a:lnTo>
                  <a:pt x="4066" y="222711"/>
                </a:lnTo>
                <a:lnTo>
                  <a:pt x="0" y="271525"/>
                </a:lnTo>
                <a:lnTo>
                  <a:pt x="4066" y="320335"/>
                </a:lnTo>
                <a:lnTo>
                  <a:pt x="15791" y="366265"/>
                </a:lnTo>
                <a:lnTo>
                  <a:pt x="34460" y="408549"/>
                </a:lnTo>
                <a:lnTo>
                  <a:pt x="59362" y="446425"/>
                </a:lnTo>
                <a:lnTo>
                  <a:pt x="89784" y="479127"/>
                </a:lnTo>
                <a:lnTo>
                  <a:pt x="125013" y="505892"/>
                </a:lnTo>
                <a:lnTo>
                  <a:pt x="164335" y="525956"/>
                </a:lnTo>
                <a:lnTo>
                  <a:pt x="207039" y="538555"/>
                </a:lnTo>
                <a:lnTo>
                  <a:pt x="252412" y="542925"/>
                </a:lnTo>
                <a:lnTo>
                  <a:pt x="297797" y="538555"/>
                </a:lnTo>
                <a:lnTo>
                  <a:pt x="340512" y="525956"/>
                </a:lnTo>
                <a:lnTo>
                  <a:pt x="379845" y="505892"/>
                </a:lnTo>
                <a:lnTo>
                  <a:pt x="415082" y="479127"/>
                </a:lnTo>
                <a:lnTo>
                  <a:pt x="445511" y="446425"/>
                </a:lnTo>
                <a:lnTo>
                  <a:pt x="470419" y="408549"/>
                </a:lnTo>
                <a:lnTo>
                  <a:pt x="489093" y="366265"/>
                </a:lnTo>
                <a:lnTo>
                  <a:pt x="500821" y="320335"/>
                </a:lnTo>
                <a:lnTo>
                  <a:pt x="504888" y="271525"/>
                </a:lnTo>
                <a:lnTo>
                  <a:pt x="500821" y="222711"/>
                </a:lnTo>
                <a:lnTo>
                  <a:pt x="489093" y="176770"/>
                </a:lnTo>
                <a:lnTo>
                  <a:pt x="470419" y="134469"/>
                </a:lnTo>
                <a:lnTo>
                  <a:pt x="445511" y="96574"/>
                </a:lnTo>
                <a:lnTo>
                  <a:pt x="415082" y="63850"/>
                </a:lnTo>
                <a:lnTo>
                  <a:pt x="379845" y="37065"/>
                </a:lnTo>
                <a:lnTo>
                  <a:pt x="340512" y="16984"/>
                </a:lnTo>
                <a:lnTo>
                  <a:pt x="297797" y="4373"/>
                </a:lnTo>
                <a:lnTo>
                  <a:pt x="252412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1150619" y="7887652"/>
            <a:ext cx="167005" cy="2889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700" b="1" i="1" spc="60" dirty="0">
                <a:solidFill>
                  <a:srgbClr val="181818"/>
                </a:solidFill>
                <a:latin typeface="Trebuchet MS"/>
                <a:cs typeface="Trebuchet MS"/>
              </a:rPr>
              <a:t>9</a:t>
            </a:r>
            <a:endParaRPr sz="1700">
              <a:latin typeface="Trebuchet MS"/>
              <a:cs typeface="Trebuchet MS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16331437" y="1042689"/>
            <a:ext cx="914400" cy="211454"/>
          </a:xfrm>
          <a:custGeom>
            <a:avLst/>
            <a:gdLst/>
            <a:ahLst/>
            <a:cxnLst/>
            <a:rect l="l" t="t" r="r" b="b"/>
            <a:pathLst>
              <a:path w="914400" h="211455">
                <a:moveTo>
                  <a:pt x="114280" y="0"/>
                </a:moveTo>
                <a:lnTo>
                  <a:pt x="69787" y="8294"/>
                </a:lnTo>
                <a:lnTo>
                  <a:pt x="33462" y="30918"/>
                </a:lnTo>
                <a:lnTo>
                  <a:pt x="8977" y="64479"/>
                </a:lnTo>
                <a:lnTo>
                  <a:pt x="0" y="105589"/>
                </a:lnTo>
                <a:lnTo>
                  <a:pt x="8977" y="146699"/>
                </a:lnTo>
                <a:lnTo>
                  <a:pt x="33463" y="180261"/>
                </a:lnTo>
                <a:lnTo>
                  <a:pt x="69788" y="202884"/>
                </a:lnTo>
                <a:lnTo>
                  <a:pt x="114281" y="211178"/>
                </a:lnTo>
                <a:lnTo>
                  <a:pt x="158774" y="202884"/>
                </a:lnTo>
                <a:lnTo>
                  <a:pt x="195098" y="180261"/>
                </a:lnTo>
                <a:lnTo>
                  <a:pt x="219583" y="146699"/>
                </a:lnTo>
                <a:lnTo>
                  <a:pt x="228560" y="105589"/>
                </a:lnTo>
                <a:lnTo>
                  <a:pt x="219582" y="64479"/>
                </a:lnTo>
                <a:lnTo>
                  <a:pt x="195097" y="30918"/>
                </a:lnTo>
                <a:lnTo>
                  <a:pt x="158773" y="8294"/>
                </a:lnTo>
                <a:lnTo>
                  <a:pt x="114280" y="0"/>
                </a:lnTo>
                <a:close/>
              </a:path>
              <a:path w="914400" h="211455">
                <a:moveTo>
                  <a:pt x="799962" y="0"/>
                </a:moveTo>
                <a:lnTo>
                  <a:pt x="755461" y="8294"/>
                </a:lnTo>
                <a:lnTo>
                  <a:pt x="719138" y="30918"/>
                </a:lnTo>
                <a:lnTo>
                  <a:pt x="694658" y="64479"/>
                </a:lnTo>
                <a:lnTo>
                  <a:pt x="685684" y="105589"/>
                </a:lnTo>
                <a:lnTo>
                  <a:pt x="694658" y="146699"/>
                </a:lnTo>
                <a:lnTo>
                  <a:pt x="719139" y="180261"/>
                </a:lnTo>
                <a:lnTo>
                  <a:pt x="755462" y="202884"/>
                </a:lnTo>
                <a:lnTo>
                  <a:pt x="799963" y="211178"/>
                </a:lnTo>
                <a:lnTo>
                  <a:pt x="844448" y="202884"/>
                </a:lnTo>
                <a:lnTo>
                  <a:pt x="880773" y="180261"/>
                </a:lnTo>
                <a:lnTo>
                  <a:pt x="905262" y="146699"/>
                </a:lnTo>
                <a:lnTo>
                  <a:pt x="914242" y="105589"/>
                </a:lnTo>
                <a:lnTo>
                  <a:pt x="905262" y="64479"/>
                </a:lnTo>
                <a:lnTo>
                  <a:pt x="880772" y="30918"/>
                </a:lnTo>
                <a:lnTo>
                  <a:pt x="844447" y="8294"/>
                </a:lnTo>
                <a:lnTo>
                  <a:pt x="799962" y="0"/>
                </a:lnTo>
                <a:close/>
              </a:path>
              <a:path w="914400" h="211455">
                <a:moveTo>
                  <a:pt x="457125" y="0"/>
                </a:moveTo>
                <a:lnTo>
                  <a:pt x="412623" y="8294"/>
                </a:lnTo>
                <a:lnTo>
                  <a:pt x="376297" y="30918"/>
                </a:lnTo>
                <a:lnTo>
                  <a:pt x="351814" y="64479"/>
                </a:lnTo>
                <a:lnTo>
                  <a:pt x="342839" y="105589"/>
                </a:lnTo>
                <a:lnTo>
                  <a:pt x="351815" y="146699"/>
                </a:lnTo>
                <a:lnTo>
                  <a:pt x="376298" y="180261"/>
                </a:lnTo>
                <a:lnTo>
                  <a:pt x="412624" y="202884"/>
                </a:lnTo>
                <a:lnTo>
                  <a:pt x="457126" y="211178"/>
                </a:lnTo>
                <a:lnTo>
                  <a:pt x="501611" y="202884"/>
                </a:lnTo>
                <a:lnTo>
                  <a:pt x="537935" y="180261"/>
                </a:lnTo>
                <a:lnTo>
                  <a:pt x="562425" y="146699"/>
                </a:lnTo>
                <a:lnTo>
                  <a:pt x="571404" y="105589"/>
                </a:lnTo>
                <a:lnTo>
                  <a:pt x="562424" y="64479"/>
                </a:lnTo>
                <a:lnTo>
                  <a:pt x="537935" y="30918"/>
                </a:lnTo>
                <a:lnTo>
                  <a:pt x="501610" y="8294"/>
                </a:lnTo>
                <a:lnTo>
                  <a:pt x="457125" y="0"/>
                </a:lnTo>
                <a:close/>
              </a:path>
            </a:pathLst>
          </a:custGeom>
          <a:solidFill>
            <a:srgbClr val="FC61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17173575" y="1998619"/>
            <a:ext cx="1114425" cy="6642734"/>
          </a:xfrm>
          <a:custGeom>
            <a:avLst/>
            <a:gdLst/>
            <a:ahLst/>
            <a:cxnLst/>
            <a:rect l="l" t="t" r="r" b="b"/>
            <a:pathLst>
              <a:path w="1114425" h="6642734">
                <a:moveTo>
                  <a:pt x="1114425" y="0"/>
                </a:moveTo>
                <a:lnTo>
                  <a:pt x="1081769" y="43482"/>
                </a:lnTo>
                <a:lnTo>
                  <a:pt x="1055085" y="79730"/>
                </a:lnTo>
                <a:lnTo>
                  <a:pt x="1028691" y="116203"/>
                </a:lnTo>
                <a:lnTo>
                  <a:pt x="1002589" y="152899"/>
                </a:lnTo>
                <a:lnTo>
                  <a:pt x="976780" y="189818"/>
                </a:lnTo>
                <a:lnTo>
                  <a:pt x="951267" y="226957"/>
                </a:lnTo>
                <a:lnTo>
                  <a:pt x="926050" y="264315"/>
                </a:lnTo>
                <a:lnTo>
                  <a:pt x="901132" y="301889"/>
                </a:lnTo>
                <a:lnTo>
                  <a:pt x="876514" y="339679"/>
                </a:lnTo>
                <a:lnTo>
                  <a:pt x="852198" y="377683"/>
                </a:lnTo>
                <a:lnTo>
                  <a:pt x="828185" y="415898"/>
                </a:lnTo>
                <a:lnTo>
                  <a:pt x="804478" y="454323"/>
                </a:lnTo>
                <a:lnTo>
                  <a:pt x="781078" y="492957"/>
                </a:lnTo>
                <a:lnTo>
                  <a:pt x="757986" y="531797"/>
                </a:lnTo>
                <a:lnTo>
                  <a:pt x="735205" y="570843"/>
                </a:lnTo>
                <a:lnTo>
                  <a:pt x="712736" y="610092"/>
                </a:lnTo>
                <a:lnTo>
                  <a:pt x="690581" y="649542"/>
                </a:lnTo>
                <a:lnTo>
                  <a:pt x="668741" y="689192"/>
                </a:lnTo>
                <a:lnTo>
                  <a:pt x="647219" y="729041"/>
                </a:lnTo>
                <a:lnTo>
                  <a:pt x="626016" y="769086"/>
                </a:lnTo>
                <a:lnTo>
                  <a:pt x="605133" y="809326"/>
                </a:lnTo>
                <a:lnTo>
                  <a:pt x="584573" y="849759"/>
                </a:lnTo>
                <a:lnTo>
                  <a:pt x="564336" y="890383"/>
                </a:lnTo>
                <a:lnTo>
                  <a:pt x="544426" y="931197"/>
                </a:lnTo>
                <a:lnTo>
                  <a:pt x="524843" y="972198"/>
                </a:lnTo>
                <a:lnTo>
                  <a:pt x="505589" y="1013387"/>
                </a:lnTo>
                <a:lnTo>
                  <a:pt x="486666" y="1054759"/>
                </a:lnTo>
                <a:lnTo>
                  <a:pt x="468075" y="1096315"/>
                </a:lnTo>
                <a:lnTo>
                  <a:pt x="449819" y="1138051"/>
                </a:lnTo>
                <a:lnTo>
                  <a:pt x="431899" y="1179967"/>
                </a:lnTo>
                <a:lnTo>
                  <a:pt x="414316" y="1222061"/>
                </a:lnTo>
                <a:lnTo>
                  <a:pt x="397073" y="1264331"/>
                </a:lnTo>
                <a:lnTo>
                  <a:pt x="380171" y="1306775"/>
                </a:lnTo>
                <a:lnTo>
                  <a:pt x="363611" y="1349392"/>
                </a:lnTo>
                <a:lnTo>
                  <a:pt x="347397" y="1392180"/>
                </a:lnTo>
                <a:lnTo>
                  <a:pt x="331528" y="1435137"/>
                </a:lnTo>
                <a:lnTo>
                  <a:pt x="316007" y="1478261"/>
                </a:lnTo>
                <a:lnTo>
                  <a:pt x="300836" y="1521552"/>
                </a:lnTo>
                <a:lnTo>
                  <a:pt x="286016" y="1565006"/>
                </a:lnTo>
                <a:lnTo>
                  <a:pt x="271549" y="1608623"/>
                </a:lnTo>
                <a:lnTo>
                  <a:pt x="257437" y="1652400"/>
                </a:lnTo>
                <a:lnTo>
                  <a:pt x="243681" y="1696337"/>
                </a:lnTo>
                <a:lnTo>
                  <a:pt x="230284" y="1740430"/>
                </a:lnTo>
                <a:lnTo>
                  <a:pt x="217246" y="1784680"/>
                </a:lnTo>
                <a:lnTo>
                  <a:pt x="204570" y="1829083"/>
                </a:lnTo>
                <a:lnTo>
                  <a:pt x="192256" y="1873638"/>
                </a:lnTo>
                <a:lnTo>
                  <a:pt x="180308" y="1918344"/>
                </a:lnTo>
                <a:lnTo>
                  <a:pt x="168727" y="1963199"/>
                </a:lnTo>
                <a:lnTo>
                  <a:pt x="157514" y="2008200"/>
                </a:lnTo>
                <a:lnTo>
                  <a:pt x="146670" y="2053347"/>
                </a:lnTo>
                <a:lnTo>
                  <a:pt x="136199" y="2098638"/>
                </a:lnTo>
                <a:lnTo>
                  <a:pt x="126101" y="2144070"/>
                </a:lnTo>
                <a:lnTo>
                  <a:pt x="116378" y="2189643"/>
                </a:lnTo>
                <a:lnTo>
                  <a:pt x="107032" y="2235354"/>
                </a:lnTo>
                <a:lnTo>
                  <a:pt x="98065" y="2281202"/>
                </a:lnTo>
                <a:lnTo>
                  <a:pt x="89477" y="2327186"/>
                </a:lnTo>
                <a:lnTo>
                  <a:pt x="81272" y="2373302"/>
                </a:lnTo>
                <a:lnTo>
                  <a:pt x="73450" y="2419551"/>
                </a:lnTo>
                <a:lnTo>
                  <a:pt x="66014" y="2465929"/>
                </a:lnTo>
                <a:lnTo>
                  <a:pt x="58965" y="2512436"/>
                </a:lnTo>
                <a:lnTo>
                  <a:pt x="52305" y="2559069"/>
                </a:lnTo>
                <a:lnTo>
                  <a:pt x="46035" y="2605827"/>
                </a:lnTo>
                <a:lnTo>
                  <a:pt x="40157" y="2652709"/>
                </a:lnTo>
                <a:lnTo>
                  <a:pt x="34673" y="2699712"/>
                </a:lnTo>
                <a:lnTo>
                  <a:pt x="29585" y="2746834"/>
                </a:lnTo>
                <a:lnTo>
                  <a:pt x="24894" y="2794075"/>
                </a:lnTo>
                <a:lnTo>
                  <a:pt x="20601" y="2841432"/>
                </a:lnTo>
                <a:lnTo>
                  <a:pt x="16710" y="2888904"/>
                </a:lnTo>
                <a:lnTo>
                  <a:pt x="13221" y="2936489"/>
                </a:lnTo>
                <a:lnTo>
                  <a:pt x="10136" y="2984185"/>
                </a:lnTo>
                <a:lnTo>
                  <a:pt x="7457" y="3031990"/>
                </a:lnTo>
                <a:lnTo>
                  <a:pt x="5185" y="3079904"/>
                </a:lnTo>
                <a:lnTo>
                  <a:pt x="3323" y="3127923"/>
                </a:lnTo>
                <a:lnTo>
                  <a:pt x="1872" y="3176047"/>
                </a:lnTo>
                <a:lnTo>
                  <a:pt x="833" y="3224274"/>
                </a:lnTo>
                <a:lnTo>
                  <a:pt x="208" y="3272602"/>
                </a:lnTo>
                <a:lnTo>
                  <a:pt x="0" y="3321029"/>
                </a:lnTo>
                <a:lnTo>
                  <a:pt x="208" y="3369458"/>
                </a:lnTo>
                <a:lnTo>
                  <a:pt x="833" y="3417788"/>
                </a:lnTo>
                <a:lnTo>
                  <a:pt x="1872" y="3466016"/>
                </a:lnTo>
                <a:lnTo>
                  <a:pt x="3323" y="3514142"/>
                </a:lnTo>
                <a:lnTo>
                  <a:pt x="5185" y="3562164"/>
                </a:lnTo>
                <a:lnTo>
                  <a:pt x="7457" y="3610079"/>
                </a:lnTo>
                <a:lnTo>
                  <a:pt x="10136" y="3657886"/>
                </a:lnTo>
                <a:lnTo>
                  <a:pt x="13221" y="3705584"/>
                </a:lnTo>
                <a:lnTo>
                  <a:pt x="16710" y="3753171"/>
                </a:lnTo>
                <a:lnTo>
                  <a:pt x="20601" y="3800644"/>
                </a:lnTo>
                <a:lnTo>
                  <a:pt x="24894" y="3848003"/>
                </a:lnTo>
                <a:lnTo>
                  <a:pt x="29585" y="3895246"/>
                </a:lnTo>
                <a:lnTo>
                  <a:pt x="34673" y="3942370"/>
                </a:lnTo>
                <a:lnTo>
                  <a:pt x="40157" y="3989375"/>
                </a:lnTo>
                <a:lnTo>
                  <a:pt x="46035" y="4036258"/>
                </a:lnTo>
                <a:lnTo>
                  <a:pt x="52305" y="4083018"/>
                </a:lnTo>
                <a:lnTo>
                  <a:pt x="58965" y="4129653"/>
                </a:lnTo>
                <a:lnTo>
                  <a:pt x="66014" y="4176161"/>
                </a:lnTo>
                <a:lnTo>
                  <a:pt x="73450" y="4222541"/>
                </a:lnTo>
                <a:lnTo>
                  <a:pt x="81272" y="4268791"/>
                </a:lnTo>
                <a:lnTo>
                  <a:pt x="89477" y="4314910"/>
                </a:lnTo>
                <a:lnTo>
                  <a:pt x="98065" y="4360895"/>
                </a:lnTo>
                <a:lnTo>
                  <a:pt x="107032" y="4406744"/>
                </a:lnTo>
                <a:lnTo>
                  <a:pt x="116378" y="4452457"/>
                </a:lnTo>
                <a:lnTo>
                  <a:pt x="126101" y="4498031"/>
                </a:lnTo>
                <a:lnTo>
                  <a:pt x="136199" y="4543466"/>
                </a:lnTo>
                <a:lnTo>
                  <a:pt x="146670" y="4588758"/>
                </a:lnTo>
                <a:lnTo>
                  <a:pt x="157514" y="4633906"/>
                </a:lnTo>
                <a:lnTo>
                  <a:pt x="168727" y="4678909"/>
                </a:lnTo>
                <a:lnTo>
                  <a:pt x="180308" y="4723765"/>
                </a:lnTo>
                <a:lnTo>
                  <a:pt x="192256" y="4768472"/>
                </a:lnTo>
                <a:lnTo>
                  <a:pt x="204570" y="4813029"/>
                </a:lnTo>
                <a:lnTo>
                  <a:pt x="217246" y="4857434"/>
                </a:lnTo>
                <a:lnTo>
                  <a:pt x="230284" y="4901684"/>
                </a:lnTo>
                <a:lnTo>
                  <a:pt x="243681" y="4945779"/>
                </a:lnTo>
                <a:lnTo>
                  <a:pt x="257437" y="4989717"/>
                </a:lnTo>
                <a:lnTo>
                  <a:pt x="271549" y="5033496"/>
                </a:lnTo>
                <a:lnTo>
                  <a:pt x="286016" y="5077114"/>
                </a:lnTo>
                <a:lnTo>
                  <a:pt x="300836" y="5120570"/>
                </a:lnTo>
                <a:lnTo>
                  <a:pt x="316007" y="5163861"/>
                </a:lnTo>
                <a:lnTo>
                  <a:pt x="331528" y="5206987"/>
                </a:lnTo>
                <a:lnTo>
                  <a:pt x="347397" y="5249945"/>
                </a:lnTo>
                <a:lnTo>
                  <a:pt x="363611" y="5292734"/>
                </a:lnTo>
                <a:lnTo>
                  <a:pt x="380171" y="5335352"/>
                </a:lnTo>
                <a:lnTo>
                  <a:pt x="397073" y="5377797"/>
                </a:lnTo>
                <a:lnTo>
                  <a:pt x="414316" y="5420068"/>
                </a:lnTo>
                <a:lnTo>
                  <a:pt x="431899" y="5462163"/>
                </a:lnTo>
                <a:lnTo>
                  <a:pt x="449819" y="5504081"/>
                </a:lnTo>
                <a:lnTo>
                  <a:pt x="468075" y="5545818"/>
                </a:lnTo>
                <a:lnTo>
                  <a:pt x="486666" y="5587375"/>
                </a:lnTo>
                <a:lnTo>
                  <a:pt x="505589" y="5628749"/>
                </a:lnTo>
                <a:lnTo>
                  <a:pt x="524843" y="5669938"/>
                </a:lnTo>
                <a:lnTo>
                  <a:pt x="544426" y="5710941"/>
                </a:lnTo>
                <a:lnTo>
                  <a:pt x="564336" y="5751756"/>
                </a:lnTo>
                <a:lnTo>
                  <a:pt x="584573" y="5792381"/>
                </a:lnTo>
                <a:lnTo>
                  <a:pt x="605133" y="5832815"/>
                </a:lnTo>
                <a:lnTo>
                  <a:pt x="626016" y="5873056"/>
                </a:lnTo>
                <a:lnTo>
                  <a:pt x="647219" y="5913102"/>
                </a:lnTo>
                <a:lnTo>
                  <a:pt x="668741" y="5952951"/>
                </a:lnTo>
                <a:lnTo>
                  <a:pt x="690581" y="5992602"/>
                </a:lnTo>
                <a:lnTo>
                  <a:pt x="712736" y="6032054"/>
                </a:lnTo>
                <a:lnTo>
                  <a:pt x="735205" y="6071303"/>
                </a:lnTo>
                <a:lnTo>
                  <a:pt x="757986" y="6110350"/>
                </a:lnTo>
                <a:lnTo>
                  <a:pt x="781078" y="6149191"/>
                </a:lnTo>
                <a:lnTo>
                  <a:pt x="804478" y="6187826"/>
                </a:lnTo>
                <a:lnTo>
                  <a:pt x="828185" y="6226252"/>
                </a:lnTo>
                <a:lnTo>
                  <a:pt x="852198" y="6264468"/>
                </a:lnTo>
                <a:lnTo>
                  <a:pt x="876514" y="6302472"/>
                </a:lnTo>
                <a:lnTo>
                  <a:pt x="901132" y="6340263"/>
                </a:lnTo>
                <a:lnTo>
                  <a:pt x="926050" y="6377838"/>
                </a:lnTo>
                <a:lnTo>
                  <a:pt x="951267" y="6415197"/>
                </a:lnTo>
                <a:lnTo>
                  <a:pt x="976780" y="6452337"/>
                </a:lnTo>
                <a:lnTo>
                  <a:pt x="1002589" y="6489256"/>
                </a:lnTo>
                <a:lnTo>
                  <a:pt x="1028691" y="6525954"/>
                </a:lnTo>
                <a:lnTo>
                  <a:pt x="1055085" y="6562427"/>
                </a:lnTo>
                <a:lnTo>
                  <a:pt x="1081769" y="6598675"/>
                </a:lnTo>
                <a:lnTo>
                  <a:pt x="1108741" y="6634696"/>
                </a:lnTo>
                <a:lnTo>
                  <a:pt x="1114425" y="6642159"/>
                </a:lnTo>
              </a:path>
            </a:pathLst>
          </a:custGeom>
          <a:ln w="514350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5658" rIns="0" bIns="0" rtlCol="0">
            <a:spAutoFit/>
          </a:bodyPr>
          <a:lstStyle/>
          <a:p>
            <a:pPr marL="354965">
              <a:lnSpc>
                <a:spcPct val="100000"/>
              </a:lnSpc>
              <a:spcBef>
                <a:spcPts val="105"/>
              </a:spcBef>
            </a:pPr>
            <a:r>
              <a:rPr spc="-40" dirty="0"/>
              <a:t>IMPLEMENTATION</a:t>
            </a:r>
            <a:r>
              <a:rPr spc="-229" dirty="0"/>
              <a:t> </a:t>
            </a:r>
            <a:r>
              <a:rPr spc="-10" dirty="0"/>
              <a:t>SCREENSHOTS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3305809" y="7276782"/>
            <a:ext cx="13761719" cy="13989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31775" indent="-219075">
              <a:lnSpc>
                <a:spcPct val="100000"/>
              </a:lnSpc>
              <a:spcBef>
                <a:spcPts val="100"/>
              </a:spcBef>
              <a:buChar char="•"/>
              <a:tabLst>
                <a:tab pos="231775" algn="l"/>
              </a:tabLst>
            </a:pPr>
            <a:r>
              <a:rPr sz="3000" dirty="0">
                <a:latin typeface="Times New Roman"/>
                <a:cs typeface="Times New Roman"/>
              </a:rPr>
              <a:t>This</a:t>
            </a:r>
            <a:r>
              <a:rPr sz="3000" spc="-8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page</a:t>
            </a:r>
            <a:r>
              <a:rPr sz="3000" spc="-3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allows</a:t>
            </a:r>
            <a:r>
              <a:rPr sz="3000" spc="-5" dirty="0">
                <a:latin typeface="Times New Roman"/>
                <a:cs typeface="Times New Roman"/>
              </a:rPr>
              <a:t> </a:t>
            </a:r>
            <a:r>
              <a:rPr sz="3000" spc="-10" dirty="0">
                <a:latin typeface="Times New Roman"/>
                <a:cs typeface="Times New Roman"/>
              </a:rPr>
              <a:t>employers</a:t>
            </a:r>
            <a:r>
              <a:rPr sz="3000" spc="-8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to</a:t>
            </a:r>
            <a:r>
              <a:rPr sz="3000" spc="-4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create</a:t>
            </a:r>
            <a:r>
              <a:rPr sz="3000" spc="-9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and</a:t>
            </a:r>
            <a:r>
              <a:rPr sz="3000" spc="-4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post</a:t>
            </a:r>
            <a:r>
              <a:rPr sz="3000" spc="-5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new</a:t>
            </a:r>
            <a:r>
              <a:rPr sz="3000" spc="-4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job</a:t>
            </a:r>
            <a:r>
              <a:rPr sz="3000" spc="-4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vacancies</a:t>
            </a:r>
            <a:r>
              <a:rPr sz="3000" spc="-1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by</a:t>
            </a:r>
            <a:r>
              <a:rPr sz="3000" spc="-4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entering</a:t>
            </a:r>
            <a:r>
              <a:rPr sz="3000" spc="-4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details</a:t>
            </a:r>
            <a:r>
              <a:rPr sz="3000" spc="-15" dirty="0">
                <a:latin typeface="Times New Roman"/>
                <a:cs typeface="Times New Roman"/>
              </a:rPr>
              <a:t> </a:t>
            </a:r>
            <a:r>
              <a:rPr sz="3000" spc="-20" dirty="0">
                <a:latin typeface="Times New Roman"/>
                <a:cs typeface="Times New Roman"/>
              </a:rPr>
              <a:t>like</a:t>
            </a:r>
            <a:endParaRPr sz="3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3000" dirty="0">
                <a:latin typeface="Times New Roman"/>
                <a:cs typeface="Times New Roman"/>
              </a:rPr>
              <a:t>title,</a:t>
            </a:r>
            <a:r>
              <a:rPr sz="3000" spc="-5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description,</a:t>
            </a:r>
            <a:r>
              <a:rPr sz="3000" spc="-5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skills,</a:t>
            </a:r>
            <a:r>
              <a:rPr sz="3000" spc="-5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and</a:t>
            </a:r>
            <a:r>
              <a:rPr sz="3000" spc="-50" dirty="0">
                <a:latin typeface="Times New Roman"/>
                <a:cs typeface="Times New Roman"/>
              </a:rPr>
              <a:t> </a:t>
            </a:r>
            <a:r>
              <a:rPr sz="3000" spc="-10" dirty="0">
                <a:latin typeface="Times New Roman"/>
                <a:cs typeface="Times New Roman"/>
              </a:rPr>
              <a:t>salary.</a:t>
            </a:r>
            <a:endParaRPr sz="30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5"/>
              </a:spcBef>
              <a:buChar char="•"/>
              <a:tabLst>
                <a:tab pos="241300" algn="l"/>
              </a:tabLst>
            </a:pPr>
            <a:r>
              <a:rPr sz="3000" dirty="0">
                <a:latin typeface="Times New Roman"/>
                <a:cs typeface="Times New Roman"/>
              </a:rPr>
              <a:t>It</a:t>
            </a:r>
            <a:r>
              <a:rPr sz="3000" spc="-1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helps</a:t>
            </a:r>
            <a:r>
              <a:rPr sz="3000" spc="-10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employers</a:t>
            </a:r>
            <a:r>
              <a:rPr sz="3000" spc="-4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manage</a:t>
            </a:r>
            <a:r>
              <a:rPr sz="3000" spc="-5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job</a:t>
            </a:r>
            <a:r>
              <a:rPr sz="3000" spc="-6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listings</a:t>
            </a:r>
            <a:r>
              <a:rPr sz="3000" spc="-10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and</a:t>
            </a:r>
            <a:r>
              <a:rPr sz="3000" spc="-6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attract</a:t>
            </a:r>
            <a:r>
              <a:rPr sz="3000" spc="-1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suitable</a:t>
            </a:r>
            <a:r>
              <a:rPr sz="3000" spc="-5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candidates</a:t>
            </a:r>
            <a:r>
              <a:rPr sz="3000" spc="-10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for</a:t>
            </a:r>
            <a:r>
              <a:rPr sz="3000" spc="-90" dirty="0">
                <a:latin typeface="Times New Roman"/>
                <a:cs typeface="Times New Roman"/>
              </a:rPr>
              <a:t> </a:t>
            </a:r>
            <a:r>
              <a:rPr sz="3000" spc="-10" dirty="0">
                <a:latin typeface="Times New Roman"/>
                <a:cs typeface="Times New Roman"/>
              </a:rPr>
              <a:t>recruitment.</a:t>
            </a:r>
            <a:endParaRPr sz="3000">
              <a:latin typeface="Times New Roman"/>
              <a:cs typeface="Times New Roman"/>
            </a:endParaRPr>
          </a:p>
        </p:txBody>
      </p:sp>
      <p:sp>
        <p:nvSpPr>
          <p:cNvPr id="4098" name="AutoShape 2" descr="blob:https://web.whatsapp.com/57d8fb17-2e9b-4a1f-9f77-0b82868ddb1b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100" name="AutoShape 4" descr="blob:https://web.whatsapp.com/57d8fb17-2e9b-4a1f-9f77-0b82868ddb1b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102" name="AutoShape 6" descr="blob:https://web.whatsapp.com/57d8fb17-2e9b-4a1f-9f77-0b82868ddb1b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104" name="AutoShape 8" descr="blob:https://web.whatsapp.com/57d8fb17-2e9b-4a1f-9f77-0b82868ddb1b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106" name="AutoShape 10" descr="blob:https://web.whatsapp.com/57d8fb17-2e9b-4a1f-9f77-0b82868ddb1b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4107" name="Picture 11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971800" y="1943100"/>
            <a:ext cx="12536487" cy="4867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33425" y="6657975"/>
            <a:ext cx="990600" cy="990600"/>
          </a:xfrm>
          <a:custGeom>
            <a:avLst/>
            <a:gdLst/>
            <a:ahLst/>
            <a:cxnLst/>
            <a:rect l="l" t="t" r="r" b="b"/>
            <a:pathLst>
              <a:path w="990600" h="990600">
                <a:moveTo>
                  <a:pt x="495300" y="0"/>
                </a:moveTo>
                <a:lnTo>
                  <a:pt x="447599" y="2267"/>
                </a:lnTo>
                <a:lnTo>
                  <a:pt x="401181" y="8930"/>
                </a:lnTo>
                <a:lnTo>
                  <a:pt x="356254" y="19782"/>
                </a:lnTo>
                <a:lnTo>
                  <a:pt x="313025" y="34615"/>
                </a:lnTo>
                <a:lnTo>
                  <a:pt x="271701" y="53222"/>
                </a:lnTo>
                <a:lnTo>
                  <a:pt x="232490" y="75394"/>
                </a:lnTo>
                <a:lnTo>
                  <a:pt x="195600" y="100925"/>
                </a:lnTo>
                <a:lnTo>
                  <a:pt x="161238" y="129607"/>
                </a:lnTo>
                <a:lnTo>
                  <a:pt x="129612" y="161233"/>
                </a:lnTo>
                <a:lnTo>
                  <a:pt x="100929" y="195594"/>
                </a:lnTo>
                <a:lnTo>
                  <a:pt x="75397" y="232484"/>
                </a:lnTo>
                <a:lnTo>
                  <a:pt x="53224" y="271695"/>
                </a:lnTo>
                <a:lnTo>
                  <a:pt x="34617" y="313019"/>
                </a:lnTo>
                <a:lnTo>
                  <a:pt x="19783" y="356249"/>
                </a:lnTo>
                <a:lnTo>
                  <a:pt x="8931" y="401178"/>
                </a:lnTo>
                <a:lnTo>
                  <a:pt x="2267" y="447597"/>
                </a:lnTo>
                <a:lnTo>
                  <a:pt x="0" y="495300"/>
                </a:lnTo>
                <a:lnTo>
                  <a:pt x="2267" y="543002"/>
                </a:lnTo>
                <a:lnTo>
                  <a:pt x="8931" y="589421"/>
                </a:lnTo>
                <a:lnTo>
                  <a:pt x="19783" y="634350"/>
                </a:lnTo>
                <a:lnTo>
                  <a:pt x="34617" y="677580"/>
                </a:lnTo>
                <a:lnTo>
                  <a:pt x="53224" y="718904"/>
                </a:lnTo>
                <a:lnTo>
                  <a:pt x="75397" y="758115"/>
                </a:lnTo>
                <a:lnTo>
                  <a:pt x="100929" y="795005"/>
                </a:lnTo>
                <a:lnTo>
                  <a:pt x="129612" y="829366"/>
                </a:lnTo>
                <a:lnTo>
                  <a:pt x="161238" y="860992"/>
                </a:lnTo>
                <a:lnTo>
                  <a:pt x="195600" y="889674"/>
                </a:lnTo>
                <a:lnTo>
                  <a:pt x="232490" y="915205"/>
                </a:lnTo>
                <a:lnTo>
                  <a:pt x="271701" y="937377"/>
                </a:lnTo>
                <a:lnTo>
                  <a:pt x="313025" y="955984"/>
                </a:lnTo>
                <a:lnTo>
                  <a:pt x="356254" y="970817"/>
                </a:lnTo>
                <a:lnTo>
                  <a:pt x="401181" y="981669"/>
                </a:lnTo>
                <a:lnTo>
                  <a:pt x="447599" y="988332"/>
                </a:lnTo>
                <a:lnTo>
                  <a:pt x="495300" y="990600"/>
                </a:lnTo>
                <a:lnTo>
                  <a:pt x="543002" y="988332"/>
                </a:lnTo>
                <a:lnTo>
                  <a:pt x="589421" y="981669"/>
                </a:lnTo>
                <a:lnTo>
                  <a:pt x="634350" y="970817"/>
                </a:lnTo>
                <a:lnTo>
                  <a:pt x="677580" y="955984"/>
                </a:lnTo>
                <a:lnTo>
                  <a:pt x="718904" y="937377"/>
                </a:lnTo>
                <a:lnTo>
                  <a:pt x="758115" y="915205"/>
                </a:lnTo>
                <a:lnTo>
                  <a:pt x="795005" y="889674"/>
                </a:lnTo>
                <a:lnTo>
                  <a:pt x="829366" y="860992"/>
                </a:lnTo>
                <a:lnTo>
                  <a:pt x="860992" y="829366"/>
                </a:lnTo>
                <a:lnTo>
                  <a:pt x="889674" y="795005"/>
                </a:lnTo>
                <a:lnTo>
                  <a:pt x="915205" y="758115"/>
                </a:lnTo>
                <a:lnTo>
                  <a:pt x="937377" y="718904"/>
                </a:lnTo>
                <a:lnTo>
                  <a:pt x="955984" y="677580"/>
                </a:lnTo>
                <a:lnTo>
                  <a:pt x="970817" y="634350"/>
                </a:lnTo>
                <a:lnTo>
                  <a:pt x="981669" y="589421"/>
                </a:lnTo>
                <a:lnTo>
                  <a:pt x="988332" y="543002"/>
                </a:lnTo>
                <a:lnTo>
                  <a:pt x="990600" y="495300"/>
                </a:lnTo>
                <a:lnTo>
                  <a:pt x="988332" y="447597"/>
                </a:lnTo>
                <a:lnTo>
                  <a:pt x="981669" y="401178"/>
                </a:lnTo>
                <a:lnTo>
                  <a:pt x="970817" y="356249"/>
                </a:lnTo>
                <a:lnTo>
                  <a:pt x="955984" y="313019"/>
                </a:lnTo>
                <a:lnTo>
                  <a:pt x="937377" y="271695"/>
                </a:lnTo>
                <a:lnTo>
                  <a:pt x="915205" y="232484"/>
                </a:lnTo>
                <a:lnTo>
                  <a:pt x="889674" y="195594"/>
                </a:lnTo>
                <a:lnTo>
                  <a:pt x="860992" y="161233"/>
                </a:lnTo>
                <a:lnTo>
                  <a:pt x="829366" y="129607"/>
                </a:lnTo>
                <a:lnTo>
                  <a:pt x="795005" y="100925"/>
                </a:lnTo>
                <a:lnTo>
                  <a:pt x="758115" y="75394"/>
                </a:lnTo>
                <a:lnTo>
                  <a:pt x="718904" y="53222"/>
                </a:lnTo>
                <a:lnTo>
                  <a:pt x="677580" y="34615"/>
                </a:lnTo>
                <a:lnTo>
                  <a:pt x="634350" y="19782"/>
                </a:lnTo>
                <a:lnTo>
                  <a:pt x="589421" y="8930"/>
                </a:lnTo>
                <a:lnTo>
                  <a:pt x="543002" y="2267"/>
                </a:lnTo>
                <a:lnTo>
                  <a:pt x="495300" y="0"/>
                </a:lnTo>
                <a:close/>
              </a:path>
            </a:pathLst>
          </a:custGeom>
          <a:solidFill>
            <a:srgbClr val="FC61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912177" y="6949058"/>
            <a:ext cx="73279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i="1" spc="190" dirty="0">
                <a:solidFill>
                  <a:srgbClr val="001F5F"/>
                </a:solidFill>
                <a:latin typeface="Trebuchet MS"/>
                <a:cs typeface="Trebuchet MS"/>
              </a:rPr>
              <a:t>8(D)</a:t>
            </a:r>
            <a:endParaRPr sz="2400">
              <a:latin typeface="Trebuchet MS"/>
              <a:cs typeface="Trebuchet MS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985837" y="3319398"/>
            <a:ext cx="505459" cy="543560"/>
          </a:xfrm>
          <a:custGeom>
            <a:avLst/>
            <a:gdLst/>
            <a:ahLst/>
            <a:cxnLst/>
            <a:rect l="l" t="t" r="r" b="b"/>
            <a:pathLst>
              <a:path w="505459" h="543560">
                <a:moveTo>
                  <a:pt x="252412" y="0"/>
                </a:moveTo>
                <a:lnTo>
                  <a:pt x="207039" y="4373"/>
                </a:lnTo>
                <a:lnTo>
                  <a:pt x="164335" y="16984"/>
                </a:lnTo>
                <a:lnTo>
                  <a:pt x="125013" y="37065"/>
                </a:lnTo>
                <a:lnTo>
                  <a:pt x="89784" y="63850"/>
                </a:lnTo>
                <a:lnTo>
                  <a:pt x="59362" y="96574"/>
                </a:lnTo>
                <a:lnTo>
                  <a:pt x="34460" y="134469"/>
                </a:lnTo>
                <a:lnTo>
                  <a:pt x="15791" y="176770"/>
                </a:lnTo>
                <a:lnTo>
                  <a:pt x="4066" y="222711"/>
                </a:lnTo>
                <a:lnTo>
                  <a:pt x="0" y="271525"/>
                </a:lnTo>
                <a:lnTo>
                  <a:pt x="4066" y="320340"/>
                </a:lnTo>
                <a:lnTo>
                  <a:pt x="15791" y="366281"/>
                </a:lnTo>
                <a:lnTo>
                  <a:pt x="34460" y="408582"/>
                </a:lnTo>
                <a:lnTo>
                  <a:pt x="59362" y="446477"/>
                </a:lnTo>
                <a:lnTo>
                  <a:pt x="89784" y="479201"/>
                </a:lnTo>
                <a:lnTo>
                  <a:pt x="125013" y="505986"/>
                </a:lnTo>
                <a:lnTo>
                  <a:pt x="164335" y="526067"/>
                </a:lnTo>
                <a:lnTo>
                  <a:pt x="207039" y="538678"/>
                </a:lnTo>
                <a:lnTo>
                  <a:pt x="252412" y="543051"/>
                </a:lnTo>
                <a:lnTo>
                  <a:pt x="297797" y="538678"/>
                </a:lnTo>
                <a:lnTo>
                  <a:pt x="340512" y="526067"/>
                </a:lnTo>
                <a:lnTo>
                  <a:pt x="379845" y="505986"/>
                </a:lnTo>
                <a:lnTo>
                  <a:pt x="415082" y="479201"/>
                </a:lnTo>
                <a:lnTo>
                  <a:pt x="445511" y="446477"/>
                </a:lnTo>
                <a:lnTo>
                  <a:pt x="470419" y="408582"/>
                </a:lnTo>
                <a:lnTo>
                  <a:pt x="489093" y="366281"/>
                </a:lnTo>
                <a:lnTo>
                  <a:pt x="500821" y="320340"/>
                </a:lnTo>
                <a:lnTo>
                  <a:pt x="504888" y="271525"/>
                </a:lnTo>
                <a:lnTo>
                  <a:pt x="500821" y="222711"/>
                </a:lnTo>
                <a:lnTo>
                  <a:pt x="489093" y="176770"/>
                </a:lnTo>
                <a:lnTo>
                  <a:pt x="470419" y="134469"/>
                </a:lnTo>
                <a:lnTo>
                  <a:pt x="445511" y="96574"/>
                </a:lnTo>
                <a:lnTo>
                  <a:pt x="415082" y="63850"/>
                </a:lnTo>
                <a:lnTo>
                  <a:pt x="379845" y="37065"/>
                </a:lnTo>
                <a:lnTo>
                  <a:pt x="340512" y="16984"/>
                </a:lnTo>
                <a:lnTo>
                  <a:pt x="297797" y="4373"/>
                </a:lnTo>
                <a:lnTo>
                  <a:pt x="252412" y="0"/>
                </a:lnTo>
                <a:close/>
              </a:path>
            </a:pathLst>
          </a:custGeom>
          <a:ln w="952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985837" y="1985898"/>
            <a:ext cx="505459" cy="542925"/>
          </a:xfrm>
          <a:custGeom>
            <a:avLst/>
            <a:gdLst/>
            <a:ahLst/>
            <a:cxnLst/>
            <a:rect l="l" t="t" r="r" b="b"/>
            <a:pathLst>
              <a:path w="505459" h="542925">
                <a:moveTo>
                  <a:pt x="252412" y="0"/>
                </a:moveTo>
                <a:lnTo>
                  <a:pt x="207039" y="4373"/>
                </a:lnTo>
                <a:lnTo>
                  <a:pt x="164335" y="16984"/>
                </a:lnTo>
                <a:lnTo>
                  <a:pt x="125013" y="37065"/>
                </a:lnTo>
                <a:lnTo>
                  <a:pt x="89784" y="63850"/>
                </a:lnTo>
                <a:lnTo>
                  <a:pt x="59362" y="96574"/>
                </a:lnTo>
                <a:lnTo>
                  <a:pt x="34460" y="134469"/>
                </a:lnTo>
                <a:lnTo>
                  <a:pt x="15791" y="176770"/>
                </a:lnTo>
                <a:lnTo>
                  <a:pt x="4066" y="222711"/>
                </a:lnTo>
                <a:lnTo>
                  <a:pt x="0" y="271525"/>
                </a:lnTo>
                <a:lnTo>
                  <a:pt x="4066" y="320335"/>
                </a:lnTo>
                <a:lnTo>
                  <a:pt x="15791" y="366265"/>
                </a:lnTo>
                <a:lnTo>
                  <a:pt x="34460" y="408549"/>
                </a:lnTo>
                <a:lnTo>
                  <a:pt x="59362" y="446425"/>
                </a:lnTo>
                <a:lnTo>
                  <a:pt x="89784" y="479127"/>
                </a:lnTo>
                <a:lnTo>
                  <a:pt x="125013" y="505892"/>
                </a:lnTo>
                <a:lnTo>
                  <a:pt x="164335" y="525956"/>
                </a:lnTo>
                <a:lnTo>
                  <a:pt x="207039" y="538555"/>
                </a:lnTo>
                <a:lnTo>
                  <a:pt x="252412" y="542925"/>
                </a:lnTo>
                <a:lnTo>
                  <a:pt x="297797" y="538555"/>
                </a:lnTo>
                <a:lnTo>
                  <a:pt x="340512" y="525956"/>
                </a:lnTo>
                <a:lnTo>
                  <a:pt x="379845" y="505892"/>
                </a:lnTo>
                <a:lnTo>
                  <a:pt x="415082" y="479127"/>
                </a:lnTo>
                <a:lnTo>
                  <a:pt x="445511" y="446425"/>
                </a:lnTo>
                <a:lnTo>
                  <a:pt x="470419" y="408549"/>
                </a:lnTo>
                <a:lnTo>
                  <a:pt x="489093" y="366265"/>
                </a:lnTo>
                <a:lnTo>
                  <a:pt x="500821" y="320335"/>
                </a:lnTo>
                <a:lnTo>
                  <a:pt x="504888" y="271525"/>
                </a:lnTo>
                <a:lnTo>
                  <a:pt x="500821" y="222711"/>
                </a:lnTo>
                <a:lnTo>
                  <a:pt x="489093" y="176770"/>
                </a:lnTo>
                <a:lnTo>
                  <a:pt x="470419" y="134469"/>
                </a:lnTo>
                <a:lnTo>
                  <a:pt x="445511" y="96574"/>
                </a:lnTo>
                <a:lnTo>
                  <a:pt x="415082" y="63850"/>
                </a:lnTo>
                <a:lnTo>
                  <a:pt x="379845" y="37065"/>
                </a:lnTo>
                <a:lnTo>
                  <a:pt x="340512" y="16984"/>
                </a:lnTo>
                <a:lnTo>
                  <a:pt x="297797" y="4373"/>
                </a:lnTo>
                <a:lnTo>
                  <a:pt x="252412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985837" y="3986276"/>
            <a:ext cx="505459" cy="542925"/>
          </a:xfrm>
          <a:custGeom>
            <a:avLst/>
            <a:gdLst/>
            <a:ahLst/>
            <a:cxnLst/>
            <a:rect l="l" t="t" r="r" b="b"/>
            <a:pathLst>
              <a:path w="505459" h="542925">
                <a:moveTo>
                  <a:pt x="252412" y="0"/>
                </a:moveTo>
                <a:lnTo>
                  <a:pt x="207039" y="4369"/>
                </a:lnTo>
                <a:lnTo>
                  <a:pt x="164335" y="16968"/>
                </a:lnTo>
                <a:lnTo>
                  <a:pt x="125013" y="37032"/>
                </a:lnTo>
                <a:lnTo>
                  <a:pt x="89784" y="63797"/>
                </a:lnTo>
                <a:lnTo>
                  <a:pt x="59362" y="96499"/>
                </a:lnTo>
                <a:lnTo>
                  <a:pt x="34460" y="134375"/>
                </a:lnTo>
                <a:lnTo>
                  <a:pt x="15791" y="176659"/>
                </a:lnTo>
                <a:lnTo>
                  <a:pt x="4066" y="222589"/>
                </a:lnTo>
                <a:lnTo>
                  <a:pt x="0" y="271399"/>
                </a:lnTo>
                <a:lnTo>
                  <a:pt x="4066" y="320213"/>
                </a:lnTo>
                <a:lnTo>
                  <a:pt x="15791" y="366154"/>
                </a:lnTo>
                <a:lnTo>
                  <a:pt x="34460" y="408455"/>
                </a:lnTo>
                <a:lnTo>
                  <a:pt x="59362" y="446350"/>
                </a:lnTo>
                <a:lnTo>
                  <a:pt x="89784" y="479074"/>
                </a:lnTo>
                <a:lnTo>
                  <a:pt x="125013" y="505859"/>
                </a:lnTo>
                <a:lnTo>
                  <a:pt x="164335" y="525940"/>
                </a:lnTo>
                <a:lnTo>
                  <a:pt x="207039" y="538551"/>
                </a:lnTo>
                <a:lnTo>
                  <a:pt x="252412" y="542925"/>
                </a:lnTo>
                <a:lnTo>
                  <a:pt x="297797" y="538551"/>
                </a:lnTo>
                <a:lnTo>
                  <a:pt x="340512" y="525940"/>
                </a:lnTo>
                <a:lnTo>
                  <a:pt x="379845" y="505859"/>
                </a:lnTo>
                <a:lnTo>
                  <a:pt x="415082" y="479074"/>
                </a:lnTo>
                <a:lnTo>
                  <a:pt x="445511" y="446350"/>
                </a:lnTo>
                <a:lnTo>
                  <a:pt x="470419" y="408455"/>
                </a:lnTo>
                <a:lnTo>
                  <a:pt x="489093" y="366154"/>
                </a:lnTo>
                <a:lnTo>
                  <a:pt x="500821" y="320213"/>
                </a:lnTo>
                <a:lnTo>
                  <a:pt x="504888" y="271399"/>
                </a:lnTo>
                <a:lnTo>
                  <a:pt x="500821" y="222589"/>
                </a:lnTo>
                <a:lnTo>
                  <a:pt x="489093" y="176659"/>
                </a:lnTo>
                <a:lnTo>
                  <a:pt x="470419" y="134375"/>
                </a:lnTo>
                <a:lnTo>
                  <a:pt x="445511" y="96499"/>
                </a:lnTo>
                <a:lnTo>
                  <a:pt x="415082" y="63797"/>
                </a:lnTo>
                <a:lnTo>
                  <a:pt x="379845" y="37032"/>
                </a:lnTo>
                <a:lnTo>
                  <a:pt x="340512" y="16968"/>
                </a:lnTo>
                <a:lnTo>
                  <a:pt x="297797" y="4369"/>
                </a:lnTo>
                <a:lnTo>
                  <a:pt x="252412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985837" y="2652776"/>
            <a:ext cx="505459" cy="542925"/>
          </a:xfrm>
          <a:custGeom>
            <a:avLst/>
            <a:gdLst/>
            <a:ahLst/>
            <a:cxnLst/>
            <a:rect l="l" t="t" r="r" b="b"/>
            <a:pathLst>
              <a:path w="505459" h="542925">
                <a:moveTo>
                  <a:pt x="252412" y="0"/>
                </a:moveTo>
                <a:lnTo>
                  <a:pt x="207039" y="4369"/>
                </a:lnTo>
                <a:lnTo>
                  <a:pt x="164335" y="16968"/>
                </a:lnTo>
                <a:lnTo>
                  <a:pt x="125013" y="37032"/>
                </a:lnTo>
                <a:lnTo>
                  <a:pt x="89784" y="63797"/>
                </a:lnTo>
                <a:lnTo>
                  <a:pt x="59362" y="96499"/>
                </a:lnTo>
                <a:lnTo>
                  <a:pt x="34460" y="134375"/>
                </a:lnTo>
                <a:lnTo>
                  <a:pt x="15791" y="176659"/>
                </a:lnTo>
                <a:lnTo>
                  <a:pt x="4066" y="222589"/>
                </a:lnTo>
                <a:lnTo>
                  <a:pt x="0" y="271399"/>
                </a:lnTo>
                <a:lnTo>
                  <a:pt x="4066" y="320213"/>
                </a:lnTo>
                <a:lnTo>
                  <a:pt x="15791" y="366154"/>
                </a:lnTo>
                <a:lnTo>
                  <a:pt x="34460" y="408455"/>
                </a:lnTo>
                <a:lnTo>
                  <a:pt x="59362" y="446350"/>
                </a:lnTo>
                <a:lnTo>
                  <a:pt x="89784" y="479074"/>
                </a:lnTo>
                <a:lnTo>
                  <a:pt x="125013" y="505859"/>
                </a:lnTo>
                <a:lnTo>
                  <a:pt x="164335" y="525940"/>
                </a:lnTo>
                <a:lnTo>
                  <a:pt x="207039" y="538551"/>
                </a:lnTo>
                <a:lnTo>
                  <a:pt x="252412" y="542925"/>
                </a:lnTo>
                <a:lnTo>
                  <a:pt x="297797" y="538551"/>
                </a:lnTo>
                <a:lnTo>
                  <a:pt x="340512" y="525940"/>
                </a:lnTo>
                <a:lnTo>
                  <a:pt x="379845" y="505859"/>
                </a:lnTo>
                <a:lnTo>
                  <a:pt x="415082" y="479074"/>
                </a:lnTo>
                <a:lnTo>
                  <a:pt x="445511" y="446350"/>
                </a:lnTo>
                <a:lnTo>
                  <a:pt x="470419" y="408455"/>
                </a:lnTo>
                <a:lnTo>
                  <a:pt x="489093" y="366154"/>
                </a:lnTo>
                <a:lnTo>
                  <a:pt x="500821" y="320213"/>
                </a:lnTo>
                <a:lnTo>
                  <a:pt x="504888" y="271399"/>
                </a:lnTo>
                <a:lnTo>
                  <a:pt x="500821" y="222589"/>
                </a:lnTo>
                <a:lnTo>
                  <a:pt x="489093" y="176659"/>
                </a:lnTo>
                <a:lnTo>
                  <a:pt x="470419" y="134375"/>
                </a:lnTo>
                <a:lnTo>
                  <a:pt x="445511" y="96499"/>
                </a:lnTo>
                <a:lnTo>
                  <a:pt x="415082" y="63797"/>
                </a:lnTo>
                <a:lnTo>
                  <a:pt x="379845" y="37032"/>
                </a:lnTo>
                <a:lnTo>
                  <a:pt x="340512" y="16968"/>
                </a:lnTo>
                <a:lnTo>
                  <a:pt x="297797" y="4369"/>
                </a:lnTo>
                <a:lnTo>
                  <a:pt x="252412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985837" y="5319776"/>
            <a:ext cx="505459" cy="542925"/>
          </a:xfrm>
          <a:custGeom>
            <a:avLst/>
            <a:gdLst/>
            <a:ahLst/>
            <a:cxnLst/>
            <a:rect l="l" t="t" r="r" b="b"/>
            <a:pathLst>
              <a:path w="505459" h="542925">
                <a:moveTo>
                  <a:pt x="252412" y="0"/>
                </a:moveTo>
                <a:lnTo>
                  <a:pt x="207039" y="4369"/>
                </a:lnTo>
                <a:lnTo>
                  <a:pt x="164335" y="16968"/>
                </a:lnTo>
                <a:lnTo>
                  <a:pt x="125013" y="37032"/>
                </a:lnTo>
                <a:lnTo>
                  <a:pt x="89784" y="63797"/>
                </a:lnTo>
                <a:lnTo>
                  <a:pt x="59362" y="96499"/>
                </a:lnTo>
                <a:lnTo>
                  <a:pt x="34460" y="134375"/>
                </a:lnTo>
                <a:lnTo>
                  <a:pt x="15791" y="176659"/>
                </a:lnTo>
                <a:lnTo>
                  <a:pt x="4066" y="222589"/>
                </a:lnTo>
                <a:lnTo>
                  <a:pt x="0" y="271399"/>
                </a:lnTo>
                <a:lnTo>
                  <a:pt x="4066" y="320213"/>
                </a:lnTo>
                <a:lnTo>
                  <a:pt x="15791" y="366154"/>
                </a:lnTo>
                <a:lnTo>
                  <a:pt x="34460" y="408455"/>
                </a:lnTo>
                <a:lnTo>
                  <a:pt x="59362" y="446350"/>
                </a:lnTo>
                <a:lnTo>
                  <a:pt x="89784" y="479074"/>
                </a:lnTo>
                <a:lnTo>
                  <a:pt x="125013" y="505859"/>
                </a:lnTo>
                <a:lnTo>
                  <a:pt x="164335" y="525940"/>
                </a:lnTo>
                <a:lnTo>
                  <a:pt x="207039" y="538551"/>
                </a:lnTo>
                <a:lnTo>
                  <a:pt x="252412" y="542925"/>
                </a:lnTo>
                <a:lnTo>
                  <a:pt x="297797" y="538551"/>
                </a:lnTo>
                <a:lnTo>
                  <a:pt x="340512" y="525940"/>
                </a:lnTo>
                <a:lnTo>
                  <a:pt x="379845" y="505859"/>
                </a:lnTo>
                <a:lnTo>
                  <a:pt x="415082" y="479074"/>
                </a:lnTo>
                <a:lnTo>
                  <a:pt x="445511" y="446350"/>
                </a:lnTo>
                <a:lnTo>
                  <a:pt x="470419" y="408455"/>
                </a:lnTo>
                <a:lnTo>
                  <a:pt x="489093" y="366154"/>
                </a:lnTo>
                <a:lnTo>
                  <a:pt x="500821" y="320213"/>
                </a:lnTo>
                <a:lnTo>
                  <a:pt x="504888" y="271399"/>
                </a:lnTo>
                <a:lnTo>
                  <a:pt x="500821" y="222589"/>
                </a:lnTo>
                <a:lnTo>
                  <a:pt x="489093" y="176659"/>
                </a:lnTo>
                <a:lnTo>
                  <a:pt x="470419" y="134375"/>
                </a:lnTo>
                <a:lnTo>
                  <a:pt x="445511" y="96499"/>
                </a:lnTo>
                <a:lnTo>
                  <a:pt x="415082" y="63797"/>
                </a:lnTo>
                <a:lnTo>
                  <a:pt x="379845" y="37032"/>
                </a:lnTo>
                <a:lnTo>
                  <a:pt x="340512" y="16968"/>
                </a:lnTo>
                <a:lnTo>
                  <a:pt x="297797" y="4369"/>
                </a:lnTo>
                <a:lnTo>
                  <a:pt x="252412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985837" y="4653026"/>
            <a:ext cx="505459" cy="542925"/>
          </a:xfrm>
          <a:custGeom>
            <a:avLst/>
            <a:gdLst/>
            <a:ahLst/>
            <a:cxnLst/>
            <a:rect l="l" t="t" r="r" b="b"/>
            <a:pathLst>
              <a:path w="505459" h="542925">
                <a:moveTo>
                  <a:pt x="252412" y="0"/>
                </a:moveTo>
                <a:lnTo>
                  <a:pt x="207039" y="4369"/>
                </a:lnTo>
                <a:lnTo>
                  <a:pt x="164335" y="16968"/>
                </a:lnTo>
                <a:lnTo>
                  <a:pt x="125013" y="37032"/>
                </a:lnTo>
                <a:lnTo>
                  <a:pt x="89784" y="63797"/>
                </a:lnTo>
                <a:lnTo>
                  <a:pt x="59362" y="96499"/>
                </a:lnTo>
                <a:lnTo>
                  <a:pt x="34460" y="134375"/>
                </a:lnTo>
                <a:lnTo>
                  <a:pt x="15791" y="176659"/>
                </a:lnTo>
                <a:lnTo>
                  <a:pt x="4066" y="222589"/>
                </a:lnTo>
                <a:lnTo>
                  <a:pt x="0" y="271399"/>
                </a:lnTo>
                <a:lnTo>
                  <a:pt x="4066" y="320213"/>
                </a:lnTo>
                <a:lnTo>
                  <a:pt x="15791" y="366154"/>
                </a:lnTo>
                <a:lnTo>
                  <a:pt x="34460" y="408455"/>
                </a:lnTo>
                <a:lnTo>
                  <a:pt x="59362" y="446350"/>
                </a:lnTo>
                <a:lnTo>
                  <a:pt x="89784" y="479074"/>
                </a:lnTo>
                <a:lnTo>
                  <a:pt x="125013" y="505859"/>
                </a:lnTo>
                <a:lnTo>
                  <a:pt x="164335" y="525940"/>
                </a:lnTo>
                <a:lnTo>
                  <a:pt x="207039" y="538551"/>
                </a:lnTo>
                <a:lnTo>
                  <a:pt x="252412" y="542925"/>
                </a:lnTo>
                <a:lnTo>
                  <a:pt x="297797" y="538551"/>
                </a:lnTo>
                <a:lnTo>
                  <a:pt x="340512" y="525940"/>
                </a:lnTo>
                <a:lnTo>
                  <a:pt x="379845" y="505859"/>
                </a:lnTo>
                <a:lnTo>
                  <a:pt x="415082" y="479074"/>
                </a:lnTo>
                <a:lnTo>
                  <a:pt x="445511" y="446350"/>
                </a:lnTo>
                <a:lnTo>
                  <a:pt x="470419" y="408455"/>
                </a:lnTo>
                <a:lnTo>
                  <a:pt x="489093" y="366154"/>
                </a:lnTo>
                <a:lnTo>
                  <a:pt x="500821" y="320213"/>
                </a:lnTo>
                <a:lnTo>
                  <a:pt x="504888" y="271399"/>
                </a:lnTo>
                <a:lnTo>
                  <a:pt x="500821" y="222589"/>
                </a:lnTo>
                <a:lnTo>
                  <a:pt x="489093" y="176659"/>
                </a:lnTo>
                <a:lnTo>
                  <a:pt x="470419" y="134375"/>
                </a:lnTo>
                <a:lnTo>
                  <a:pt x="445511" y="96499"/>
                </a:lnTo>
                <a:lnTo>
                  <a:pt x="415082" y="63797"/>
                </a:lnTo>
                <a:lnTo>
                  <a:pt x="379845" y="37032"/>
                </a:lnTo>
                <a:lnTo>
                  <a:pt x="340512" y="16968"/>
                </a:lnTo>
                <a:lnTo>
                  <a:pt x="297797" y="4369"/>
                </a:lnTo>
                <a:lnTo>
                  <a:pt x="252412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985837" y="5986526"/>
            <a:ext cx="505459" cy="552450"/>
          </a:xfrm>
          <a:custGeom>
            <a:avLst/>
            <a:gdLst/>
            <a:ahLst/>
            <a:cxnLst/>
            <a:rect l="l" t="t" r="r" b="b"/>
            <a:pathLst>
              <a:path w="505459" h="552450">
                <a:moveTo>
                  <a:pt x="252412" y="0"/>
                </a:moveTo>
                <a:lnTo>
                  <a:pt x="207039" y="4446"/>
                </a:lnTo>
                <a:lnTo>
                  <a:pt x="164335" y="17268"/>
                </a:lnTo>
                <a:lnTo>
                  <a:pt x="125013" y="37686"/>
                </a:lnTo>
                <a:lnTo>
                  <a:pt x="89784" y="64920"/>
                </a:lnTo>
                <a:lnTo>
                  <a:pt x="59362" y="98194"/>
                </a:lnTo>
                <a:lnTo>
                  <a:pt x="34460" y="136727"/>
                </a:lnTo>
                <a:lnTo>
                  <a:pt x="15791" y="179741"/>
                </a:lnTo>
                <a:lnTo>
                  <a:pt x="4066" y="226457"/>
                </a:lnTo>
                <a:lnTo>
                  <a:pt x="0" y="276098"/>
                </a:lnTo>
                <a:lnTo>
                  <a:pt x="4066" y="325775"/>
                </a:lnTo>
                <a:lnTo>
                  <a:pt x="15791" y="372521"/>
                </a:lnTo>
                <a:lnTo>
                  <a:pt x="34460" y="415558"/>
                </a:lnTo>
                <a:lnTo>
                  <a:pt x="59362" y="454107"/>
                </a:lnTo>
                <a:lnTo>
                  <a:pt x="89784" y="487390"/>
                </a:lnTo>
                <a:lnTo>
                  <a:pt x="125013" y="514632"/>
                </a:lnTo>
                <a:lnTo>
                  <a:pt x="164335" y="535053"/>
                </a:lnTo>
                <a:lnTo>
                  <a:pt x="207039" y="547875"/>
                </a:lnTo>
                <a:lnTo>
                  <a:pt x="252412" y="552323"/>
                </a:lnTo>
                <a:lnTo>
                  <a:pt x="297797" y="547875"/>
                </a:lnTo>
                <a:lnTo>
                  <a:pt x="340512" y="535053"/>
                </a:lnTo>
                <a:lnTo>
                  <a:pt x="379845" y="514632"/>
                </a:lnTo>
                <a:lnTo>
                  <a:pt x="415082" y="487390"/>
                </a:lnTo>
                <a:lnTo>
                  <a:pt x="445511" y="454107"/>
                </a:lnTo>
                <a:lnTo>
                  <a:pt x="470419" y="415558"/>
                </a:lnTo>
                <a:lnTo>
                  <a:pt x="489093" y="372521"/>
                </a:lnTo>
                <a:lnTo>
                  <a:pt x="500821" y="325775"/>
                </a:lnTo>
                <a:lnTo>
                  <a:pt x="504888" y="276098"/>
                </a:lnTo>
                <a:lnTo>
                  <a:pt x="500821" y="226457"/>
                </a:lnTo>
                <a:lnTo>
                  <a:pt x="489093" y="179741"/>
                </a:lnTo>
                <a:lnTo>
                  <a:pt x="470419" y="136727"/>
                </a:lnTo>
                <a:lnTo>
                  <a:pt x="445511" y="98194"/>
                </a:lnTo>
                <a:lnTo>
                  <a:pt x="415082" y="64920"/>
                </a:lnTo>
                <a:lnTo>
                  <a:pt x="379845" y="37686"/>
                </a:lnTo>
                <a:lnTo>
                  <a:pt x="340512" y="17268"/>
                </a:lnTo>
                <a:lnTo>
                  <a:pt x="297797" y="4446"/>
                </a:lnTo>
                <a:lnTo>
                  <a:pt x="252412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1148397" y="2103691"/>
            <a:ext cx="170180" cy="42970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6830">
              <a:lnSpc>
                <a:spcPct val="100000"/>
              </a:lnSpc>
              <a:spcBef>
                <a:spcPts val="125"/>
              </a:spcBef>
            </a:pPr>
            <a:r>
              <a:rPr sz="1700" b="1" i="1" spc="-310" dirty="0">
                <a:solidFill>
                  <a:srgbClr val="181818"/>
                </a:solidFill>
                <a:latin typeface="Trebuchet MS"/>
                <a:cs typeface="Trebuchet MS"/>
              </a:rPr>
              <a:t>1</a:t>
            </a:r>
            <a:endParaRPr sz="17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235"/>
              </a:spcBef>
            </a:pPr>
            <a:endParaRPr sz="1700">
              <a:latin typeface="Trebuchet MS"/>
              <a:cs typeface="Trebuchet MS"/>
            </a:endParaRPr>
          </a:p>
          <a:p>
            <a:pPr marL="17145">
              <a:lnSpc>
                <a:spcPct val="100000"/>
              </a:lnSpc>
            </a:pPr>
            <a:r>
              <a:rPr sz="1700" b="1" i="1" spc="10" dirty="0">
                <a:solidFill>
                  <a:srgbClr val="181818"/>
                </a:solidFill>
                <a:latin typeface="Trebuchet MS"/>
                <a:cs typeface="Trebuchet MS"/>
              </a:rPr>
              <a:t>2</a:t>
            </a:r>
            <a:endParaRPr sz="17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250"/>
              </a:spcBef>
            </a:pPr>
            <a:endParaRPr sz="1700">
              <a:latin typeface="Trebuchet MS"/>
              <a:cs typeface="Trebuchet MS"/>
            </a:endParaRPr>
          </a:p>
          <a:p>
            <a:pPr marL="19050">
              <a:lnSpc>
                <a:spcPct val="100000"/>
              </a:lnSpc>
            </a:pPr>
            <a:r>
              <a:rPr sz="1700" b="1" i="1" spc="-50" dirty="0">
                <a:solidFill>
                  <a:srgbClr val="181818"/>
                </a:solidFill>
                <a:latin typeface="Trebuchet MS"/>
                <a:cs typeface="Trebuchet MS"/>
              </a:rPr>
              <a:t>3</a:t>
            </a:r>
            <a:endParaRPr sz="17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245"/>
              </a:spcBef>
            </a:pPr>
            <a:endParaRPr sz="17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sz="1700" b="1" i="1" spc="80" dirty="0">
                <a:solidFill>
                  <a:srgbClr val="181818"/>
                </a:solidFill>
                <a:latin typeface="Trebuchet MS"/>
                <a:cs typeface="Trebuchet MS"/>
              </a:rPr>
              <a:t>4</a:t>
            </a:r>
            <a:endParaRPr sz="17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245"/>
              </a:spcBef>
            </a:pPr>
            <a:endParaRPr sz="1700">
              <a:latin typeface="Trebuchet MS"/>
              <a:cs typeface="Trebuchet MS"/>
            </a:endParaRPr>
          </a:p>
          <a:p>
            <a:pPr marL="17780">
              <a:lnSpc>
                <a:spcPct val="100000"/>
              </a:lnSpc>
              <a:spcBef>
                <a:spcPts val="5"/>
              </a:spcBef>
            </a:pPr>
            <a:r>
              <a:rPr sz="1700" b="1" i="1" dirty="0">
                <a:solidFill>
                  <a:srgbClr val="181818"/>
                </a:solidFill>
                <a:latin typeface="Trebuchet MS"/>
                <a:cs typeface="Trebuchet MS"/>
              </a:rPr>
              <a:t>5</a:t>
            </a:r>
            <a:endParaRPr sz="17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245"/>
              </a:spcBef>
            </a:pPr>
            <a:endParaRPr sz="1700">
              <a:latin typeface="Trebuchet MS"/>
              <a:cs typeface="Trebuchet MS"/>
            </a:endParaRPr>
          </a:p>
          <a:p>
            <a:pPr marL="14604">
              <a:lnSpc>
                <a:spcPct val="100000"/>
              </a:lnSpc>
            </a:pPr>
            <a:r>
              <a:rPr sz="1700" b="1" i="1" spc="60" dirty="0">
                <a:solidFill>
                  <a:srgbClr val="181818"/>
                </a:solidFill>
                <a:latin typeface="Trebuchet MS"/>
                <a:cs typeface="Trebuchet MS"/>
              </a:rPr>
              <a:t>6</a:t>
            </a:r>
            <a:endParaRPr sz="17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250"/>
              </a:spcBef>
            </a:pPr>
            <a:endParaRPr sz="1700">
              <a:latin typeface="Trebuchet MS"/>
              <a:cs typeface="Trebuchet MS"/>
            </a:endParaRPr>
          </a:p>
          <a:p>
            <a:pPr marL="17780">
              <a:lnSpc>
                <a:spcPct val="100000"/>
              </a:lnSpc>
            </a:pPr>
            <a:r>
              <a:rPr sz="1700" b="1" i="1" dirty="0">
                <a:solidFill>
                  <a:srgbClr val="181818"/>
                </a:solidFill>
                <a:latin typeface="Trebuchet MS"/>
                <a:cs typeface="Trebuchet MS"/>
              </a:rPr>
              <a:t>7</a:t>
            </a:r>
            <a:endParaRPr sz="1700">
              <a:latin typeface="Trebuchet MS"/>
              <a:cs typeface="Trebuchet MS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985837" y="7767573"/>
            <a:ext cx="505459" cy="542925"/>
          </a:xfrm>
          <a:custGeom>
            <a:avLst/>
            <a:gdLst/>
            <a:ahLst/>
            <a:cxnLst/>
            <a:rect l="l" t="t" r="r" b="b"/>
            <a:pathLst>
              <a:path w="505459" h="542925">
                <a:moveTo>
                  <a:pt x="252412" y="0"/>
                </a:moveTo>
                <a:lnTo>
                  <a:pt x="207039" y="4373"/>
                </a:lnTo>
                <a:lnTo>
                  <a:pt x="164335" y="16984"/>
                </a:lnTo>
                <a:lnTo>
                  <a:pt x="125013" y="37065"/>
                </a:lnTo>
                <a:lnTo>
                  <a:pt x="89784" y="63850"/>
                </a:lnTo>
                <a:lnTo>
                  <a:pt x="59362" y="96574"/>
                </a:lnTo>
                <a:lnTo>
                  <a:pt x="34460" y="134469"/>
                </a:lnTo>
                <a:lnTo>
                  <a:pt x="15791" y="176770"/>
                </a:lnTo>
                <a:lnTo>
                  <a:pt x="4066" y="222711"/>
                </a:lnTo>
                <a:lnTo>
                  <a:pt x="0" y="271525"/>
                </a:lnTo>
                <a:lnTo>
                  <a:pt x="4066" y="320335"/>
                </a:lnTo>
                <a:lnTo>
                  <a:pt x="15791" y="366265"/>
                </a:lnTo>
                <a:lnTo>
                  <a:pt x="34460" y="408549"/>
                </a:lnTo>
                <a:lnTo>
                  <a:pt x="59362" y="446425"/>
                </a:lnTo>
                <a:lnTo>
                  <a:pt x="89784" y="479127"/>
                </a:lnTo>
                <a:lnTo>
                  <a:pt x="125013" y="505892"/>
                </a:lnTo>
                <a:lnTo>
                  <a:pt x="164335" y="525956"/>
                </a:lnTo>
                <a:lnTo>
                  <a:pt x="207039" y="538555"/>
                </a:lnTo>
                <a:lnTo>
                  <a:pt x="252412" y="542925"/>
                </a:lnTo>
                <a:lnTo>
                  <a:pt x="297797" y="538555"/>
                </a:lnTo>
                <a:lnTo>
                  <a:pt x="340512" y="525956"/>
                </a:lnTo>
                <a:lnTo>
                  <a:pt x="379845" y="505892"/>
                </a:lnTo>
                <a:lnTo>
                  <a:pt x="415082" y="479127"/>
                </a:lnTo>
                <a:lnTo>
                  <a:pt x="445511" y="446425"/>
                </a:lnTo>
                <a:lnTo>
                  <a:pt x="470419" y="408549"/>
                </a:lnTo>
                <a:lnTo>
                  <a:pt x="489093" y="366265"/>
                </a:lnTo>
                <a:lnTo>
                  <a:pt x="500821" y="320335"/>
                </a:lnTo>
                <a:lnTo>
                  <a:pt x="504888" y="271525"/>
                </a:lnTo>
                <a:lnTo>
                  <a:pt x="500821" y="222711"/>
                </a:lnTo>
                <a:lnTo>
                  <a:pt x="489093" y="176770"/>
                </a:lnTo>
                <a:lnTo>
                  <a:pt x="470419" y="134469"/>
                </a:lnTo>
                <a:lnTo>
                  <a:pt x="445511" y="96574"/>
                </a:lnTo>
                <a:lnTo>
                  <a:pt x="415082" y="63850"/>
                </a:lnTo>
                <a:lnTo>
                  <a:pt x="379845" y="37065"/>
                </a:lnTo>
                <a:lnTo>
                  <a:pt x="340512" y="16984"/>
                </a:lnTo>
                <a:lnTo>
                  <a:pt x="297797" y="4373"/>
                </a:lnTo>
                <a:lnTo>
                  <a:pt x="252412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1150619" y="7887652"/>
            <a:ext cx="167005" cy="2889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700" b="1" i="1" spc="60" dirty="0">
                <a:solidFill>
                  <a:srgbClr val="181818"/>
                </a:solidFill>
                <a:latin typeface="Trebuchet MS"/>
                <a:cs typeface="Trebuchet MS"/>
              </a:rPr>
              <a:t>9</a:t>
            </a:r>
            <a:endParaRPr sz="1700">
              <a:latin typeface="Trebuchet MS"/>
              <a:cs typeface="Trebuchet MS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16331437" y="1042689"/>
            <a:ext cx="914400" cy="211454"/>
          </a:xfrm>
          <a:custGeom>
            <a:avLst/>
            <a:gdLst/>
            <a:ahLst/>
            <a:cxnLst/>
            <a:rect l="l" t="t" r="r" b="b"/>
            <a:pathLst>
              <a:path w="914400" h="211455">
                <a:moveTo>
                  <a:pt x="114280" y="0"/>
                </a:moveTo>
                <a:lnTo>
                  <a:pt x="69787" y="8294"/>
                </a:lnTo>
                <a:lnTo>
                  <a:pt x="33462" y="30918"/>
                </a:lnTo>
                <a:lnTo>
                  <a:pt x="8977" y="64479"/>
                </a:lnTo>
                <a:lnTo>
                  <a:pt x="0" y="105589"/>
                </a:lnTo>
                <a:lnTo>
                  <a:pt x="8977" y="146699"/>
                </a:lnTo>
                <a:lnTo>
                  <a:pt x="33463" y="180261"/>
                </a:lnTo>
                <a:lnTo>
                  <a:pt x="69788" y="202884"/>
                </a:lnTo>
                <a:lnTo>
                  <a:pt x="114281" y="211178"/>
                </a:lnTo>
                <a:lnTo>
                  <a:pt x="158774" y="202884"/>
                </a:lnTo>
                <a:lnTo>
                  <a:pt x="195098" y="180261"/>
                </a:lnTo>
                <a:lnTo>
                  <a:pt x="219583" y="146699"/>
                </a:lnTo>
                <a:lnTo>
                  <a:pt x="228560" y="105589"/>
                </a:lnTo>
                <a:lnTo>
                  <a:pt x="219582" y="64479"/>
                </a:lnTo>
                <a:lnTo>
                  <a:pt x="195097" y="30918"/>
                </a:lnTo>
                <a:lnTo>
                  <a:pt x="158773" y="8294"/>
                </a:lnTo>
                <a:lnTo>
                  <a:pt x="114280" y="0"/>
                </a:lnTo>
                <a:close/>
              </a:path>
              <a:path w="914400" h="211455">
                <a:moveTo>
                  <a:pt x="799962" y="0"/>
                </a:moveTo>
                <a:lnTo>
                  <a:pt x="755461" y="8294"/>
                </a:lnTo>
                <a:lnTo>
                  <a:pt x="719138" y="30918"/>
                </a:lnTo>
                <a:lnTo>
                  <a:pt x="694658" y="64479"/>
                </a:lnTo>
                <a:lnTo>
                  <a:pt x="685684" y="105589"/>
                </a:lnTo>
                <a:lnTo>
                  <a:pt x="694658" y="146699"/>
                </a:lnTo>
                <a:lnTo>
                  <a:pt x="719139" y="180261"/>
                </a:lnTo>
                <a:lnTo>
                  <a:pt x="755462" y="202884"/>
                </a:lnTo>
                <a:lnTo>
                  <a:pt x="799963" y="211178"/>
                </a:lnTo>
                <a:lnTo>
                  <a:pt x="844448" y="202884"/>
                </a:lnTo>
                <a:lnTo>
                  <a:pt x="880773" y="180261"/>
                </a:lnTo>
                <a:lnTo>
                  <a:pt x="905262" y="146699"/>
                </a:lnTo>
                <a:lnTo>
                  <a:pt x="914242" y="105589"/>
                </a:lnTo>
                <a:lnTo>
                  <a:pt x="905262" y="64479"/>
                </a:lnTo>
                <a:lnTo>
                  <a:pt x="880772" y="30918"/>
                </a:lnTo>
                <a:lnTo>
                  <a:pt x="844447" y="8294"/>
                </a:lnTo>
                <a:lnTo>
                  <a:pt x="799962" y="0"/>
                </a:lnTo>
                <a:close/>
              </a:path>
              <a:path w="914400" h="211455">
                <a:moveTo>
                  <a:pt x="457125" y="0"/>
                </a:moveTo>
                <a:lnTo>
                  <a:pt x="412623" y="8294"/>
                </a:lnTo>
                <a:lnTo>
                  <a:pt x="376297" y="30918"/>
                </a:lnTo>
                <a:lnTo>
                  <a:pt x="351814" y="64479"/>
                </a:lnTo>
                <a:lnTo>
                  <a:pt x="342839" y="105589"/>
                </a:lnTo>
                <a:lnTo>
                  <a:pt x="351815" y="146699"/>
                </a:lnTo>
                <a:lnTo>
                  <a:pt x="376298" y="180261"/>
                </a:lnTo>
                <a:lnTo>
                  <a:pt x="412624" y="202884"/>
                </a:lnTo>
                <a:lnTo>
                  <a:pt x="457126" y="211178"/>
                </a:lnTo>
                <a:lnTo>
                  <a:pt x="501611" y="202884"/>
                </a:lnTo>
                <a:lnTo>
                  <a:pt x="537935" y="180261"/>
                </a:lnTo>
                <a:lnTo>
                  <a:pt x="562425" y="146699"/>
                </a:lnTo>
                <a:lnTo>
                  <a:pt x="571404" y="105589"/>
                </a:lnTo>
                <a:lnTo>
                  <a:pt x="562424" y="64479"/>
                </a:lnTo>
                <a:lnTo>
                  <a:pt x="537935" y="30918"/>
                </a:lnTo>
                <a:lnTo>
                  <a:pt x="501610" y="8294"/>
                </a:lnTo>
                <a:lnTo>
                  <a:pt x="457125" y="0"/>
                </a:lnTo>
                <a:close/>
              </a:path>
            </a:pathLst>
          </a:custGeom>
          <a:solidFill>
            <a:srgbClr val="FC61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17173575" y="1998619"/>
            <a:ext cx="1114425" cy="6642734"/>
          </a:xfrm>
          <a:custGeom>
            <a:avLst/>
            <a:gdLst/>
            <a:ahLst/>
            <a:cxnLst/>
            <a:rect l="l" t="t" r="r" b="b"/>
            <a:pathLst>
              <a:path w="1114425" h="6642734">
                <a:moveTo>
                  <a:pt x="1114425" y="0"/>
                </a:moveTo>
                <a:lnTo>
                  <a:pt x="1081769" y="43482"/>
                </a:lnTo>
                <a:lnTo>
                  <a:pt x="1055085" y="79730"/>
                </a:lnTo>
                <a:lnTo>
                  <a:pt x="1028691" y="116203"/>
                </a:lnTo>
                <a:lnTo>
                  <a:pt x="1002589" y="152899"/>
                </a:lnTo>
                <a:lnTo>
                  <a:pt x="976780" y="189818"/>
                </a:lnTo>
                <a:lnTo>
                  <a:pt x="951267" y="226957"/>
                </a:lnTo>
                <a:lnTo>
                  <a:pt x="926050" y="264315"/>
                </a:lnTo>
                <a:lnTo>
                  <a:pt x="901132" y="301889"/>
                </a:lnTo>
                <a:lnTo>
                  <a:pt x="876514" y="339679"/>
                </a:lnTo>
                <a:lnTo>
                  <a:pt x="852198" y="377683"/>
                </a:lnTo>
                <a:lnTo>
                  <a:pt x="828185" y="415898"/>
                </a:lnTo>
                <a:lnTo>
                  <a:pt x="804478" y="454323"/>
                </a:lnTo>
                <a:lnTo>
                  <a:pt x="781078" y="492957"/>
                </a:lnTo>
                <a:lnTo>
                  <a:pt x="757986" y="531797"/>
                </a:lnTo>
                <a:lnTo>
                  <a:pt x="735205" y="570843"/>
                </a:lnTo>
                <a:lnTo>
                  <a:pt x="712736" y="610092"/>
                </a:lnTo>
                <a:lnTo>
                  <a:pt x="690581" y="649542"/>
                </a:lnTo>
                <a:lnTo>
                  <a:pt x="668741" y="689192"/>
                </a:lnTo>
                <a:lnTo>
                  <a:pt x="647219" y="729041"/>
                </a:lnTo>
                <a:lnTo>
                  <a:pt x="626016" y="769086"/>
                </a:lnTo>
                <a:lnTo>
                  <a:pt x="605133" y="809326"/>
                </a:lnTo>
                <a:lnTo>
                  <a:pt x="584573" y="849759"/>
                </a:lnTo>
                <a:lnTo>
                  <a:pt x="564336" y="890383"/>
                </a:lnTo>
                <a:lnTo>
                  <a:pt x="544426" y="931197"/>
                </a:lnTo>
                <a:lnTo>
                  <a:pt x="524843" y="972198"/>
                </a:lnTo>
                <a:lnTo>
                  <a:pt x="505589" y="1013387"/>
                </a:lnTo>
                <a:lnTo>
                  <a:pt x="486666" y="1054759"/>
                </a:lnTo>
                <a:lnTo>
                  <a:pt x="468075" y="1096315"/>
                </a:lnTo>
                <a:lnTo>
                  <a:pt x="449819" y="1138051"/>
                </a:lnTo>
                <a:lnTo>
                  <a:pt x="431899" y="1179967"/>
                </a:lnTo>
                <a:lnTo>
                  <a:pt x="414316" y="1222061"/>
                </a:lnTo>
                <a:lnTo>
                  <a:pt x="397073" y="1264331"/>
                </a:lnTo>
                <a:lnTo>
                  <a:pt x="380171" y="1306775"/>
                </a:lnTo>
                <a:lnTo>
                  <a:pt x="363611" y="1349392"/>
                </a:lnTo>
                <a:lnTo>
                  <a:pt x="347397" y="1392180"/>
                </a:lnTo>
                <a:lnTo>
                  <a:pt x="331528" y="1435137"/>
                </a:lnTo>
                <a:lnTo>
                  <a:pt x="316007" y="1478261"/>
                </a:lnTo>
                <a:lnTo>
                  <a:pt x="300836" y="1521552"/>
                </a:lnTo>
                <a:lnTo>
                  <a:pt x="286016" y="1565006"/>
                </a:lnTo>
                <a:lnTo>
                  <a:pt x="271549" y="1608623"/>
                </a:lnTo>
                <a:lnTo>
                  <a:pt x="257437" y="1652400"/>
                </a:lnTo>
                <a:lnTo>
                  <a:pt x="243681" y="1696337"/>
                </a:lnTo>
                <a:lnTo>
                  <a:pt x="230284" y="1740430"/>
                </a:lnTo>
                <a:lnTo>
                  <a:pt x="217246" y="1784680"/>
                </a:lnTo>
                <a:lnTo>
                  <a:pt x="204570" y="1829083"/>
                </a:lnTo>
                <a:lnTo>
                  <a:pt x="192256" y="1873638"/>
                </a:lnTo>
                <a:lnTo>
                  <a:pt x="180308" y="1918344"/>
                </a:lnTo>
                <a:lnTo>
                  <a:pt x="168727" y="1963199"/>
                </a:lnTo>
                <a:lnTo>
                  <a:pt x="157514" y="2008200"/>
                </a:lnTo>
                <a:lnTo>
                  <a:pt x="146670" y="2053347"/>
                </a:lnTo>
                <a:lnTo>
                  <a:pt x="136199" y="2098638"/>
                </a:lnTo>
                <a:lnTo>
                  <a:pt x="126101" y="2144070"/>
                </a:lnTo>
                <a:lnTo>
                  <a:pt x="116378" y="2189643"/>
                </a:lnTo>
                <a:lnTo>
                  <a:pt x="107032" y="2235354"/>
                </a:lnTo>
                <a:lnTo>
                  <a:pt x="98065" y="2281202"/>
                </a:lnTo>
                <a:lnTo>
                  <a:pt x="89477" y="2327186"/>
                </a:lnTo>
                <a:lnTo>
                  <a:pt x="81272" y="2373302"/>
                </a:lnTo>
                <a:lnTo>
                  <a:pt x="73450" y="2419551"/>
                </a:lnTo>
                <a:lnTo>
                  <a:pt x="66014" y="2465929"/>
                </a:lnTo>
                <a:lnTo>
                  <a:pt x="58965" y="2512436"/>
                </a:lnTo>
                <a:lnTo>
                  <a:pt x="52305" y="2559069"/>
                </a:lnTo>
                <a:lnTo>
                  <a:pt x="46035" y="2605827"/>
                </a:lnTo>
                <a:lnTo>
                  <a:pt x="40157" y="2652709"/>
                </a:lnTo>
                <a:lnTo>
                  <a:pt x="34673" y="2699712"/>
                </a:lnTo>
                <a:lnTo>
                  <a:pt x="29585" y="2746834"/>
                </a:lnTo>
                <a:lnTo>
                  <a:pt x="24894" y="2794075"/>
                </a:lnTo>
                <a:lnTo>
                  <a:pt x="20601" y="2841432"/>
                </a:lnTo>
                <a:lnTo>
                  <a:pt x="16710" y="2888904"/>
                </a:lnTo>
                <a:lnTo>
                  <a:pt x="13221" y="2936489"/>
                </a:lnTo>
                <a:lnTo>
                  <a:pt x="10136" y="2984185"/>
                </a:lnTo>
                <a:lnTo>
                  <a:pt x="7457" y="3031990"/>
                </a:lnTo>
                <a:lnTo>
                  <a:pt x="5185" y="3079904"/>
                </a:lnTo>
                <a:lnTo>
                  <a:pt x="3323" y="3127923"/>
                </a:lnTo>
                <a:lnTo>
                  <a:pt x="1872" y="3176047"/>
                </a:lnTo>
                <a:lnTo>
                  <a:pt x="833" y="3224274"/>
                </a:lnTo>
                <a:lnTo>
                  <a:pt x="208" y="3272602"/>
                </a:lnTo>
                <a:lnTo>
                  <a:pt x="0" y="3321029"/>
                </a:lnTo>
                <a:lnTo>
                  <a:pt x="208" y="3369458"/>
                </a:lnTo>
                <a:lnTo>
                  <a:pt x="833" y="3417788"/>
                </a:lnTo>
                <a:lnTo>
                  <a:pt x="1872" y="3466016"/>
                </a:lnTo>
                <a:lnTo>
                  <a:pt x="3323" y="3514142"/>
                </a:lnTo>
                <a:lnTo>
                  <a:pt x="5185" y="3562164"/>
                </a:lnTo>
                <a:lnTo>
                  <a:pt x="7457" y="3610079"/>
                </a:lnTo>
                <a:lnTo>
                  <a:pt x="10136" y="3657886"/>
                </a:lnTo>
                <a:lnTo>
                  <a:pt x="13221" y="3705584"/>
                </a:lnTo>
                <a:lnTo>
                  <a:pt x="16710" y="3753171"/>
                </a:lnTo>
                <a:lnTo>
                  <a:pt x="20601" y="3800644"/>
                </a:lnTo>
                <a:lnTo>
                  <a:pt x="24894" y="3848003"/>
                </a:lnTo>
                <a:lnTo>
                  <a:pt x="29585" y="3895246"/>
                </a:lnTo>
                <a:lnTo>
                  <a:pt x="34673" y="3942370"/>
                </a:lnTo>
                <a:lnTo>
                  <a:pt x="40157" y="3989375"/>
                </a:lnTo>
                <a:lnTo>
                  <a:pt x="46035" y="4036258"/>
                </a:lnTo>
                <a:lnTo>
                  <a:pt x="52305" y="4083018"/>
                </a:lnTo>
                <a:lnTo>
                  <a:pt x="58965" y="4129653"/>
                </a:lnTo>
                <a:lnTo>
                  <a:pt x="66014" y="4176161"/>
                </a:lnTo>
                <a:lnTo>
                  <a:pt x="73450" y="4222541"/>
                </a:lnTo>
                <a:lnTo>
                  <a:pt x="81272" y="4268791"/>
                </a:lnTo>
                <a:lnTo>
                  <a:pt x="89477" y="4314910"/>
                </a:lnTo>
                <a:lnTo>
                  <a:pt x="98065" y="4360895"/>
                </a:lnTo>
                <a:lnTo>
                  <a:pt x="107032" y="4406744"/>
                </a:lnTo>
                <a:lnTo>
                  <a:pt x="116378" y="4452457"/>
                </a:lnTo>
                <a:lnTo>
                  <a:pt x="126101" y="4498031"/>
                </a:lnTo>
                <a:lnTo>
                  <a:pt x="136199" y="4543466"/>
                </a:lnTo>
                <a:lnTo>
                  <a:pt x="146670" y="4588758"/>
                </a:lnTo>
                <a:lnTo>
                  <a:pt x="157514" y="4633906"/>
                </a:lnTo>
                <a:lnTo>
                  <a:pt x="168727" y="4678909"/>
                </a:lnTo>
                <a:lnTo>
                  <a:pt x="180308" y="4723765"/>
                </a:lnTo>
                <a:lnTo>
                  <a:pt x="192256" y="4768472"/>
                </a:lnTo>
                <a:lnTo>
                  <a:pt x="204570" y="4813029"/>
                </a:lnTo>
                <a:lnTo>
                  <a:pt x="217246" y="4857434"/>
                </a:lnTo>
                <a:lnTo>
                  <a:pt x="230284" y="4901684"/>
                </a:lnTo>
                <a:lnTo>
                  <a:pt x="243681" y="4945779"/>
                </a:lnTo>
                <a:lnTo>
                  <a:pt x="257437" y="4989717"/>
                </a:lnTo>
                <a:lnTo>
                  <a:pt x="271549" y="5033496"/>
                </a:lnTo>
                <a:lnTo>
                  <a:pt x="286016" y="5077114"/>
                </a:lnTo>
                <a:lnTo>
                  <a:pt x="300836" y="5120570"/>
                </a:lnTo>
                <a:lnTo>
                  <a:pt x="316007" y="5163861"/>
                </a:lnTo>
                <a:lnTo>
                  <a:pt x="331528" y="5206987"/>
                </a:lnTo>
                <a:lnTo>
                  <a:pt x="347397" y="5249945"/>
                </a:lnTo>
                <a:lnTo>
                  <a:pt x="363611" y="5292734"/>
                </a:lnTo>
                <a:lnTo>
                  <a:pt x="380171" y="5335352"/>
                </a:lnTo>
                <a:lnTo>
                  <a:pt x="397073" y="5377797"/>
                </a:lnTo>
                <a:lnTo>
                  <a:pt x="414316" y="5420068"/>
                </a:lnTo>
                <a:lnTo>
                  <a:pt x="431899" y="5462163"/>
                </a:lnTo>
                <a:lnTo>
                  <a:pt x="449819" y="5504081"/>
                </a:lnTo>
                <a:lnTo>
                  <a:pt x="468075" y="5545818"/>
                </a:lnTo>
                <a:lnTo>
                  <a:pt x="486666" y="5587375"/>
                </a:lnTo>
                <a:lnTo>
                  <a:pt x="505589" y="5628749"/>
                </a:lnTo>
                <a:lnTo>
                  <a:pt x="524843" y="5669938"/>
                </a:lnTo>
                <a:lnTo>
                  <a:pt x="544426" y="5710941"/>
                </a:lnTo>
                <a:lnTo>
                  <a:pt x="564336" y="5751756"/>
                </a:lnTo>
                <a:lnTo>
                  <a:pt x="584573" y="5792381"/>
                </a:lnTo>
                <a:lnTo>
                  <a:pt x="605133" y="5832815"/>
                </a:lnTo>
                <a:lnTo>
                  <a:pt x="626016" y="5873056"/>
                </a:lnTo>
                <a:lnTo>
                  <a:pt x="647219" y="5913102"/>
                </a:lnTo>
                <a:lnTo>
                  <a:pt x="668741" y="5952951"/>
                </a:lnTo>
                <a:lnTo>
                  <a:pt x="690581" y="5992602"/>
                </a:lnTo>
                <a:lnTo>
                  <a:pt x="712736" y="6032054"/>
                </a:lnTo>
                <a:lnTo>
                  <a:pt x="735205" y="6071303"/>
                </a:lnTo>
                <a:lnTo>
                  <a:pt x="757986" y="6110350"/>
                </a:lnTo>
                <a:lnTo>
                  <a:pt x="781078" y="6149191"/>
                </a:lnTo>
                <a:lnTo>
                  <a:pt x="804478" y="6187826"/>
                </a:lnTo>
                <a:lnTo>
                  <a:pt x="828185" y="6226252"/>
                </a:lnTo>
                <a:lnTo>
                  <a:pt x="852198" y="6264468"/>
                </a:lnTo>
                <a:lnTo>
                  <a:pt x="876514" y="6302472"/>
                </a:lnTo>
                <a:lnTo>
                  <a:pt x="901132" y="6340263"/>
                </a:lnTo>
                <a:lnTo>
                  <a:pt x="926050" y="6377838"/>
                </a:lnTo>
                <a:lnTo>
                  <a:pt x="951267" y="6415197"/>
                </a:lnTo>
                <a:lnTo>
                  <a:pt x="976780" y="6452337"/>
                </a:lnTo>
                <a:lnTo>
                  <a:pt x="1002589" y="6489256"/>
                </a:lnTo>
                <a:lnTo>
                  <a:pt x="1028691" y="6525954"/>
                </a:lnTo>
                <a:lnTo>
                  <a:pt x="1055085" y="6562427"/>
                </a:lnTo>
                <a:lnTo>
                  <a:pt x="1081769" y="6598675"/>
                </a:lnTo>
                <a:lnTo>
                  <a:pt x="1108741" y="6634696"/>
                </a:lnTo>
                <a:lnTo>
                  <a:pt x="1114425" y="6642159"/>
                </a:lnTo>
              </a:path>
            </a:pathLst>
          </a:custGeom>
          <a:ln w="514350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5658" rIns="0" bIns="0" rtlCol="0">
            <a:spAutoFit/>
          </a:bodyPr>
          <a:lstStyle/>
          <a:p>
            <a:pPr marL="354965">
              <a:lnSpc>
                <a:spcPct val="100000"/>
              </a:lnSpc>
              <a:spcBef>
                <a:spcPts val="105"/>
              </a:spcBef>
            </a:pPr>
            <a:r>
              <a:rPr spc="-40" dirty="0"/>
              <a:t>IMPLEMENTATION</a:t>
            </a:r>
            <a:r>
              <a:rPr spc="-229" dirty="0"/>
              <a:t> </a:t>
            </a:r>
            <a:r>
              <a:rPr spc="-10" dirty="0"/>
              <a:t>SCREENSHOTS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3384550" y="7085901"/>
            <a:ext cx="13709015" cy="13989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31775" indent="-219075">
              <a:lnSpc>
                <a:spcPct val="100000"/>
              </a:lnSpc>
              <a:spcBef>
                <a:spcPts val="100"/>
              </a:spcBef>
              <a:buChar char="•"/>
              <a:tabLst>
                <a:tab pos="231775" algn="l"/>
              </a:tabLst>
            </a:pPr>
            <a:r>
              <a:rPr sz="3000" dirty="0">
                <a:latin typeface="Times New Roman"/>
                <a:cs typeface="Times New Roman"/>
              </a:rPr>
              <a:t>This</a:t>
            </a:r>
            <a:r>
              <a:rPr sz="3000" spc="-10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page</a:t>
            </a:r>
            <a:r>
              <a:rPr sz="3000" spc="-4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displays</a:t>
            </a:r>
            <a:r>
              <a:rPr sz="3000" spc="-10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available</a:t>
            </a:r>
            <a:r>
              <a:rPr sz="3000" spc="-4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job</a:t>
            </a:r>
            <a:r>
              <a:rPr sz="3000" spc="-6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opportunities</a:t>
            </a:r>
            <a:r>
              <a:rPr sz="3000" spc="-2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with</a:t>
            </a:r>
            <a:r>
              <a:rPr sz="3000" spc="-5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details</a:t>
            </a:r>
            <a:r>
              <a:rPr sz="3000" spc="-10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like</a:t>
            </a:r>
            <a:r>
              <a:rPr sz="3000" spc="-4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job</a:t>
            </a:r>
            <a:r>
              <a:rPr sz="3000" spc="-5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title,</a:t>
            </a:r>
            <a:r>
              <a:rPr sz="3000" spc="-60" dirty="0">
                <a:latin typeface="Times New Roman"/>
                <a:cs typeface="Times New Roman"/>
              </a:rPr>
              <a:t> </a:t>
            </a:r>
            <a:r>
              <a:rPr sz="3000" spc="-10" dirty="0">
                <a:latin typeface="Times New Roman"/>
                <a:cs typeface="Times New Roman"/>
              </a:rPr>
              <a:t>company,</a:t>
            </a:r>
            <a:r>
              <a:rPr sz="3000" spc="-55" dirty="0">
                <a:latin typeface="Times New Roman"/>
                <a:cs typeface="Times New Roman"/>
              </a:rPr>
              <a:t> </a:t>
            </a:r>
            <a:r>
              <a:rPr sz="3000" spc="-10" dirty="0">
                <a:latin typeface="Times New Roman"/>
                <a:cs typeface="Times New Roman"/>
              </a:rPr>
              <a:t>skills,</a:t>
            </a:r>
            <a:endParaRPr sz="3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3000" dirty="0">
                <a:latin typeface="Times New Roman"/>
                <a:cs typeface="Times New Roman"/>
              </a:rPr>
              <a:t>and </a:t>
            </a:r>
            <a:r>
              <a:rPr sz="3000" spc="-10" dirty="0">
                <a:latin typeface="Times New Roman"/>
                <a:cs typeface="Times New Roman"/>
              </a:rPr>
              <a:t>salary.</a:t>
            </a:r>
            <a:endParaRPr sz="30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5"/>
              </a:spcBef>
              <a:buChar char="•"/>
              <a:tabLst>
                <a:tab pos="241300" algn="l"/>
              </a:tabLst>
            </a:pPr>
            <a:r>
              <a:rPr sz="3000" dirty="0">
                <a:latin typeface="Times New Roman"/>
                <a:cs typeface="Times New Roman"/>
              </a:rPr>
              <a:t>It</a:t>
            </a:r>
            <a:r>
              <a:rPr sz="3000" spc="2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allows</a:t>
            </a:r>
            <a:r>
              <a:rPr sz="3000" spc="-7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users</a:t>
            </a:r>
            <a:r>
              <a:rPr sz="3000" spc="-8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to</a:t>
            </a:r>
            <a:r>
              <a:rPr sz="3000" spc="-3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search</a:t>
            </a:r>
            <a:r>
              <a:rPr sz="3000" spc="-3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jobs</a:t>
            </a:r>
            <a:r>
              <a:rPr sz="3000" spc="-7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and</a:t>
            </a:r>
            <a:r>
              <a:rPr sz="3000" spc="-3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view</a:t>
            </a:r>
            <a:r>
              <a:rPr sz="3000" spc="-3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detailed</a:t>
            </a:r>
            <a:r>
              <a:rPr sz="3000" spc="-3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information</a:t>
            </a:r>
            <a:r>
              <a:rPr sz="3000" spc="-3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before</a:t>
            </a:r>
            <a:r>
              <a:rPr sz="3000" spc="-20" dirty="0">
                <a:latin typeface="Times New Roman"/>
                <a:cs typeface="Times New Roman"/>
              </a:rPr>
              <a:t> </a:t>
            </a:r>
            <a:r>
              <a:rPr sz="3000" spc="-10" dirty="0">
                <a:latin typeface="Times New Roman"/>
                <a:cs typeface="Times New Roman"/>
              </a:rPr>
              <a:t>applying.</a:t>
            </a:r>
            <a:endParaRPr sz="3000">
              <a:latin typeface="Times New Roman"/>
              <a:cs typeface="Times New Roman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752600" y="1866900"/>
            <a:ext cx="15240000" cy="4591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33425" y="7324725"/>
            <a:ext cx="990600" cy="990600"/>
          </a:xfrm>
          <a:custGeom>
            <a:avLst/>
            <a:gdLst/>
            <a:ahLst/>
            <a:cxnLst/>
            <a:rect l="l" t="t" r="r" b="b"/>
            <a:pathLst>
              <a:path w="990600" h="990600">
                <a:moveTo>
                  <a:pt x="495300" y="0"/>
                </a:moveTo>
                <a:lnTo>
                  <a:pt x="447599" y="2267"/>
                </a:lnTo>
                <a:lnTo>
                  <a:pt x="401181" y="8930"/>
                </a:lnTo>
                <a:lnTo>
                  <a:pt x="356254" y="19782"/>
                </a:lnTo>
                <a:lnTo>
                  <a:pt x="313025" y="34615"/>
                </a:lnTo>
                <a:lnTo>
                  <a:pt x="271701" y="53222"/>
                </a:lnTo>
                <a:lnTo>
                  <a:pt x="232490" y="75394"/>
                </a:lnTo>
                <a:lnTo>
                  <a:pt x="195600" y="100925"/>
                </a:lnTo>
                <a:lnTo>
                  <a:pt x="161238" y="129607"/>
                </a:lnTo>
                <a:lnTo>
                  <a:pt x="129612" y="161233"/>
                </a:lnTo>
                <a:lnTo>
                  <a:pt x="100929" y="195594"/>
                </a:lnTo>
                <a:lnTo>
                  <a:pt x="75397" y="232484"/>
                </a:lnTo>
                <a:lnTo>
                  <a:pt x="53224" y="271695"/>
                </a:lnTo>
                <a:lnTo>
                  <a:pt x="34617" y="313019"/>
                </a:lnTo>
                <a:lnTo>
                  <a:pt x="19783" y="356249"/>
                </a:lnTo>
                <a:lnTo>
                  <a:pt x="8931" y="401178"/>
                </a:lnTo>
                <a:lnTo>
                  <a:pt x="2267" y="447597"/>
                </a:lnTo>
                <a:lnTo>
                  <a:pt x="0" y="495300"/>
                </a:lnTo>
                <a:lnTo>
                  <a:pt x="2267" y="543002"/>
                </a:lnTo>
                <a:lnTo>
                  <a:pt x="8931" y="589421"/>
                </a:lnTo>
                <a:lnTo>
                  <a:pt x="19783" y="634350"/>
                </a:lnTo>
                <a:lnTo>
                  <a:pt x="34617" y="677580"/>
                </a:lnTo>
                <a:lnTo>
                  <a:pt x="53224" y="718904"/>
                </a:lnTo>
                <a:lnTo>
                  <a:pt x="75397" y="758115"/>
                </a:lnTo>
                <a:lnTo>
                  <a:pt x="100929" y="795005"/>
                </a:lnTo>
                <a:lnTo>
                  <a:pt x="129612" y="829366"/>
                </a:lnTo>
                <a:lnTo>
                  <a:pt x="161238" y="860992"/>
                </a:lnTo>
                <a:lnTo>
                  <a:pt x="195600" y="889674"/>
                </a:lnTo>
                <a:lnTo>
                  <a:pt x="232490" y="915205"/>
                </a:lnTo>
                <a:lnTo>
                  <a:pt x="271701" y="937377"/>
                </a:lnTo>
                <a:lnTo>
                  <a:pt x="313025" y="955984"/>
                </a:lnTo>
                <a:lnTo>
                  <a:pt x="356254" y="970817"/>
                </a:lnTo>
                <a:lnTo>
                  <a:pt x="401181" y="981669"/>
                </a:lnTo>
                <a:lnTo>
                  <a:pt x="447599" y="988332"/>
                </a:lnTo>
                <a:lnTo>
                  <a:pt x="495300" y="990600"/>
                </a:lnTo>
                <a:lnTo>
                  <a:pt x="543002" y="988332"/>
                </a:lnTo>
                <a:lnTo>
                  <a:pt x="589421" y="981669"/>
                </a:lnTo>
                <a:lnTo>
                  <a:pt x="634350" y="970817"/>
                </a:lnTo>
                <a:lnTo>
                  <a:pt x="677580" y="955984"/>
                </a:lnTo>
                <a:lnTo>
                  <a:pt x="718904" y="937377"/>
                </a:lnTo>
                <a:lnTo>
                  <a:pt x="758115" y="915205"/>
                </a:lnTo>
                <a:lnTo>
                  <a:pt x="795005" y="889674"/>
                </a:lnTo>
                <a:lnTo>
                  <a:pt x="829366" y="860992"/>
                </a:lnTo>
                <a:lnTo>
                  <a:pt x="860992" y="829366"/>
                </a:lnTo>
                <a:lnTo>
                  <a:pt x="889674" y="795005"/>
                </a:lnTo>
                <a:lnTo>
                  <a:pt x="915205" y="758115"/>
                </a:lnTo>
                <a:lnTo>
                  <a:pt x="937377" y="718904"/>
                </a:lnTo>
                <a:lnTo>
                  <a:pt x="955984" y="677580"/>
                </a:lnTo>
                <a:lnTo>
                  <a:pt x="970817" y="634350"/>
                </a:lnTo>
                <a:lnTo>
                  <a:pt x="981669" y="589421"/>
                </a:lnTo>
                <a:lnTo>
                  <a:pt x="988332" y="543002"/>
                </a:lnTo>
                <a:lnTo>
                  <a:pt x="990600" y="495300"/>
                </a:lnTo>
                <a:lnTo>
                  <a:pt x="988332" y="447597"/>
                </a:lnTo>
                <a:lnTo>
                  <a:pt x="981669" y="401178"/>
                </a:lnTo>
                <a:lnTo>
                  <a:pt x="970817" y="356249"/>
                </a:lnTo>
                <a:lnTo>
                  <a:pt x="955984" y="313019"/>
                </a:lnTo>
                <a:lnTo>
                  <a:pt x="937377" y="271695"/>
                </a:lnTo>
                <a:lnTo>
                  <a:pt x="915205" y="232484"/>
                </a:lnTo>
                <a:lnTo>
                  <a:pt x="889674" y="195594"/>
                </a:lnTo>
                <a:lnTo>
                  <a:pt x="860992" y="161233"/>
                </a:lnTo>
                <a:lnTo>
                  <a:pt x="829366" y="129607"/>
                </a:lnTo>
                <a:lnTo>
                  <a:pt x="795005" y="100925"/>
                </a:lnTo>
                <a:lnTo>
                  <a:pt x="758115" y="75394"/>
                </a:lnTo>
                <a:lnTo>
                  <a:pt x="718904" y="53222"/>
                </a:lnTo>
                <a:lnTo>
                  <a:pt x="677580" y="34615"/>
                </a:lnTo>
                <a:lnTo>
                  <a:pt x="634350" y="19782"/>
                </a:lnTo>
                <a:lnTo>
                  <a:pt x="589421" y="8930"/>
                </a:lnTo>
                <a:lnTo>
                  <a:pt x="543002" y="2267"/>
                </a:lnTo>
                <a:lnTo>
                  <a:pt x="495300" y="0"/>
                </a:lnTo>
                <a:close/>
              </a:path>
            </a:pathLst>
          </a:custGeom>
          <a:solidFill>
            <a:srgbClr val="FC61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109344" y="7574216"/>
            <a:ext cx="246379" cy="4375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700" b="1" i="1" spc="90" dirty="0">
                <a:solidFill>
                  <a:srgbClr val="FFFDFD"/>
                </a:solidFill>
                <a:latin typeface="Trebuchet MS"/>
                <a:cs typeface="Trebuchet MS"/>
              </a:rPr>
              <a:t>9</a:t>
            </a:r>
            <a:endParaRPr sz="2700">
              <a:latin typeface="Trebuchet MS"/>
              <a:cs typeface="Trebuchet MS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985837" y="3319398"/>
            <a:ext cx="505459" cy="543560"/>
          </a:xfrm>
          <a:custGeom>
            <a:avLst/>
            <a:gdLst/>
            <a:ahLst/>
            <a:cxnLst/>
            <a:rect l="l" t="t" r="r" b="b"/>
            <a:pathLst>
              <a:path w="505459" h="543560">
                <a:moveTo>
                  <a:pt x="252412" y="0"/>
                </a:moveTo>
                <a:lnTo>
                  <a:pt x="207039" y="4373"/>
                </a:lnTo>
                <a:lnTo>
                  <a:pt x="164335" y="16984"/>
                </a:lnTo>
                <a:lnTo>
                  <a:pt x="125013" y="37065"/>
                </a:lnTo>
                <a:lnTo>
                  <a:pt x="89784" y="63850"/>
                </a:lnTo>
                <a:lnTo>
                  <a:pt x="59362" y="96574"/>
                </a:lnTo>
                <a:lnTo>
                  <a:pt x="34460" y="134469"/>
                </a:lnTo>
                <a:lnTo>
                  <a:pt x="15791" y="176770"/>
                </a:lnTo>
                <a:lnTo>
                  <a:pt x="4066" y="222711"/>
                </a:lnTo>
                <a:lnTo>
                  <a:pt x="0" y="271525"/>
                </a:lnTo>
                <a:lnTo>
                  <a:pt x="4066" y="320340"/>
                </a:lnTo>
                <a:lnTo>
                  <a:pt x="15791" y="366281"/>
                </a:lnTo>
                <a:lnTo>
                  <a:pt x="34460" y="408582"/>
                </a:lnTo>
                <a:lnTo>
                  <a:pt x="59362" y="446477"/>
                </a:lnTo>
                <a:lnTo>
                  <a:pt x="89784" y="479201"/>
                </a:lnTo>
                <a:lnTo>
                  <a:pt x="125013" y="505986"/>
                </a:lnTo>
                <a:lnTo>
                  <a:pt x="164335" y="526067"/>
                </a:lnTo>
                <a:lnTo>
                  <a:pt x="207039" y="538678"/>
                </a:lnTo>
                <a:lnTo>
                  <a:pt x="252412" y="543051"/>
                </a:lnTo>
                <a:lnTo>
                  <a:pt x="297797" y="538678"/>
                </a:lnTo>
                <a:lnTo>
                  <a:pt x="340512" y="526067"/>
                </a:lnTo>
                <a:lnTo>
                  <a:pt x="379845" y="505986"/>
                </a:lnTo>
                <a:lnTo>
                  <a:pt x="415082" y="479201"/>
                </a:lnTo>
                <a:lnTo>
                  <a:pt x="445511" y="446477"/>
                </a:lnTo>
                <a:lnTo>
                  <a:pt x="470419" y="408582"/>
                </a:lnTo>
                <a:lnTo>
                  <a:pt x="489093" y="366281"/>
                </a:lnTo>
                <a:lnTo>
                  <a:pt x="500821" y="320340"/>
                </a:lnTo>
                <a:lnTo>
                  <a:pt x="504888" y="271525"/>
                </a:lnTo>
                <a:lnTo>
                  <a:pt x="500821" y="222711"/>
                </a:lnTo>
                <a:lnTo>
                  <a:pt x="489093" y="176770"/>
                </a:lnTo>
                <a:lnTo>
                  <a:pt x="470419" y="134469"/>
                </a:lnTo>
                <a:lnTo>
                  <a:pt x="445511" y="96574"/>
                </a:lnTo>
                <a:lnTo>
                  <a:pt x="415082" y="63850"/>
                </a:lnTo>
                <a:lnTo>
                  <a:pt x="379845" y="37065"/>
                </a:lnTo>
                <a:lnTo>
                  <a:pt x="340512" y="16984"/>
                </a:lnTo>
                <a:lnTo>
                  <a:pt x="297797" y="4373"/>
                </a:lnTo>
                <a:lnTo>
                  <a:pt x="252412" y="0"/>
                </a:lnTo>
                <a:close/>
              </a:path>
            </a:pathLst>
          </a:custGeom>
          <a:ln w="952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154747" y="3438906"/>
            <a:ext cx="158115" cy="2882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700" b="1" i="1" spc="-50" dirty="0">
                <a:solidFill>
                  <a:srgbClr val="181818"/>
                </a:solidFill>
                <a:latin typeface="Trebuchet MS"/>
                <a:cs typeface="Trebuchet MS"/>
              </a:rPr>
              <a:t>3</a:t>
            </a:r>
            <a:endParaRPr sz="1700">
              <a:latin typeface="Trebuchet MS"/>
              <a:cs typeface="Trebuchet MS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985837" y="1985898"/>
            <a:ext cx="505459" cy="542925"/>
          </a:xfrm>
          <a:custGeom>
            <a:avLst/>
            <a:gdLst/>
            <a:ahLst/>
            <a:cxnLst/>
            <a:rect l="l" t="t" r="r" b="b"/>
            <a:pathLst>
              <a:path w="505459" h="542925">
                <a:moveTo>
                  <a:pt x="252412" y="0"/>
                </a:moveTo>
                <a:lnTo>
                  <a:pt x="207039" y="4373"/>
                </a:lnTo>
                <a:lnTo>
                  <a:pt x="164335" y="16984"/>
                </a:lnTo>
                <a:lnTo>
                  <a:pt x="125013" y="37065"/>
                </a:lnTo>
                <a:lnTo>
                  <a:pt x="89784" y="63850"/>
                </a:lnTo>
                <a:lnTo>
                  <a:pt x="59362" y="96574"/>
                </a:lnTo>
                <a:lnTo>
                  <a:pt x="34460" y="134469"/>
                </a:lnTo>
                <a:lnTo>
                  <a:pt x="15791" y="176770"/>
                </a:lnTo>
                <a:lnTo>
                  <a:pt x="4066" y="222711"/>
                </a:lnTo>
                <a:lnTo>
                  <a:pt x="0" y="271525"/>
                </a:lnTo>
                <a:lnTo>
                  <a:pt x="4066" y="320335"/>
                </a:lnTo>
                <a:lnTo>
                  <a:pt x="15791" y="366265"/>
                </a:lnTo>
                <a:lnTo>
                  <a:pt x="34460" y="408549"/>
                </a:lnTo>
                <a:lnTo>
                  <a:pt x="59362" y="446425"/>
                </a:lnTo>
                <a:lnTo>
                  <a:pt x="89784" y="479127"/>
                </a:lnTo>
                <a:lnTo>
                  <a:pt x="125013" y="505892"/>
                </a:lnTo>
                <a:lnTo>
                  <a:pt x="164335" y="525956"/>
                </a:lnTo>
                <a:lnTo>
                  <a:pt x="207039" y="538555"/>
                </a:lnTo>
                <a:lnTo>
                  <a:pt x="252412" y="542925"/>
                </a:lnTo>
                <a:lnTo>
                  <a:pt x="297797" y="538555"/>
                </a:lnTo>
                <a:lnTo>
                  <a:pt x="340512" y="525956"/>
                </a:lnTo>
                <a:lnTo>
                  <a:pt x="379845" y="505892"/>
                </a:lnTo>
                <a:lnTo>
                  <a:pt x="415082" y="479127"/>
                </a:lnTo>
                <a:lnTo>
                  <a:pt x="445511" y="446425"/>
                </a:lnTo>
                <a:lnTo>
                  <a:pt x="470419" y="408549"/>
                </a:lnTo>
                <a:lnTo>
                  <a:pt x="489093" y="366265"/>
                </a:lnTo>
                <a:lnTo>
                  <a:pt x="500821" y="320335"/>
                </a:lnTo>
                <a:lnTo>
                  <a:pt x="504888" y="271525"/>
                </a:lnTo>
                <a:lnTo>
                  <a:pt x="500821" y="222711"/>
                </a:lnTo>
                <a:lnTo>
                  <a:pt x="489093" y="176770"/>
                </a:lnTo>
                <a:lnTo>
                  <a:pt x="470419" y="134469"/>
                </a:lnTo>
                <a:lnTo>
                  <a:pt x="445511" y="96574"/>
                </a:lnTo>
                <a:lnTo>
                  <a:pt x="415082" y="63850"/>
                </a:lnTo>
                <a:lnTo>
                  <a:pt x="379845" y="37065"/>
                </a:lnTo>
                <a:lnTo>
                  <a:pt x="340512" y="16984"/>
                </a:lnTo>
                <a:lnTo>
                  <a:pt x="297797" y="4373"/>
                </a:lnTo>
                <a:lnTo>
                  <a:pt x="252412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172844" y="2103691"/>
            <a:ext cx="120650" cy="2889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700" b="1" i="1" spc="-310" dirty="0">
                <a:solidFill>
                  <a:srgbClr val="181818"/>
                </a:solidFill>
                <a:latin typeface="Trebuchet MS"/>
                <a:cs typeface="Trebuchet MS"/>
              </a:rPr>
              <a:t>1</a:t>
            </a:r>
            <a:endParaRPr sz="1700">
              <a:latin typeface="Trebuchet MS"/>
              <a:cs typeface="Trebuchet MS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985837" y="3986276"/>
            <a:ext cx="505459" cy="542925"/>
          </a:xfrm>
          <a:custGeom>
            <a:avLst/>
            <a:gdLst/>
            <a:ahLst/>
            <a:cxnLst/>
            <a:rect l="l" t="t" r="r" b="b"/>
            <a:pathLst>
              <a:path w="505459" h="542925">
                <a:moveTo>
                  <a:pt x="252412" y="0"/>
                </a:moveTo>
                <a:lnTo>
                  <a:pt x="207039" y="4369"/>
                </a:lnTo>
                <a:lnTo>
                  <a:pt x="164335" y="16968"/>
                </a:lnTo>
                <a:lnTo>
                  <a:pt x="125013" y="37032"/>
                </a:lnTo>
                <a:lnTo>
                  <a:pt x="89784" y="63797"/>
                </a:lnTo>
                <a:lnTo>
                  <a:pt x="59362" y="96499"/>
                </a:lnTo>
                <a:lnTo>
                  <a:pt x="34460" y="134375"/>
                </a:lnTo>
                <a:lnTo>
                  <a:pt x="15791" y="176659"/>
                </a:lnTo>
                <a:lnTo>
                  <a:pt x="4066" y="222589"/>
                </a:lnTo>
                <a:lnTo>
                  <a:pt x="0" y="271399"/>
                </a:lnTo>
                <a:lnTo>
                  <a:pt x="4066" y="320213"/>
                </a:lnTo>
                <a:lnTo>
                  <a:pt x="15791" y="366154"/>
                </a:lnTo>
                <a:lnTo>
                  <a:pt x="34460" y="408455"/>
                </a:lnTo>
                <a:lnTo>
                  <a:pt x="59362" y="446350"/>
                </a:lnTo>
                <a:lnTo>
                  <a:pt x="89784" y="479074"/>
                </a:lnTo>
                <a:lnTo>
                  <a:pt x="125013" y="505859"/>
                </a:lnTo>
                <a:lnTo>
                  <a:pt x="164335" y="525940"/>
                </a:lnTo>
                <a:lnTo>
                  <a:pt x="207039" y="538551"/>
                </a:lnTo>
                <a:lnTo>
                  <a:pt x="252412" y="542925"/>
                </a:lnTo>
                <a:lnTo>
                  <a:pt x="297797" y="538551"/>
                </a:lnTo>
                <a:lnTo>
                  <a:pt x="340512" y="525940"/>
                </a:lnTo>
                <a:lnTo>
                  <a:pt x="379845" y="505859"/>
                </a:lnTo>
                <a:lnTo>
                  <a:pt x="415082" y="479074"/>
                </a:lnTo>
                <a:lnTo>
                  <a:pt x="445511" y="446350"/>
                </a:lnTo>
                <a:lnTo>
                  <a:pt x="470419" y="408455"/>
                </a:lnTo>
                <a:lnTo>
                  <a:pt x="489093" y="366154"/>
                </a:lnTo>
                <a:lnTo>
                  <a:pt x="500821" y="320213"/>
                </a:lnTo>
                <a:lnTo>
                  <a:pt x="504888" y="271399"/>
                </a:lnTo>
                <a:lnTo>
                  <a:pt x="500821" y="222589"/>
                </a:lnTo>
                <a:lnTo>
                  <a:pt x="489093" y="176659"/>
                </a:lnTo>
                <a:lnTo>
                  <a:pt x="470419" y="134375"/>
                </a:lnTo>
                <a:lnTo>
                  <a:pt x="445511" y="96499"/>
                </a:lnTo>
                <a:lnTo>
                  <a:pt x="415082" y="63797"/>
                </a:lnTo>
                <a:lnTo>
                  <a:pt x="379845" y="37032"/>
                </a:lnTo>
                <a:lnTo>
                  <a:pt x="340512" y="16968"/>
                </a:lnTo>
                <a:lnTo>
                  <a:pt x="297797" y="4369"/>
                </a:lnTo>
                <a:lnTo>
                  <a:pt x="252412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1148397" y="4107179"/>
            <a:ext cx="170180" cy="2882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700" b="1" i="1" spc="80" dirty="0">
                <a:solidFill>
                  <a:srgbClr val="181818"/>
                </a:solidFill>
                <a:latin typeface="Trebuchet MS"/>
                <a:cs typeface="Trebuchet MS"/>
              </a:rPr>
              <a:t>4</a:t>
            </a:r>
            <a:endParaRPr sz="1700">
              <a:latin typeface="Trebuchet MS"/>
              <a:cs typeface="Trebuchet MS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985837" y="2652776"/>
            <a:ext cx="505459" cy="542925"/>
          </a:xfrm>
          <a:custGeom>
            <a:avLst/>
            <a:gdLst/>
            <a:ahLst/>
            <a:cxnLst/>
            <a:rect l="l" t="t" r="r" b="b"/>
            <a:pathLst>
              <a:path w="505459" h="542925">
                <a:moveTo>
                  <a:pt x="252412" y="0"/>
                </a:moveTo>
                <a:lnTo>
                  <a:pt x="207039" y="4369"/>
                </a:lnTo>
                <a:lnTo>
                  <a:pt x="164335" y="16968"/>
                </a:lnTo>
                <a:lnTo>
                  <a:pt x="125013" y="37032"/>
                </a:lnTo>
                <a:lnTo>
                  <a:pt x="89784" y="63797"/>
                </a:lnTo>
                <a:lnTo>
                  <a:pt x="59362" y="96499"/>
                </a:lnTo>
                <a:lnTo>
                  <a:pt x="34460" y="134375"/>
                </a:lnTo>
                <a:lnTo>
                  <a:pt x="15791" y="176659"/>
                </a:lnTo>
                <a:lnTo>
                  <a:pt x="4066" y="222589"/>
                </a:lnTo>
                <a:lnTo>
                  <a:pt x="0" y="271399"/>
                </a:lnTo>
                <a:lnTo>
                  <a:pt x="4066" y="320213"/>
                </a:lnTo>
                <a:lnTo>
                  <a:pt x="15791" y="366154"/>
                </a:lnTo>
                <a:lnTo>
                  <a:pt x="34460" y="408455"/>
                </a:lnTo>
                <a:lnTo>
                  <a:pt x="59362" y="446350"/>
                </a:lnTo>
                <a:lnTo>
                  <a:pt x="89784" y="479074"/>
                </a:lnTo>
                <a:lnTo>
                  <a:pt x="125013" y="505859"/>
                </a:lnTo>
                <a:lnTo>
                  <a:pt x="164335" y="525940"/>
                </a:lnTo>
                <a:lnTo>
                  <a:pt x="207039" y="538551"/>
                </a:lnTo>
                <a:lnTo>
                  <a:pt x="252412" y="542925"/>
                </a:lnTo>
                <a:lnTo>
                  <a:pt x="297797" y="538551"/>
                </a:lnTo>
                <a:lnTo>
                  <a:pt x="340512" y="525940"/>
                </a:lnTo>
                <a:lnTo>
                  <a:pt x="379845" y="505859"/>
                </a:lnTo>
                <a:lnTo>
                  <a:pt x="415082" y="479074"/>
                </a:lnTo>
                <a:lnTo>
                  <a:pt x="445511" y="446350"/>
                </a:lnTo>
                <a:lnTo>
                  <a:pt x="470419" y="408455"/>
                </a:lnTo>
                <a:lnTo>
                  <a:pt x="489093" y="366154"/>
                </a:lnTo>
                <a:lnTo>
                  <a:pt x="500821" y="320213"/>
                </a:lnTo>
                <a:lnTo>
                  <a:pt x="504888" y="271399"/>
                </a:lnTo>
                <a:lnTo>
                  <a:pt x="500821" y="222589"/>
                </a:lnTo>
                <a:lnTo>
                  <a:pt x="489093" y="176659"/>
                </a:lnTo>
                <a:lnTo>
                  <a:pt x="470419" y="134375"/>
                </a:lnTo>
                <a:lnTo>
                  <a:pt x="445511" y="96499"/>
                </a:lnTo>
                <a:lnTo>
                  <a:pt x="415082" y="63797"/>
                </a:lnTo>
                <a:lnTo>
                  <a:pt x="379845" y="37032"/>
                </a:lnTo>
                <a:lnTo>
                  <a:pt x="340512" y="16968"/>
                </a:lnTo>
                <a:lnTo>
                  <a:pt x="297797" y="4369"/>
                </a:lnTo>
                <a:lnTo>
                  <a:pt x="252412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1153160" y="2770187"/>
            <a:ext cx="160655" cy="2889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700" b="1" i="1" spc="10" dirty="0">
                <a:solidFill>
                  <a:srgbClr val="181818"/>
                </a:solidFill>
                <a:latin typeface="Trebuchet MS"/>
                <a:cs typeface="Trebuchet MS"/>
              </a:rPr>
              <a:t>2</a:t>
            </a:r>
            <a:endParaRPr sz="1700">
              <a:latin typeface="Trebuchet MS"/>
              <a:cs typeface="Trebuchet MS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985837" y="5319776"/>
            <a:ext cx="505459" cy="542925"/>
          </a:xfrm>
          <a:custGeom>
            <a:avLst/>
            <a:gdLst/>
            <a:ahLst/>
            <a:cxnLst/>
            <a:rect l="l" t="t" r="r" b="b"/>
            <a:pathLst>
              <a:path w="505459" h="542925">
                <a:moveTo>
                  <a:pt x="252412" y="0"/>
                </a:moveTo>
                <a:lnTo>
                  <a:pt x="207039" y="4369"/>
                </a:lnTo>
                <a:lnTo>
                  <a:pt x="164335" y="16968"/>
                </a:lnTo>
                <a:lnTo>
                  <a:pt x="125013" y="37032"/>
                </a:lnTo>
                <a:lnTo>
                  <a:pt x="89784" y="63797"/>
                </a:lnTo>
                <a:lnTo>
                  <a:pt x="59362" y="96499"/>
                </a:lnTo>
                <a:lnTo>
                  <a:pt x="34460" y="134375"/>
                </a:lnTo>
                <a:lnTo>
                  <a:pt x="15791" y="176659"/>
                </a:lnTo>
                <a:lnTo>
                  <a:pt x="4066" y="222589"/>
                </a:lnTo>
                <a:lnTo>
                  <a:pt x="0" y="271399"/>
                </a:lnTo>
                <a:lnTo>
                  <a:pt x="4066" y="320213"/>
                </a:lnTo>
                <a:lnTo>
                  <a:pt x="15791" y="366154"/>
                </a:lnTo>
                <a:lnTo>
                  <a:pt x="34460" y="408455"/>
                </a:lnTo>
                <a:lnTo>
                  <a:pt x="59362" y="446350"/>
                </a:lnTo>
                <a:lnTo>
                  <a:pt x="89784" y="479074"/>
                </a:lnTo>
                <a:lnTo>
                  <a:pt x="125013" y="505859"/>
                </a:lnTo>
                <a:lnTo>
                  <a:pt x="164335" y="525940"/>
                </a:lnTo>
                <a:lnTo>
                  <a:pt x="207039" y="538551"/>
                </a:lnTo>
                <a:lnTo>
                  <a:pt x="252412" y="542925"/>
                </a:lnTo>
                <a:lnTo>
                  <a:pt x="297797" y="538551"/>
                </a:lnTo>
                <a:lnTo>
                  <a:pt x="340512" y="525940"/>
                </a:lnTo>
                <a:lnTo>
                  <a:pt x="379845" y="505859"/>
                </a:lnTo>
                <a:lnTo>
                  <a:pt x="415082" y="479074"/>
                </a:lnTo>
                <a:lnTo>
                  <a:pt x="445511" y="446350"/>
                </a:lnTo>
                <a:lnTo>
                  <a:pt x="470419" y="408455"/>
                </a:lnTo>
                <a:lnTo>
                  <a:pt x="489093" y="366154"/>
                </a:lnTo>
                <a:lnTo>
                  <a:pt x="500821" y="320213"/>
                </a:lnTo>
                <a:lnTo>
                  <a:pt x="504888" y="271399"/>
                </a:lnTo>
                <a:lnTo>
                  <a:pt x="500821" y="222589"/>
                </a:lnTo>
                <a:lnTo>
                  <a:pt x="489093" y="176659"/>
                </a:lnTo>
                <a:lnTo>
                  <a:pt x="470419" y="134375"/>
                </a:lnTo>
                <a:lnTo>
                  <a:pt x="445511" y="96499"/>
                </a:lnTo>
                <a:lnTo>
                  <a:pt x="415082" y="63797"/>
                </a:lnTo>
                <a:lnTo>
                  <a:pt x="379845" y="37032"/>
                </a:lnTo>
                <a:lnTo>
                  <a:pt x="340512" y="16968"/>
                </a:lnTo>
                <a:lnTo>
                  <a:pt x="297797" y="4369"/>
                </a:lnTo>
                <a:lnTo>
                  <a:pt x="252412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1150619" y="5443156"/>
            <a:ext cx="167005" cy="2889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700" b="1" i="1" spc="60" dirty="0">
                <a:solidFill>
                  <a:srgbClr val="181818"/>
                </a:solidFill>
                <a:latin typeface="Trebuchet MS"/>
                <a:cs typeface="Trebuchet MS"/>
              </a:rPr>
              <a:t>6</a:t>
            </a:r>
            <a:endParaRPr sz="1700">
              <a:latin typeface="Trebuchet MS"/>
              <a:cs typeface="Trebuchet MS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985837" y="4653026"/>
            <a:ext cx="505459" cy="542925"/>
          </a:xfrm>
          <a:custGeom>
            <a:avLst/>
            <a:gdLst/>
            <a:ahLst/>
            <a:cxnLst/>
            <a:rect l="l" t="t" r="r" b="b"/>
            <a:pathLst>
              <a:path w="505459" h="542925">
                <a:moveTo>
                  <a:pt x="252412" y="0"/>
                </a:moveTo>
                <a:lnTo>
                  <a:pt x="207039" y="4369"/>
                </a:lnTo>
                <a:lnTo>
                  <a:pt x="164335" y="16968"/>
                </a:lnTo>
                <a:lnTo>
                  <a:pt x="125013" y="37032"/>
                </a:lnTo>
                <a:lnTo>
                  <a:pt x="89784" y="63797"/>
                </a:lnTo>
                <a:lnTo>
                  <a:pt x="59362" y="96499"/>
                </a:lnTo>
                <a:lnTo>
                  <a:pt x="34460" y="134375"/>
                </a:lnTo>
                <a:lnTo>
                  <a:pt x="15791" y="176659"/>
                </a:lnTo>
                <a:lnTo>
                  <a:pt x="4066" y="222589"/>
                </a:lnTo>
                <a:lnTo>
                  <a:pt x="0" y="271399"/>
                </a:lnTo>
                <a:lnTo>
                  <a:pt x="4066" y="320213"/>
                </a:lnTo>
                <a:lnTo>
                  <a:pt x="15791" y="366154"/>
                </a:lnTo>
                <a:lnTo>
                  <a:pt x="34460" y="408455"/>
                </a:lnTo>
                <a:lnTo>
                  <a:pt x="59362" y="446350"/>
                </a:lnTo>
                <a:lnTo>
                  <a:pt x="89784" y="479074"/>
                </a:lnTo>
                <a:lnTo>
                  <a:pt x="125013" y="505859"/>
                </a:lnTo>
                <a:lnTo>
                  <a:pt x="164335" y="525940"/>
                </a:lnTo>
                <a:lnTo>
                  <a:pt x="207039" y="538551"/>
                </a:lnTo>
                <a:lnTo>
                  <a:pt x="252412" y="542925"/>
                </a:lnTo>
                <a:lnTo>
                  <a:pt x="297797" y="538551"/>
                </a:lnTo>
                <a:lnTo>
                  <a:pt x="340512" y="525940"/>
                </a:lnTo>
                <a:lnTo>
                  <a:pt x="379845" y="505859"/>
                </a:lnTo>
                <a:lnTo>
                  <a:pt x="415082" y="479074"/>
                </a:lnTo>
                <a:lnTo>
                  <a:pt x="445511" y="446350"/>
                </a:lnTo>
                <a:lnTo>
                  <a:pt x="470419" y="408455"/>
                </a:lnTo>
                <a:lnTo>
                  <a:pt x="489093" y="366154"/>
                </a:lnTo>
                <a:lnTo>
                  <a:pt x="500821" y="320213"/>
                </a:lnTo>
                <a:lnTo>
                  <a:pt x="504888" y="271399"/>
                </a:lnTo>
                <a:lnTo>
                  <a:pt x="500821" y="222589"/>
                </a:lnTo>
                <a:lnTo>
                  <a:pt x="489093" y="176659"/>
                </a:lnTo>
                <a:lnTo>
                  <a:pt x="470419" y="134375"/>
                </a:lnTo>
                <a:lnTo>
                  <a:pt x="445511" y="96499"/>
                </a:lnTo>
                <a:lnTo>
                  <a:pt x="415082" y="63797"/>
                </a:lnTo>
                <a:lnTo>
                  <a:pt x="379845" y="37032"/>
                </a:lnTo>
                <a:lnTo>
                  <a:pt x="340512" y="16968"/>
                </a:lnTo>
                <a:lnTo>
                  <a:pt x="297797" y="4369"/>
                </a:lnTo>
                <a:lnTo>
                  <a:pt x="252412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1153794" y="4774882"/>
            <a:ext cx="159385" cy="2889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700" b="1" i="1" dirty="0">
                <a:solidFill>
                  <a:srgbClr val="181818"/>
                </a:solidFill>
                <a:latin typeface="Trebuchet MS"/>
                <a:cs typeface="Trebuchet MS"/>
              </a:rPr>
              <a:t>5</a:t>
            </a:r>
            <a:endParaRPr sz="1700">
              <a:latin typeface="Trebuchet MS"/>
              <a:cs typeface="Trebuchet MS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985837" y="5986526"/>
            <a:ext cx="505459" cy="552450"/>
          </a:xfrm>
          <a:custGeom>
            <a:avLst/>
            <a:gdLst/>
            <a:ahLst/>
            <a:cxnLst/>
            <a:rect l="l" t="t" r="r" b="b"/>
            <a:pathLst>
              <a:path w="505459" h="552450">
                <a:moveTo>
                  <a:pt x="252412" y="0"/>
                </a:moveTo>
                <a:lnTo>
                  <a:pt x="207039" y="4446"/>
                </a:lnTo>
                <a:lnTo>
                  <a:pt x="164335" y="17268"/>
                </a:lnTo>
                <a:lnTo>
                  <a:pt x="125013" y="37686"/>
                </a:lnTo>
                <a:lnTo>
                  <a:pt x="89784" y="64920"/>
                </a:lnTo>
                <a:lnTo>
                  <a:pt x="59362" y="98194"/>
                </a:lnTo>
                <a:lnTo>
                  <a:pt x="34460" y="136727"/>
                </a:lnTo>
                <a:lnTo>
                  <a:pt x="15791" y="179741"/>
                </a:lnTo>
                <a:lnTo>
                  <a:pt x="4066" y="226457"/>
                </a:lnTo>
                <a:lnTo>
                  <a:pt x="0" y="276098"/>
                </a:lnTo>
                <a:lnTo>
                  <a:pt x="4066" y="325775"/>
                </a:lnTo>
                <a:lnTo>
                  <a:pt x="15791" y="372521"/>
                </a:lnTo>
                <a:lnTo>
                  <a:pt x="34460" y="415558"/>
                </a:lnTo>
                <a:lnTo>
                  <a:pt x="59362" y="454107"/>
                </a:lnTo>
                <a:lnTo>
                  <a:pt x="89784" y="487390"/>
                </a:lnTo>
                <a:lnTo>
                  <a:pt x="125013" y="514632"/>
                </a:lnTo>
                <a:lnTo>
                  <a:pt x="164335" y="535053"/>
                </a:lnTo>
                <a:lnTo>
                  <a:pt x="207039" y="547875"/>
                </a:lnTo>
                <a:lnTo>
                  <a:pt x="252412" y="552323"/>
                </a:lnTo>
                <a:lnTo>
                  <a:pt x="297797" y="547875"/>
                </a:lnTo>
                <a:lnTo>
                  <a:pt x="340512" y="535053"/>
                </a:lnTo>
                <a:lnTo>
                  <a:pt x="379845" y="514632"/>
                </a:lnTo>
                <a:lnTo>
                  <a:pt x="415082" y="487390"/>
                </a:lnTo>
                <a:lnTo>
                  <a:pt x="445511" y="454107"/>
                </a:lnTo>
                <a:lnTo>
                  <a:pt x="470419" y="415558"/>
                </a:lnTo>
                <a:lnTo>
                  <a:pt x="489093" y="372521"/>
                </a:lnTo>
                <a:lnTo>
                  <a:pt x="500821" y="325775"/>
                </a:lnTo>
                <a:lnTo>
                  <a:pt x="504888" y="276098"/>
                </a:lnTo>
                <a:lnTo>
                  <a:pt x="500821" y="226457"/>
                </a:lnTo>
                <a:lnTo>
                  <a:pt x="489093" y="179741"/>
                </a:lnTo>
                <a:lnTo>
                  <a:pt x="470419" y="136727"/>
                </a:lnTo>
                <a:lnTo>
                  <a:pt x="445511" y="98194"/>
                </a:lnTo>
                <a:lnTo>
                  <a:pt x="415082" y="64920"/>
                </a:lnTo>
                <a:lnTo>
                  <a:pt x="379845" y="37686"/>
                </a:lnTo>
                <a:lnTo>
                  <a:pt x="340512" y="17268"/>
                </a:lnTo>
                <a:lnTo>
                  <a:pt x="297797" y="4446"/>
                </a:lnTo>
                <a:lnTo>
                  <a:pt x="252412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1153794" y="6111875"/>
            <a:ext cx="159385" cy="2882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700" b="1" i="1" dirty="0">
                <a:solidFill>
                  <a:srgbClr val="181818"/>
                </a:solidFill>
                <a:latin typeface="Trebuchet MS"/>
                <a:cs typeface="Trebuchet MS"/>
              </a:rPr>
              <a:t>7</a:t>
            </a:r>
            <a:endParaRPr sz="1700">
              <a:latin typeface="Trebuchet MS"/>
              <a:cs typeface="Trebuchet MS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985837" y="6662673"/>
            <a:ext cx="505459" cy="542925"/>
          </a:xfrm>
          <a:custGeom>
            <a:avLst/>
            <a:gdLst/>
            <a:ahLst/>
            <a:cxnLst/>
            <a:rect l="l" t="t" r="r" b="b"/>
            <a:pathLst>
              <a:path w="505459" h="542925">
                <a:moveTo>
                  <a:pt x="252412" y="0"/>
                </a:moveTo>
                <a:lnTo>
                  <a:pt x="207039" y="4373"/>
                </a:lnTo>
                <a:lnTo>
                  <a:pt x="164335" y="16984"/>
                </a:lnTo>
                <a:lnTo>
                  <a:pt x="125013" y="37065"/>
                </a:lnTo>
                <a:lnTo>
                  <a:pt x="89784" y="63850"/>
                </a:lnTo>
                <a:lnTo>
                  <a:pt x="59362" y="96574"/>
                </a:lnTo>
                <a:lnTo>
                  <a:pt x="34460" y="134469"/>
                </a:lnTo>
                <a:lnTo>
                  <a:pt x="15791" y="176770"/>
                </a:lnTo>
                <a:lnTo>
                  <a:pt x="4066" y="222711"/>
                </a:lnTo>
                <a:lnTo>
                  <a:pt x="0" y="271525"/>
                </a:lnTo>
                <a:lnTo>
                  <a:pt x="4066" y="320335"/>
                </a:lnTo>
                <a:lnTo>
                  <a:pt x="15791" y="366265"/>
                </a:lnTo>
                <a:lnTo>
                  <a:pt x="34460" y="408549"/>
                </a:lnTo>
                <a:lnTo>
                  <a:pt x="59362" y="446425"/>
                </a:lnTo>
                <a:lnTo>
                  <a:pt x="89784" y="479127"/>
                </a:lnTo>
                <a:lnTo>
                  <a:pt x="125013" y="505892"/>
                </a:lnTo>
                <a:lnTo>
                  <a:pt x="164335" y="525956"/>
                </a:lnTo>
                <a:lnTo>
                  <a:pt x="207039" y="538555"/>
                </a:lnTo>
                <a:lnTo>
                  <a:pt x="252412" y="542925"/>
                </a:lnTo>
                <a:lnTo>
                  <a:pt x="297797" y="538555"/>
                </a:lnTo>
                <a:lnTo>
                  <a:pt x="340512" y="525956"/>
                </a:lnTo>
                <a:lnTo>
                  <a:pt x="379845" y="505892"/>
                </a:lnTo>
                <a:lnTo>
                  <a:pt x="415082" y="479127"/>
                </a:lnTo>
                <a:lnTo>
                  <a:pt x="445511" y="446425"/>
                </a:lnTo>
                <a:lnTo>
                  <a:pt x="470419" y="408549"/>
                </a:lnTo>
                <a:lnTo>
                  <a:pt x="489093" y="366265"/>
                </a:lnTo>
                <a:lnTo>
                  <a:pt x="500821" y="320335"/>
                </a:lnTo>
                <a:lnTo>
                  <a:pt x="504888" y="271525"/>
                </a:lnTo>
                <a:lnTo>
                  <a:pt x="500821" y="222711"/>
                </a:lnTo>
                <a:lnTo>
                  <a:pt x="489093" y="176770"/>
                </a:lnTo>
                <a:lnTo>
                  <a:pt x="470419" y="134469"/>
                </a:lnTo>
                <a:lnTo>
                  <a:pt x="445511" y="96574"/>
                </a:lnTo>
                <a:lnTo>
                  <a:pt x="415082" y="63850"/>
                </a:lnTo>
                <a:lnTo>
                  <a:pt x="379845" y="37065"/>
                </a:lnTo>
                <a:lnTo>
                  <a:pt x="340512" y="16984"/>
                </a:lnTo>
                <a:lnTo>
                  <a:pt x="297797" y="4373"/>
                </a:lnTo>
                <a:lnTo>
                  <a:pt x="252412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1148397" y="6780148"/>
            <a:ext cx="170815" cy="2882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700" b="1" i="1" spc="90" dirty="0">
                <a:solidFill>
                  <a:srgbClr val="181818"/>
                </a:solidFill>
                <a:latin typeface="Trebuchet MS"/>
                <a:cs typeface="Trebuchet MS"/>
              </a:rPr>
              <a:t>8</a:t>
            </a:r>
            <a:endParaRPr sz="1700">
              <a:latin typeface="Trebuchet MS"/>
              <a:cs typeface="Trebuchet MS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16331437" y="1042689"/>
            <a:ext cx="2266315" cy="8187690"/>
            <a:chOff x="16331437" y="1042689"/>
            <a:chExt cx="2266315" cy="8187690"/>
          </a:xfrm>
        </p:grpSpPr>
        <p:sp>
          <p:nvSpPr>
            <p:cNvPr id="21" name="object 21"/>
            <p:cNvSpPr/>
            <p:nvPr/>
          </p:nvSpPr>
          <p:spPr>
            <a:xfrm>
              <a:off x="16331437" y="1042689"/>
              <a:ext cx="914400" cy="211454"/>
            </a:xfrm>
            <a:custGeom>
              <a:avLst/>
              <a:gdLst/>
              <a:ahLst/>
              <a:cxnLst/>
              <a:rect l="l" t="t" r="r" b="b"/>
              <a:pathLst>
                <a:path w="914400" h="211455">
                  <a:moveTo>
                    <a:pt x="114280" y="0"/>
                  </a:moveTo>
                  <a:lnTo>
                    <a:pt x="69787" y="8294"/>
                  </a:lnTo>
                  <a:lnTo>
                    <a:pt x="33462" y="30918"/>
                  </a:lnTo>
                  <a:lnTo>
                    <a:pt x="8977" y="64479"/>
                  </a:lnTo>
                  <a:lnTo>
                    <a:pt x="0" y="105589"/>
                  </a:lnTo>
                  <a:lnTo>
                    <a:pt x="8977" y="146699"/>
                  </a:lnTo>
                  <a:lnTo>
                    <a:pt x="33463" y="180261"/>
                  </a:lnTo>
                  <a:lnTo>
                    <a:pt x="69788" y="202884"/>
                  </a:lnTo>
                  <a:lnTo>
                    <a:pt x="114281" y="211178"/>
                  </a:lnTo>
                  <a:lnTo>
                    <a:pt x="158774" y="202884"/>
                  </a:lnTo>
                  <a:lnTo>
                    <a:pt x="195098" y="180261"/>
                  </a:lnTo>
                  <a:lnTo>
                    <a:pt x="219583" y="146699"/>
                  </a:lnTo>
                  <a:lnTo>
                    <a:pt x="228560" y="105589"/>
                  </a:lnTo>
                  <a:lnTo>
                    <a:pt x="219582" y="64479"/>
                  </a:lnTo>
                  <a:lnTo>
                    <a:pt x="195097" y="30918"/>
                  </a:lnTo>
                  <a:lnTo>
                    <a:pt x="158773" y="8294"/>
                  </a:lnTo>
                  <a:lnTo>
                    <a:pt x="114280" y="0"/>
                  </a:lnTo>
                  <a:close/>
                </a:path>
                <a:path w="914400" h="211455">
                  <a:moveTo>
                    <a:pt x="799962" y="0"/>
                  </a:moveTo>
                  <a:lnTo>
                    <a:pt x="755461" y="8294"/>
                  </a:lnTo>
                  <a:lnTo>
                    <a:pt x="719138" y="30918"/>
                  </a:lnTo>
                  <a:lnTo>
                    <a:pt x="694658" y="64479"/>
                  </a:lnTo>
                  <a:lnTo>
                    <a:pt x="685684" y="105589"/>
                  </a:lnTo>
                  <a:lnTo>
                    <a:pt x="694658" y="146699"/>
                  </a:lnTo>
                  <a:lnTo>
                    <a:pt x="719139" y="180261"/>
                  </a:lnTo>
                  <a:lnTo>
                    <a:pt x="755462" y="202884"/>
                  </a:lnTo>
                  <a:lnTo>
                    <a:pt x="799963" y="211178"/>
                  </a:lnTo>
                  <a:lnTo>
                    <a:pt x="844448" y="202884"/>
                  </a:lnTo>
                  <a:lnTo>
                    <a:pt x="880773" y="180261"/>
                  </a:lnTo>
                  <a:lnTo>
                    <a:pt x="905262" y="146699"/>
                  </a:lnTo>
                  <a:lnTo>
                    <a:pt x="914242" y="105589"/>
                  </a:lnTo>
                  <a:lnTo>
                    <a:pt x="905262" y="64479"/>
                  </a:lnTo>
                  <a:lnTo>
                    <a:pt x="880772" y="30918"/>
                  </a:lnTo>
                  <a:lnTo>
                    <a:pt x="844447" y="8294"/>
                  </a:lnTo>
                  <a:lnTo>
                    <a:pt x="799962" y="0"/>
                  </a:lnTo>
                  <a:close/>
                </a:path>
                <a:path w="914400" h="211455">
                  <a:moveTo>
                    <a:pt x="457125" y="0"/>
                  </a:moveTo>
                  <a:lnTo>
                    <a:pt x="412623" y="8294"/>
                  </a:lnTo>
                  <a:lnTo>
                    <a:pt x="376297" y="30918"/>
                  </a:lnTo>
                  <a:lnTo>
                    <a:pt x="351814" y="64479"/>
                  </a:lnTo>
                  <a:lnTo>
                    <a:pt x="342839" y="105589"/>
                  </a:lnTo>
                  <a:lnTo>
                    <a:pt x="351815" y="146699"/>
                  </a:lnTo>
                  <a:lnTo>
                    <a:pt x="376298" y="180261"/>
                  </a:lnTo>
                  <a:lnTo>
                    <a:pt x="412624" y="202884"/>
                  </a:lnTo>
                  <a:lnTo>
                    <a:pt x="457126" y="211178"/>
                  </a:lnTo>
                  <a:lnTo>
                    <a:pt x="501611" y="202884"/>
                  </a:lnTo>
                  <a:lnTo>
                    <a:pt x="537935" y="180261"/>
                  </a:lnTo>
                  <a:lnTo>
                    <a:pt x="562425" y="146699"/>
                  </a:lnTo>
                  <a:lnTo>
                    <a:pt x="571404" y="105589"/>
                  </a:lnTo>
                  <a:lnTo>
                    <a:pt x="562424" y="64479"/>
                  </a:lnTo>
                  <a:lnTo>
                    <a:pt x="537935" y="30918"/>
                  </a:lnTo>
                  <a:lnTo>
                    <a:pt x="501610" y="8294"/>
                  </a:lnTo>
                  <a:lnTo>
                    <a:pt x="457125" y="0"/>
                  </a:lnTo>
                  <a:close/>
                </a:path>
              </a:pathLst>
            </a:custGeom>
            <a:solidFill>
              <a:srgbClr val="FC611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16787875" y="1376157"/>
              <a:ext cx="1500505" cy="7544434"/>
            </a:xfrm>
            <a:custGeom>
              <a:avLst/>
              <a:gdLst/>
              <a:ahLst/>
              <a:cxnLst/>
              <a:rect l="l" t="t" r="r" b="b"/>
              <a:pathLst>
                <a:path w="1500505" h="7544434">
                  <a:moveTo>
                    <a:pt x="1500123" y="0"/>
                  </a:moveTo>
                  <a:lnTo>
                    <a:pt x="1455491" y="47734"/>
                  </a:lnTo>
                  <a:lnTo>
                    <a:pt x="1425166" y="80867"/>
                  </a:lnTo>
                  <a:lnTo>
                    <a:pt x="1395110" y="114247"/>
                  </a:lnTo>
                  <a:lnTo>
                    <a:pt x="1365324" y="147873"/>
                  </a:lnTo>
                  <a:lnTo>
                    <a:pt x="1335809" y="181743"/>
                  </a:lnTo>
                  <a:lnTo>
                    <a:pt x="1306567" y="215855"/>
                  </a:lnTo>
                  <a:lnTo>
                    <a:pt x="1277600" y="250208"/>
                  </a:lnTo>
                  <a:lnTo>
                    <a:pt x="1248910" y="284799"/>
                  </a:lnTo>
                  <a:lnTo>
                    <a:pt x="1220498" y="319628"/>
                  </a:lnTo>
                  <a:lnTo>
                    <a:pt x="1192366" y="354693"/>
                  </a:lnTo>
                  <a:lnTo>
                    <a:pt x="1164516" y="389991"/>
                  </a:lnTo>
                  <a:lnTo>
                    <a:pt x="1136949" y="425521"/>
                  </a:lnTo>
                  <a:lnTo>
                    <a:pt x="1109668" y="461282"/>
                  </a:lnTo>
                  <a:lnTo>
                    <a:pt x="1082673" y="497271"/>
                  </a:lnTo>
                  <a:lnTo>
                    <a:pt x="1055967" y="533488"/>
                  </a:lnTo>
                  <a:lnTo>
                    <a:pt x="1029551" y="569929"/>
                  </a:lnTo>
                  <a:lnTo>
                    <a:pt x="1003427" y="606594"/>
                  </a:lnTo>
                  <a:lnTo>
                    <a:pt x="977596" y="643481"/>
                  </a:lnTo>
                  <a:lnTo>
                    <a:pt x="952061" y="680589"/>
                  </a:lnTo>
                  <a:lnTo>
                    <a:pt x="926823" y="717914"/>
                  </a:lnTo>
                  <a:lnTo>
                    <a:pt x="901884" y="755457"/>
                  </a:lnTo>
                  <a:lnTo>
                    <a:pt x="877245" y="793214"/>
                  </a:lnTo>
                  <a:lnTo>
                    <a:pt x="852909" y="831185"/>
                  </a:lnTo>
                  <a:lnTo>
                    <a:pt x="828876" y="869368"/>
                  </a:lnTo>
                  <a:lnTo>
                    <a:pt x="805149" y="907760"/>
                  </a:lnTo>
                  <a:lnTo>
                    <a:pt x="781729" y="946361"/>
                  </a:lnTo>
                  <a:lnTo>
                    <a:pt x="758618" y="985168"/>
                  </a:lnTo>
                  <a:lnTo>
                    <a:pt x="735818" y="1024181"/>
                  </a:lnTo>
                  <a:lnTo>
                    <a:pt x="713330" y="1063396"/>
                  </a:lnTo>
                  <a:lnTo>
                    <a:pt x="691157" y="1102813"/>
                  </a:lnTo>
                  <a:lnTo>
                    <a:pt x="669299" y="1142429"/>
                  </a:lnTo>
                  <a:lnTo>
                    <a:pt x="647758" y="1182243"/>
                  </a:lnTo>
                  <a:lnTo>
                    <a:pt x="626537" y="1222254"/>
                  </a:lnTo>
                  <a:lnTo>
                    <a:pt x="605637" y="1262460"/>
                  </a:lnTo>
                  <a:lnTo>
                    <a:pt x="585059" y="1302858"/>
                  </a:lnTo>
                  <a:lnTo>
                    <a:pt x="564806" y="1343448"/>
                  </a:lnTo>
                  <a:lnTo>
                    <a:pt x="544879" y="1384227"/>
                  </a:lnTo>
                  <a:lnTo>
                    <a:pt x="525280" y="1425194"/>
                  </a:lnTo>
                  <a:lnTo>
                    <a:pt x="506010" y="1466347"/>
                  </a:lnTo>
                  <a:lnTo>
                    <a:pt x="487071" y="1507684"/>
                  </a:lnTo>
                  <a:lnTo>
                    <a:pt x="468465" y="1549204"/>
                  </a:lnTo>
                  <a:lnTo>
                    <a:pt x="450193" y="1590905"/>
                  </a:lnTo>
                  <a:lnTo>
                    <a:pt x="432258" y="1632786"/>
                  </a:lnTo>
                  <a:lnTo>
                    <a:pt x="414661" y="1674844"/>
                  </a:lnTo>
                  <a:lnTo>
                    <a:pt x="397403" y="1717078"/>
                  </a:lnTo>
                  <a:lnTo>
                    <a:pt x="380487" y="1759486"/>
                  </a:lnTo>
                  <a:lnTo>
                    <a:pt x="363914" y="1802067"/>
                  </a:lnTo>
                  <a:lnTo>
                    <a:pt x="347685" y="1844818"/>
                  </a:lnTo>
                  <a:lnTo>
                    <a:pt x="331803" y="1887739"/>
                  </a:lnTo>
                  <a:lnTo>
                    <a:pt x="316270" y="1930826"/>
                  </a:lnTo>
                  <a:lnTo>
                    <a:pt x="301086" y="1974080"/>
                  </a:lnTo>
                  <a:lnTo>
                    <a:pt x="286254" y="2017497"/>
                  </a:lnTo>
                  <a:lnTo>
                    <a:pt x="271775" y="2061077"/>
                  </a:lnTo>
                  <a:lnTo>
                    <a:pt x="257651" y="2104818"/>
                  </a:lnTo>
                  <a:lnTo>
                    <a:pt x="243884" y="2148717"/>
                  </a:lnTo>
                  <a:lnTo>
                    <a:pt x="230475" y="2192773"/>
                  </a:lnTo>
                  <a:lnTo>
                    <a:pt x="217426" y="2236985"/>
                  </a:lnTo>
                  <a:lnTo>
                    <a:pt x="204739" y="2281351"/>
                  </a:lnTo>
                  <a:lnTo>
                    <a:pt x="192416" y="2325868"/>
                  </a:lnTo>
                  <a:lnTo>
                    <a:pt x="180458" y="2370536"/>
                  </a:lnTo>
                  <a:lnTo>
                    <a:pt x="168867" y="2415353"/>
                  </a:lnTo>
                  <a:lnTo>
                    <a:pt x="157644" y="2460316"/>
                  </a:lnTo>
                  <a:lnTo>
                    <a:pt x="146792" y="2505425"/>
                  </a:lnTo>
                  <a:lnTo>
                    <a:pt x="136312" y="2550678"/>
                  </a:lnTo>
                  <a:lnTo>
                    <a:pt x="126205" y="2596072"/>
                  </a:lnTo>
                  <a:lnTo>
                    <a:pt x="116474" y="2641606"/>
                  </a:lnTo>
                  <a:lnTo>
                    <a:pt x="107121" y="2687279"/>
                  </a:lnTo>
                  <a:lnTo>
                    <a:pt x="98146" y="2733088"/>
                  </a:lnTo>
                  <a:lnTo>
                    <a:pt x="89551" y="2779033"/>
                  </a:lnTo>
                  <a:lnTo>
                    <a:pt x="81339" y="2825111"/>
                  </a:lnTo>
                  <a:lnTo>
                    <a:pt x="73511" y="2871320"/>
                  </a:lnTo>
                  <a:lnTo>
                    <a:pt x="66069" y="2917659"/>
                  </a:lnTo>
                  <a:lnTo>
                    <a:pt x="59014" y="2964127"/>
                  </a:lnTo>
                  <a:lnTo>
                    <a:pt x="52348" y="3010721"/>
                  </a:lnTo>
                  <a:lnTo>
                    <a:pt x="46073" y="3057440"/>
                  </a:lnTo>
                  <a:lnTo>
                    <a:pt x="40190" y="3104282"/>
                  </a:lnTo>
                  <a:lnTo>
                    <a:pt x="34702" y="3151245"/>
                  </a:lnTo>
                  <a:lnTo>
                    <a:pt x="29609" y="3198328"/>
                  </a:lnTo>
                  <a:lnTo>
                    <a:pt x="24914" y="3245529"/>
                  </a:lnTo>
                  <a:lnTo>
                    <a:pt x="20619" y="3292847"/>
                  </a:lnTo>
                  <a:lnTo>
                    <a:pt x="16724" y="3340279"/>
                  </a:lnTo>
                  <a:lnTo>
                    <a:pt x="13232" y="3387823"/>
                  </a:lnTo>
                  <a:lnTo>
                    <a:pt x="10145" y="3435479"/>
                  </a:lnTo>
                  <a:lnTo>
                    <a:pt x="7463" y="3483245"/>
                  </a:lnTo>
                  <a:lnTo>
                    <a:pt x="5190" y="3531118"/>
                  </a:lnTo>
                  <a:lnTo>
                    <a:pt x="3326" y="3579097"/>
                  </a:lnTo>
                  <a:lnTo>
                    <a:pt x="1873" y="3627181"/>
                  </a:lnTo>
                  <a:lnTo>
                    <a:pt x="833" y="3675368"/>
                  </a:lnTo>
                  <a:lnTo>
                    <a:pt x="208" y="3723655"/>
                  </a:lnTo>
                  <a:lnTo>
                    <a:pt x="0" y="3772041"/>
                  </a:lnTo>
                  <a:lnTo>
                    <a:pt x="208" y="3820430"/>
                  </a:lnTo>
                  <a:lnTo>
                    <a:pt x="833" y="3868719"/>
                  </a:lnTo>
                  <a:lnTo>
                    <a:pt x="1873" y="3916908"/>
                  </a:lnTo>
                  <a:lnTo>
                    <a:pt x="3326" y="3964993"/>
                  </a:lnTo>
                  <a:lnTo>
                    <a:pt x="5190" y="4012974"/>
                  </a:lnTo>
                  <a:lnTo>
                    <a:pt x="7463" y="4060850"/>
                  </a:lnTo>
                  <a:lnTo>
                    <a:pt x="10145" y="4108617"/>
                  </a:lnTo>
                  <a:lnTo>
                    <a:pt x="13232" y="4156275"/>
                  </a:lnTo>
                  <a:lnTo>
                    <a:pt x="16724" y="4203821"/>
                  </a:lnTo>
                  <a:lnTo>
                    <a:pt x="20619" y="4251255"/>
                  </a:lnTo>
                  <a:lnTo>
                    <a:pt x="24914" y="4298574"/>
                  </a:lnTo>
                  <a:lnTo>
                    <a:pt x="29609" y="4345777"/>
                  </a:lnTo>
                  <a:lnTo>
                    <a:pt x="34702" y="4392861"/>
                  </a:lnTo>
                  <a:lnTo>
                    <a:pt x="40190" y="4439826"/>
                  </a:lnTo>
                  <a:lnTo>
                    <a:pt x="46073" y="4486670"/>
                  </a:lnTo>
                  <a:lnTo>
                    <a:pt x="52348" y="4533390"/>
                  </a:lnTo>
                  <a:lnTo>
                    <a:pt x="59014" y="4579986"/>
                  </a:lnTo>
                  <a:lnTo>
                    <a:pt x="66069" y="4626455"/>
                  </a:lnTo>
                  <a:lnTo>
                    <a:pt x="73511" y="4672796"/>
                  </a:lnTo>
                  <a:lnTo>
                    <a:pt x="81339" y="4719007"/>
                  </a:lnTo>
                  <a:lnTo>
                    <a:pt x="89551" y="4765086"/>
                  </a:lnTo>
                  <a:lnTo>
                    <a:pt x="98146" y="4811032"/>
                  </a:lnTo>
                  <a:lnTo>
                    <a:pt x="107121" y="4856842"/>
                  </a:lnTo>
                  <a:lnTo>
                    <a:pt x="116474" y="4902517"/>
                  </a:lnTo>
                  <a:lnTo>
                    <a:pt x="126205" y="4948052"/>
                  </a:lnTo>
                  <a:lnTo>
                    <a:pt x="136312" y="4993448"/>
                  </a:lnTo>
                  <a:lnTo>
                    <a:pt x="146792" y="5038701"/>
                  </a:lnTo>
                  <a:lnTo>
                    <a:pt x="157644" y="5083811"/>
                  </a:lnTo>
                  <a:lnTo>
                    <a:pt x="168867" y="5128776"/>
                  </a:lnTo>
                  <a:lnTo>
                    <a:pt x="180458" y="5173594"/>
                  </a:lnTo>
                  <a:lnTo>
                    <a:pt x="192416" y="5218263"/>
                  </a:lnTo>
                  <a:lnTo>
                    <a:pt x="204739" y="5262782"/>
                  </a:lnTo>
                  <a:lnTo>
                    <a:pt x="217426" y="5307148"/>
                  </a:lnTo>
                  <a:lnTo>
                    <a:pt x="230475" y="5351361"/>
                  </a:lnTo>
                  <a:lnTo>
                    <a:pt x="243884" y="5395419"/>
                  </a:lnTo>
                  <a:lnTo>
                    <a:pt x="257651" y="5439319"/>
                  </a:lnTo>
                  <a:lnTo>
                    <a:pt x="271775" y="5483060"/>
                  </a:lnTo>
                  <a:lnTo>
                    <a:pt x="286254" y="5526641"/>
                  </a:lnTo>
                  <a:lnTo>
                    <a:pt x="301086" y="5570060"/>
                  </a:lnTo>
                  <a:lnTo>
                    <a:pt x="316270" y="5613314"/>
                  </a:lnTo>
                  <a:lnTo>
                    <a:pt x="331803" y="5656403"/>
                  </a:lnTo>
                  <a:lnTo>
                    <a:pt x="347685" y="5699324"/>
                  </a:lnTo>
                  <a:lnTo>
                    <a:pt x="363914" y="5742076"/>
                  </a:lnTo>
                  <a:lnTo>
                    <a:pt x="380487" y="5784658"/>
                  </a:lnTo>
                  <a:lnTo>
                    <a:pt x="397403" y="5827067"/>
                  </a:lnTo>
                  <a:lnTo>
                    <a:pt x="414661" y="5869302"/>
                  </a:lnTo>
                  <a:lnTo>
                    <a:pt x="432258" y="5911360"/>
                  </a:lnTo>
                  <a:lnTo>
                    <a:pt x="450193" y="5953242"/>
                  </a:lnTo>
                  <a:lnTo>
                    <a:pt x="468465" y="5994943"/>
                  </a:lnTo>
                  <a:lnTo>
                    <a:pt x="487071" y="6036464"/>
                  </a:lnTo>
                  <a:lnTo>
                    <a:pt x="506010" y="6077802"/>
                  </a:lnTo>
                  <a:lnTo>
                    <a:pt x="525280" y="6118956"/>
                  </a:lnTo>
                  <a:lnTo>
                    <a:pt x="544879" y="6159924"/>
                  </a:lnTo>
                  <a:lnTo>
                    <a:pt x="564806" y="6200703"/>
                  </a:lnTo>
                  <a:lnTo>
                    <a:pt x="585059" y="6241294"/>
                  </a:lnTo>
                  <a:lnTo>
                    <a:pt x="605637" y="6281693"/>
                  </a:lnTo>
                  <a:lnTo>
                    <a:pt x="626537" y="6321899"/>
                  </a:lnTo>
                  <a:lnTo>
                    <a:pt x="647758" y="6361910"/>
                  </a:lnTo>
                  <a:lnTo>
                    <a:pt x="669299" y="6401725"/>
                  </a:lnTo>
                  <a:lnTo>
                    <a:pt x="691157" y="6441342"/>
                  </a:lnTo>
                  <a:lnTo>
                    <a:pt x="713330" y="6480759"/>
                  </a:lnTo>
                  <a:lnTo>
                    <a:pt x="735818" y="6519975"/>
                  </a:lnTo>
                  <a:lnTo>
                    <a:pt x="758618" y="6558988"/>
                  </a:lnTo>
                  <a:lnTo>
                    <a:pt x="781729" y="6597795"/>
                  </a:lnTo>
                  <a:lnTo>
                    <a:pt x="805149" y="6636396"/>
                  </a:lnTo>
                  <a:lnTo>
                    <a:pt x="828876" y="6674789"/>
                  </a:lnTo>
                  <a:lnTo>
                    <a:pt x="852909" y="6712972"/>
                  </a:lnTo>
                  <a:lnTo>
                    <a:pt x="877245" y="6750944"/>
                  </a:lnTo>
                  <a:lnTo>
                    <a:pt x="901884" y="6788701"/>
                  </a:lnTo>
                  <a:lnTo>
                    <a:pt x="926823" y="6826244"/>
                  </a:lnTo>
                  <a:lnTo>
                    <a:pt x="952061" y="6863570"/>
                  </a:lnTo>
                  <a:lnTo>
                    <a:pt x="977596" y="6900678"/>
                  </a:lnTo>
                  <a:lnTo>
                    <a:pt x="1003427" y="6937565"/>
                  </a:lnTo>
                  <a:lnTo>
                    <a:pt x="1029551" y="6974231"/>
                  </a:lnTo>
                  <a:lnTo>
                    <a:pt x="1055967" y="7010672"/>
                  </a:lnTo>
                  <a:lnTo>
                    <a:pt x="1082673" y="7046889"/>
                  </a:lnTo>
                  <a:lnTo>
                    <a:pt x="1109668" y="7082879"/>
                  </a:lnTo>
                  <a:lnTo>
                    <a:pt x="1136949" y="7118639"/>
                  </a:lnTo>
                  <a:lnTo>
                    <a:pt x="1164516" y="7154170"/>
                  </a:lnTo>
                  <a:lnTo>
                    <a:pt x="1192366" y="7189468"/>
                  </a:lnTo>
                  <a:lnTo>
                    <a:pt x="1220498" y="7224533"/>
                  </a:lnTo>
                  <a:lnTo>
                    <a:pt x="1248910" y="7259362"/>
                  </a:lnTo>
                  <a:lnTo>
                    <a:pt x="1277600" y="7293954"/>
                  </a:lnTo>
                  <a:lnTo>
                    <a:pt x="1306567" y="7328307"/>
                  </a:lnTo>
                  <a:lnTo>
                    <a:pt x="1335809" y="7362419"/>
                  </a:lnTo>
                  <a:lnTo>
                    <a:pt x="1365324" y="7396289"/>
                  </a:lnTo>
                  <a:lnTo>
                    <a:pt x="1395110" y="7429915"/>
                  </a:lnTo>
                  <a:lnTo>
                    <a:pt x="1425166" y="7463295"/>
                  </a:lnTo>
                  <a:lnTo>
                    <a:pt x="1455491" y="7496428"/>
                  </a:lnTo>
                  <a:lnTo>
                    <a:pt x="1486081" y="7529312"/>
                  </a:lnTo>
                  <a:lnTo>
                    <a:pt x="1500123" y="7544163"/>
                  </a:lnTo>
                </a:path>
              </a:pathLst>
            </a:custGeom>
            <a:ln w="619125">
              <a:solidFill>
                <a:srgbClr val="FC611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057910">
              <a:lnSpc>
                <a:spcPct val="100000"/>
              </a:lnSpc>
              <a:spcBef>
                <a:spcPts val="105"/>
              </a:spcBef>
            </a:pPr>
            <a:r>
              <a:rPr dirty="0"/>
              <a:t>AD</a:t>
            </a:r>
            <a:r>
              <a:rPr spc="-605" dirty="0"/>
              <a:t>V</a:t>
            </a:r>
            <a:r>
              <a:rPr dirty="0"/>
              <a:t>A</a:t>
            </a:r>
            <a:r>
              <a:rPr spc="70" dirty="0"/>
              <a:t>N</a:t>
            </a:r>
            <a:r>
              <a:rPr spc="-409" dirty="0"/>
              <a:t>T</a:t>
            </a:r>
            <a:r>
              <a:rPr spc="70" dirty="0"/>
              <a:t>A</a:t>
            </a:r>
            <a:r>
              <a:rPr spc="-45" dirty="0"/>
              <a:t>G</a:t>
            </a:r>
            <a:r>
              <a:rPr spc="35" dirty="0"/>
              <a:t>E</a:t>
            </a:r>
            <a:r>
              <a:rPr spc="20" dirty="0"/>
              <a:t>S</a:t>
            </a:r>
            <a:r>
              <a:rPr spc="-95" dirty="0"/>
              <a:t> </a:t>
            </a:r>
            <a:r>
              <a:rPr dirty="0"/>
              <a:t>&amp;</a:t>
            </a:r>
            <a:r>
              <a:rPr spc="-140" dirty="0"/>
              <a:t> </a:t>
            </a:r>
            <a:r>
              <a:rPr spc="-55" dirty="0"/>
              <a:t>LIMITATIONS</a:t>
            </a:r>
          </a:p>
        </p:txBody>
      </p:sp>
      <p:sp>
        <p:nvSpPr>
          <p:cNvPr id="24" name="object 24"/>
          <p:cNvSpPr txBox="1"/>
          <p:nvPr/>
        </p:nvSpPr>
        <p:spPr>
          <a:xfrm>
            <a:off x="2757804" y="2025967"/>
            <a:ext cx="9784715" cy="48018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b="1" spc="-10" dirty="0">
                <a:latin typeface="Calibri"/>
                <a:cs typeface="Calibri"/>
              </a:rPr>
              <a:t>ADVANTAGES:</a:t>
            </a:r>
            <a:endParaRPr sz="36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110"/>
              </a:spcBef>
              <a:buChar char="•"/>
              <a:tabLst>
                <a:tab pos="241300" algn="l"/>
              </a:tabLst>
            </a:pPr>
            <a:r>
              <a:rPr sz="3000" dirty="0">
                <a:latin typeface="Times New Roman"/>
                <a:cs typeface="Times New Roman"/>
              </a:rPr>
              <a:t>Reduces</a:t>
            </a:r>
            <a:r>
              <a:rPr sz="3000" spc="-5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manual</a:t>
            </a:r>
            <a:r>
              <a:rPr sz="3000" spc="-8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recruitment</a:t>
            </a:r>
            <a:r>
              <a:rPr sz="3000" spc="-2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process</a:t>
            </a:r>
            <a:r>
              <a:rPr sz="3000" spc="-4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and</a:t>
            </a:r>
            <a:r>
              <a:rPr sz="3000" spc="-7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saves</a:t>
            </a:r>
            <a:r>
              <a:rPr sz="3000" spc="-110" dirty="0">
                <a:latin typeface="Times New Roman"/>
                <a:cs typeface="Times New Roman"/>
              </a:rPr>
              <a:t> </a:t>
            </a:r>
            <a:r>
              <a:rPr sz="3000" spc="-10" dirty="0">
                <a:latin typeface="Times New Roman"/>
                <a:cs typeface="Times New Roman"/>
              </a:rPr>
              <a:t>time.</a:t>
            </a:r>
            <a:endParaRPr sz="30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5"/>
              </a:spcBef>
              <a:buChar char="•"/>
              <a:tabLst>
                <a:tab pos="241300" algn="l"/>
              </a:tabLst>
            </a:pPr>
            <a:r>
              <a:rPr sz="3000" dirty="0">
                <a:latin typeface="Times New Roman"/>
                <a:cs typeface="Times New Roman"/>
              </a:rPr>
              <a:t>Easy</a:t>
            </a:r>
            <a:r>
              <a:rPr sz="3000" spc="-3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job</a:t>
            </a:r>
            <a:r>
              <a:rPr sz="3000" spc="-3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search</a:t>
            </a:r>
            <a:r>
              <a:rPr sz="3000" spc="-3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and</a:t>
            </a:r>
            <a:r>
              <a:rPr sz="3000" spc="-3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application</a:t>
            </a:r>
            <a:r>
              <a:rPr sz="3000" spc="-3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for</a:t>
            </a:r>
            <a:r>
              <a:rPr sz="3000" spc="-55" dirty="0">
                <a:latin typeface="Times New Roman"/>
                <a:cs typeface="Times New Roman"/>
              </a:rPr>
              <a:t> </a:t>
            </a:r>
            <a:r>
              <a:rPr sz="3000" spc="-10" dirty="0">
                <a:latin typeface="Times New Roman"/>
                <a:cs typeface="Times New Roman"/>
              </a:rPr>
              <a:t>users.</a:t>
            </a:r>
            <a:endParaRPr sz="30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buChar char="•"/>
              <a:tabLst>
                <a:tab pos="241300" algn="l"/>
              </a:tabLst>
            </a:pPr>
            <a:r>
              <a:rPr sz="3000" dirty="0">
                <a:latin typeface="Times New Roman"/>
                <a:cs typeface="Times New Roman"/>
              </a:rPr>
              <a:t>Employers</a:t>
            </a:r>
            <a:r>
              <a:rPr sz="3000" spc="-2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can</a:t>
            </a:r>
            <a:r>
              <a:rPr sz="3000" spc="-5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manage</a:t>
            </a:r>
            <a:r>
              <a:rPr sz="3000" spc="-3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job</a:t>
            </a:r>
            <a:r>
              <a:rPr sz="3000" spc="-5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postings</a:t>
            </a:r>
            <a:r>
              <a:rPr sz="3000" spc="-8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and</a:t>
            </a:r>
            <a:r>
              <a:rPr sz="3000" spc="-5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applicants</a:t>
            </a:r>
            <a:r>
              <a:rPr sz="3000" spc="-30" dirty="0">
                <a:latin typeface="Times New Roman"/>
                <a:cs typeface="Times New Roman"/>
              </a:rPr>
              <a:t> </a:t>
            </a:r>
            <a:r>
              <a:rPr sz="3000" spc="-10" dirty="0">
                <a:latin typeface="Times New Roman"/>
                <a:cs typeface="Times New Roman"/>
              </a:rPr>
              <a:t>efficiently.</a:t>
            </a:r>
            <a:endParaRPr sz="30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5"/>
              </a:spcBef>
              <a:buChar char="•"/>
              <a:tabLst>
                <a:tab pos="241300" algn="l"/>
              </a:tabLst>
            </a:pPr>
            <a:r>
              <a:rPr sz="3000" dirty="0">
                <a:latin typeface="Times New Roman"/>
                <a:cs typeface="Times New Roman"/>
              </a:rPr>
              <a:t>Provides</a:t>
            </a:r>
            <a:r>
              <a:rPr sz="3000" spc="-70" dirty="0">
                <a:latin typeface="Times New Roman"/>
                <a:cs typeface="Times New Roman"/>
              </a:rPr>
              <a:t> </a:t>
            </a:r>
            <a:r>
              <a:rPr sz="3000" spc="-20" dirty="0">
                <a:latin typeface="Times New Roman"/>
                <a:cs typeface="Times New Roman"/>
              </a:rPr>
              <a:t>real-</a:t>
            </a:r>
            <a:r>
              <a:rPr sz="3000" dirty="0">
                <a:latin typeface="Times New Roman"/>
                <a:cs typeface="Times New Roman"/>
              </a:rPr>
              <a:t>time</a:t>
            </a:r>
            <a:r>
              <a:rPr sz="3000" spc="-9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application</a:t>
            </a:r>
            <a:r>
              <a:rPr sz="3000" spc="-3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tracking</a:t>
            </a:r>
            <a:r>
              <a:rPr sz="3000" spc="-3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and</a:t>
            </a:r>
            <a:r>
              <a:rPr sz="3000" spc="-35" dirty="0">
                <a:latin typeface="Times New Roman"/>
                <a:cs typeface="Times New Roman"/>
              </a:rPr>
              <a:t> </a:t>
            </a:r>
            <a:r>
              <a:rPr sz="3000" spc="-10" dirty="0">
                <a:latin typeface="Times New Roman"/>
                <a:cs typeface="Times New Roman"/>
              </a:rPr>
              <a:t>updates.</a:t>
            </a:r>
            <a:endParaRPr sz="30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5"/>
              </a:spcBef>
              <a:buChar char="•"/>
              <a:tabLst>
                <a:tab pos="241300" algn="l"/>
              </a:tabLst>
            </a:pPr>
            <a:r>
              <a:rPr sz="3000" dirty="0">
                <a:latin typeface="Times New Roman"/>
                <a:cs typeface="Times New Roman"/>
              </a:rPr>
              <a:t>Centralized</a:t>
            </a:r>
            <a:r>
              <a:rPr sz="3000" spc="-8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database</a:t>
            </a:r>
            <a:r>
              <a:rPr sz="3000" spc="-7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ensures</a:t>
            </a:r>
            <a:r>
              <a:rPr sz="3000" spc="-5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organized</a:t>
            </a:r>
            <a:r>
              <a:rPr sz="3000" spc="-8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data</a:t>
            </a:r>
            <a:r>
              <a:rPr sz="3000" spc="-75" dirty="0">
                <a:latin typeface="Times New Roman"/>
                <a:cs typeface="Times New Roman"/>
              </a:rPr>
              <a:t> </a:t>
            </a:r>
            <a:r>
              <a:rPr sz="3000" spc="-10" dirty="0">
                <a:latin typeface="Times New Roman"/>
                <a:cs typeface="Times New Roman"/>
              </a:rPr>
              <a:t>management.</a:t>
            </a:r>
            <a:endParaRPr sz="3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3600" b="1" spc="-10" dirty="0">
                <a:latin typeface="Times New Roman"/>
                <a:cs typeface="Times New Roman"/>
              </a:rPr>
              <a:t>Limitations:</a:t>
            </a:r>
            <a:endParaRPr sz="36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30"/>
              </a:spcBef>
              <a:buChar char="•"/>
              <a:tabLst>
                <a:tab pos="241300" algn="l"/>
              </a:tabLst>
            </a:pPr>
            <a:r>
              <a:rPr sz="3000" dirty="0">
                <a:latin typeface="Times New Roman"/>
                <a:cs typeface="Times New Roman"/>
              </a:rPr>
              <a:t>Requires</a:t>
            </a:r>
            <a:r>
              <a:rPr sz="3000" spc="-8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internet</a:t>
            </a:r>
            <a:r>
              <a:rPr sz="3000" spc="-4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and</a:t>
            </a:r>
            <a:r>
              <a:rPr sz="3000" spc="-4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system</a:t>
            </a:r>
            <a:r>
              <a:rPr sz="3000" spc="-50" dirty="0">
                <a:latin typeface="Times New Roman"/>
                <a:cs typeface="Times New Roman"/>
              </a:rPr>
              <a:t> </a:t>
            </a:r>
            <a:r>
              <a:rPr sz="3000" spc="-10" dirty="0">
                <a:latin typeface="Times New Roman"/>
                <a:cs typeface="Times New Roman"/>
              </a:rPr>
              <a:t>availability.</a:t>
            </a:r>
            <a:endParaRPr sz="30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5"/>
              </a:spcBef>
              <a:buChar char="•"/>
              <a:tabLst>
                <a:tab pos="241300" algn="l"/>
              </a:tabLst>
            </a:pPr>
            <a:r>
              <a:rPr sz="3000" dirty="0">
                <a:latin typeface="Times New Roman"/>
                <a:cs typeface="Times New Roman"/>
              </a:rPr>
              <a:t>Basic</a:t>
            </a:r>
            <a:r>
              <a:rPr sz="3000" spc="-3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security</a:t>
            </a:r>
            <a:r>
              <a:rPr sz="3000" spc="-5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(can</a:t>
            </a:r>
            <a:r>
              <a:rPr sz="3000" spc="-5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be</a:t>
            </a:r>
            <a:r>
              <a:rPr sz="3000" spc="-3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improved</a:t>
            </a:r>
            <a:r>
              <a:rPr sz="3000" spc="-5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with</a:t>
            </a:r>
            <a:r>
              <a:rPr sz="3000" spc="-5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advanced</a:t>
            </a:r>
            <a:r>
              <a:rPr sz="3000" spc="-45" dirty="0">
                <a:latin typeface="Times New Roman"/>
                <a:cs typeface="Times New Roman"/>
              </a:rPr>
              <a:t> </a:t>
            </a:r>
            <a:r>
              <a:rPr sz="3000" spc="-10" dirty="0">
                <a:latin typeface="Times New Roman"/>
                <a:cs typeface="Times New Roman"/>
              </a:rPr>
              <a:t>encryption).</a:t>
            </a:r>
            <a:endParaRPr sz="30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5"/>
              </a:spcBef>
              <a:buChar char="•"/>
              <a:tabLst>
                <a:tab pos="241300" algn="l"/>
              </a:tabLst>
            </a:pPr>
            <a:r>
              <a:rPr sz="3000" dirty="0">
                <a:latin typeface="Times New Roman"/>
                <a:cs typeface="Times New Roman"/>
              </a:rPr>
              <a:t>Depends</a:t>
            </a:r>
            <a:r>
              <a:rPr sz="3000" spc="-8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on</a:t>
            </a:r>
            <a:r>
              <a:rPr sz="3000" spc="-4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server</a:t>
            </a:r>
            <a:r>
              <a:rPr sz="3000" spc="-6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availability</a:t>
            </a:r>
            <a:r>
              <a:rPr sz="3000" spc="-4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(Spring</a:t>
            </a:r>
            <a:r>
              <a:rPr sz="3000" spc="-40" dirty="0">
                <a:latin typeface="Times New Roman"/>
                <a:cs typeface="Times New Roman"/>
              </a:rPr>
              <a:t> </a:t>
            </a:r>
            <a:r>
              <a:rPr sz="3000" spc="-10" dirty="0">
                <a:latin typeface="Times New Roman"/>
                <a:cs typeface="Times New Roman"/>
              </a:rPr>
              <a:t>Boot/MySQL).</a:t>
            </a:r>
            <a:endParaRPr sz="3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083175" y="4020184"/>
            <a:ext cx="7409180" cy="17303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1150" i="1" spc="170" dirty="0">
                <a:solidFill>
                  <a:srgbClr val="181818"/>
                </a:solidFill>
                <a:latin typeface="Trebuchet MS"/>
                <a:cs typeface="Trebuchet MS"/>
              </a:rPr>
              <a:t>Thank</a:t>
            </a:r>
            <a:r>
              <a:rPr sz="11150" i="1" spc="15" dirty="0">
                <a:solidFill>
                  <a:srgbClr val="181818"/>
                </a:solidFill>
                <a:latin typeface="Trebuchet MS"/>
                <a:cs typeface="Trebuchet MS"/>
              </a:rPr>
              <a:t> </a:t>
            </a:r>
            <a:r>
              <a:rPr sz="11150" i="1" spc="600" dirty="0">
                <a:solidFill>
                  <a:srgbClr val="181818"/>
                </a:solidFill>
                <a:latin typeface="Trebuchet MS"/>
                <a:cs typeface="Trebuchet MS"/>
              </a:rPr>
              <a:t>you</a:t>
            </a:r>
            <a:endParaRPr sz="1115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164</TotalTime>
  <Words>1065</Words>
  <Application>Microsoft Office PowerPoint</Application>
  <PresentationFormat>Custom</PresentationFormat>
  <Paragraphs>309</Paragraphs>
  <Slides>17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18" baseType="lpstr">
      <vt:lpstr>Office Theme</vt:lpstr>
      <vt:lpstr>School of Computing</vt:lpstr>
      <vt:lpstr>INTRODUCTION</vt:lpstr>
      <vt:lpstr>PROBLEM STATEMENT</vt:lpstr>
      <vt:lpstr>OBJECTIVE(S)</vt:lpstr>
      <vt:lpstr>PROPOSED SYSTEM</vt:lpstr>
      <vt:lpstr>PROPOSED SYSTEM ARCHITECTURE</vt:lpstr>
      <vt:lpstr>PROPOSED SYSTEM ARCHITECTURE</vt:lpstr>
      <vt:lpstr>WORKFLOW</vt:lpstr>
      <vt:lpstr>TECHNOLOGIES USED</vt:lpstr>
      <vt:lpstr>MODULE DESCRIPTION</vt:lpstr>
      <vt:lpstr>IMPLEMENTATION SCREENSHOTS</vt:lpstr>
      <vt:lpstr>IMPLEMENTATION SCREENSHOTS</vt:lpstr>
      <vt:lpstr>IMPLEMENTATION SCREENSHOTS</vt:lpstr>
      <vt:lpstr>IMPLEMENTATION SCREENSHOTS</vt:lpstr>
      <vt:lpstr>IMPLEMENTATION SCREENSHOTS</vt:lpstr>
      <vt:lpstr>ADVANTAGES &amp; LIMITATIONS</vt:lpstr>
      <vt:lpstr>Thank you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School of Computing</dc:title>
  <dc:creator>dell</dc:creator>
  <cp:lastModifiedBy>dell</cp:lastModifiedBy>
  <cp:revision>17</cp:revision>
  <dcterms:created xsi:type="dcterms:W3CDTF">2026-05-05T15:55:39Z</dcterms:created>
  <dcterms:modified xsi:type="dcterms:W3CDTF">2026-05-05T19:07:29Z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2026-05-05T00:00:00Z</vt:filetime>
  </property>
  <property fmtid="{D5CDD505-2E9C-101B-9397-08002B2CF9AE}" pid="3" name="LastSaved">
    <vt:filetime>2026-05-05T00:00:00Z</vt:filetime>
  </property>
</Properties>
</file>