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Default Extension="svg" ContentType="image/svg+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revisionInfo.xml" ContentType="application/vnd.ms-powerpoint.revisioninfo+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Default Extension="fntdata" ContentType="application/x-fontdata"/>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changesInfos/changesInfo1.xml" ContentType="application/vnd.ms-powerpoint.changesinfo+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6" r:id="rId11"/>
    <p:sldId id="269" r:id="rId12"/>
    <p:sldId id="267" r:id="rId13"/>
    <p:sldId id="268" r:id="rId14"/>
    <p:sldId id="270" r:id="rId15"/>
    <p:sldId id="265" r:id="rId16"/>
  </p:sldIdLst>
  <p:sldSz cx="18288000" cy="10287000"/>
  <p:notesSz cx="6858000" cy="9144000"/>
  <p:embeddedFontLst>
    <p:embeddedFont>
      <p:font typeface="Calibri" pitchFamily="34" charset="0"/>
      <p:regular r:id="rId17"/>
      <p:bold r:id="rId18"/>
      <p:italic r:id="rId19"/>
      <p:boldItalic r:id="rId20"/>
    </p:embeddedFont>
    <p:embeddedFont>
      <p:font typeface="Cambria" pitchFamily="18" charset="0"/>
      <p:regular r:id="rId21"/>
      <p:bold r:id="rId22"/>
      <p:italic r:id="rId23"/>
      <p:boldItalic r:id="rId24"/>
    </p:embeddedFont>
    <p:embeddedFont>
      <p:font typeface="Bookman Old Style" pitchFamily="18" charset="0"/>
      <p:regular r:id="rId25"/>
      <p:bold r:id="rId26"/>
      <p:italic r:id="rId27"/>
      <p:boldItalic r:id="rId28"/>
    </p:embeddedFont>
    <p:embeddedFont>
      <p:font typeface="Gotham" charset="0"/>
      <p:regular r:id="rId29"/>
    </p:embeddedFont>
    <p:embeddedFont>
      <p:font typeface="Gotham Bold Italics" charset="0"/>
      <p:regular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clrMru>
    <a:srgbClr val="0033CC"/>
  </p:clrMru>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FE3B418-92C8-4772-ADE1-1537A281E360}" v="11" dt="2026-03-22T16:24:13.24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099" autoAdjust="0"/>
    <p:restoredTop sz="94622" autoAdjust="0"/>
  </p:normalViewPr>
  <p:slideViewPr>
    <p:cSldViewPr>
      <p:cViewPr varScale="1">
        <p:scale>
          <a:sx n="42" d="100"/>
          <a:sy n="42" d="100"/>
        </p:scale>
        <p:origin x="-796" y="-10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font" Target="fonts/font5.fntdata"/><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4.fntdata"/><Relationship Id="rId29" Type="http://schemas.openxmlformats.org/officeDocument/2006/relationships/font" Target="fonts/font1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font" Target="fonts/font12.fntdata"/><Relationship Id="rId36"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font" Target="fonts/font3.fntdata"/><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font" Target="fonts/font11.fntdata"/><Relationship Id="rId30" Type="http://schemas.openxmlformats.org/officeDocument/2006/relationships/font" Target="fonts/font14.fntdata"/><Relationship Id="rId35"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mmadisetty mohith" userId="dcf4cd7b9224ec9a" providerId="LiveId" clId="{80BC5271-2EF7-4AC7-9212-08AF10325BF1}"/>
    <pc:docChg chg="custSel modSld">
      <pc:chgData name="immadisetty mohith" userId="dcf4cd7b9224ec9a" providerId="LiveId" clId="{80BC5271-2EF7-4AC7-9212-08AF10325BF1}" dt="2026-03-22T16:28:06.421" v="136" actId="20577"/>
      <pc:docMkLst>
        <pc:docMk/>
      </pc:docMkLst>
      <pc:sldChg chg="modSp mod">
        <pc:chgData name="immadisetty mohith" userId="dcf4cd7b9224ec9a" providerId="LiveId" clId="{80BC5271-2EF7-4AC7-9212-08AF10325BF1}" dt="2026-03-22T16:25:30.794" v="55" actId="20577"/>
        <pc:sldMkLst>
          <pc:docMk/>
          <pc:sldMk cId="0" sldId="256"/>
        </pc:sldMkLst>
        <pc:spChg chg="mod">
          <ac:chgData name="immadisetty mohith" userId="dcf4cd7b9224ec9a" providerId="LiveId" clId="{80BC5271-2EF7-4AC7-9212-08AF10325BF1}" dt="2026-03-22T16:25:30.794" v="55" actId="20577"/>
          <ac:spMkLst>
            <pc:docMk/>
            <pc:sldMk cId="0" sldId="256"/>
            <ac:spMk id="27" creationId="{AC6C53BF-3850-6683-E07F-D595EC8B02B2}"/>
          </ac:spMkLst>
        </pc:spChg>
      </pc:sldChg>
      <pc:sldChg chg="modSp mod">
        <pc:chgData name="immadisetty mohith" userId="dcf4cd7b9224ec9a" providerId="LiveId" clId="{80BC5271-2EF7-4AC7-9212-08AF10325BF1}" dt="2026-03-22T16:28:06.421" v="136" actId="20577"/>
        <pc:sldMkLst>
          <pc:docMk/>
          <pc:sldMk cId="0" sldId="263"/>
        </pc:sldMkLst>
        <pc:spChg chg="mod">
          <ac:chgData name="immadisetty mohith" userId="dcf4cd7b9224ec9a" providerId="LiveId" clId="{80BC5271-2EF7-4AC7-9212-08AF10325BF1}" dt="2026-03-22T16:28:06.421" v="136" actId="20577"/>
          <ac:spMkLst>
            <pc:docMk/>
            <pc:sldMk cId="0" sldId="263"/>
            <ac:spMk id="48" creationId="{26E9F5F9-CCF8-6F05-4C01-034C88D7529E}"/>
          </ac:spMkLst>
        </pc:spChg>
      </pc:sldChg>
      <pc:sldChg chg="addSp modSp mod">
        <pc:chgData name="immadisetty mohith" userId="dcf4cd7b9224ec9a" providerId="LiveId" clId="{80BC5271-2EF7-4AC7-9212-08AF10325BF1}" dt="2026-03-22T16:22:41.701" v="16" actId="1076"/>
        <pc:sldMkLst>
          <pc:docMk/>
          <pc:sldMk cId="1998101144" sldId="266"/>
        </pc:sldMkLst>
        <pc:spChg chg="mod">
          <ac:chgData name="immadisetty mohith" userId="dcf4cd7b9224ec9a" providerId="LiveId" clId="{80BC5271-2EF7-4AC7-9212-08AF10325BF1}" dt="2026-03-22T16:21:29.616" v="7" actId="20577"/>
          <ac:spMkLst>
            <pc:docMk/>
            <pc:sldMk cId="1998101144" sldId="266"/>
            <ac:spMk id="44" creationId="{9EC6A4DA-6D4B-3E6A-CF92-E543DD7AFBF5}"/>
          </ac:spMkLst>
        </pc:spChg>
        <pc:picChg chg="mod">
          <ac:chgData name="immadisetty mohith" userId="dcf4cd7b9224ec9a" providerId="LiveId" clId="{80BC5271-2EF7-4AC7-9212-08AF10325BF1}" dt="2026-03-22T16:22:36.275" v="15" actId="1076"/>
          <ac:picMkLst>
            <pc:docMk/>
            <pc:sldMk cId="1998101144" sldId="266"/>
            <ac:picMk id="3" creationId="{D2BA4E1C-6BF8-FCBB-2094-416E0DD447C6}"/>
          </ac:picMkLst>
        </pc:picChg>
        <pc:picChg chg="add mod">
          <ac:chgData name="immadisetty mohith" userId="dcf4cd7b9224ec9a" providerId="LiveId" clId="{80BC5271-2EF7-4AC7-9212-08AF10325BF1}" dt="2026-03-22T16:22:41.701" v="16" actId="1076"/>
          <ac:picMkLst>
            <pc:docMk/>
            <pc:sldMk cId="1998101144" sldId="266"/>
            <ac:picMk id="5" creationId="{804EBA35-4A78-EEBD-D1E0-DF67FE17E8CC}"/>
          </ac:picMkLst>
        </pc:picChg>
      </pc:sldChg>
      <pc:sldChg chg="addSp delSp modSp mod">
        <pc:chgData name="immadisetty mohith" userId="dcf4cd7b9224ec9a" providerId="LiveId" clId="{80BC5271-2EF7-4AC7-9212-08AF10325BF1}" dt="2026-03-22T16:24:36.093" v="49" actId="1076"/>
        <pc:sldMkLst>
          <pc:docMk/>
          <pc:sldMk cId="3981187392" sldId="269"/>
        </pc:sldMkLst>
        <pc:spChg chg="add">
          <ac:chgData name="immadisetty mohith" userId="dcf4cd7b9224ec9a" providerId="LiveId" clId="{80BC5271-2EF7-4AC7-9212-08AF10325BF1}" dt="2026-03-22T16:23:31.625" v="40"/>
          <ac:spMkLst>
            <pc:docMk/>
            <pc:sldMk cId="3981187392" sldId="269"/>
            <ac:spMk id="5" creationId="{A3127AFF-F45A-BB75-0DA7-0B7273C5E8BE}"/>
          </ac:spMkLst>
        </pc:spChg>
        <pc:spChg chg="add">
          <ac:chgData name="immadisetty mohith" userId="dcf4cd7b9224ec9a" providerId="LiveId" clId="{80BC5271-2EF7-4AC7-9212-08AF10325BF1}" dt="2026-03-22T16:24:08.570" v="43"/>
          <ac:spMkLst>
            <pc:docMk/>
            <pc:sldMk cId="3981187392" sldId="269"/>
            <ac:spMk id="38" creationId="{270AEF32-44C5-0535-881C-70F4091D6A4B}"/>
          </ac:spMkLst>
        </pc:spChg>
        <pc:spChg chg="mod">
          <ac:chgData name="immadisetty mohith" userId="dcf4cd7b9224ec9a" providerId="LiveId" clId="{80BC5271-2EF7-4AC7-9212-08AF10325BF1}" dt="2026-03-22T16:23:07.226" v="38" actId="20577"/>
          <ac:spMkLst>
            <pc:docMk/>
            <pc:sldMk cId="3981187392" sldId="269"/>
            <ac:spMk id="44" creationId="{746F2C30-13B1-3754-C147-D58A899BC459}"/>
          </ac:spMkLst>
        </pc:spChg>
        <pc:picChg chg="del">
          <ac:chgData name="immadisetty mohith" userId="dcf4cd7b9224ec9a" providerId="LiveId" clId="{80BC5271-2EF7-4AC7-9212-08AF10325BF1}" dt="2026-03-22T16:23:11.214" v="39" actId="21"/>
          <ac:picMkLst>
            <pc:docMk/>
            <pc:sldMk cId="3981187392" sldId="269"/>
            <ac:picMk id="3" creationId="{624A965B-E8ED-21A3-9179-70042B1C96E4}"/>
          </ac:picMkLst>
        </pc:picChg>
        <pc:picChg chg="add mod">
          <ac:chgData name="immadisetty mohith" userId="dcf4cd7b9224ec9a" providerId="LiveId" clId="{80BC5271-2EF7-4AC7-9212-08AF10325BF1}" dt="2026-03-22T16:24:30.758" v="48" actId="1076"/>
          <ac:picMkLst>
            <pc:docMk/>
            <pc:sldMk cId="3981187392" sldId="269"/>
            <ac:picMk id="6" creationId="{08416D8E-20A1-F0B2-0D83-E48B6EC07C3F}"/>
          </ac:picMkLst>
        </pc:picChg>
        <pc:picChg chg="add mod">
          <ac:chgData name="immadisetty mohith" userId="dcf4cd7b9224ec9a" providerId="LiveId" clId="{80BC5271-2EF7-4AC7-9212-08AF10325BF1}" dt="2026-03-22T16:24:36.093" v="49" actId="1076"/>
          <ac:picMkLst>
            <pc:docMk/>
            <pc:sldMk cId="3981187392" sldId="269"/>
            <ac:picMk id="39" creationId="{8CA6AD4F-E5BC-170F-4838-205E393584E3}"/>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0" name="Group 10"/>
          <p:cNvGrpSpPr/>
          <p:nvPr/>
        </p:nvGrpSpPr>
        <p:grpSpPr>
          <a:xfrm>
            <a:off x="11762088" y="-9632634"/>
            <a:ext cx="10994424" cy="10994424"/>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12" name="TextBox 12"/>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9965724" y="-1383136"/>
            <a:ext cx="10994424" cy="10994424"/>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21" name="TextBox 21"/>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pic>
        <p:nvPicPr>
          <p:cNvPr id="23" name="Picture 22">
            <a:extLst>
              <a:ext uri="{FF2B5EF4-FFF2-40B4-BE49-F238E27FC236}">
                <a16:creationId xmlns="" xmlns:a16="http://schemas.microsoft.com/office/drawing/2014/main" id="{1194AAA3-5CF4-E695-04C9-0894FFF6F1F1}"/>
              </a:ext>
            </a:extLst>
          </p:cNvPr>
          <p:cNvPicPr>
            <a:picLocks noChangeAspect="1"/>
          </p:cNvPicPr>
          <p:nvPr/>
        </p:nvPicPr>
        <p:blipFill>
          <a:blip r:embed="rId2" cstate="print"/>
          <a:stretch>
            <a:fillRect/>
          </a:stretch>
        </p:blipFill>
        <p:spPr>
          <a:xfrm>
            <a:off x="6610443" y="196689"/>
            <a:ext cx="4752247" cy="1360611"/>
          </a:xfrm>
          <a:prstGeom prst="rect">
            <a:avLst/>
          </a:prstGeom>
        </p:spPr>
      </p:pic>
      <p:sp>
        <p:nvSpPr>
          <p:cNvPr id="24" name="TextBox 23">
            <a:extLst>
              <a:ext uri="{FF2B5EF4-FFF2-40B4-BE49-F238E27FC236}">
                <a16:creationId xmlns="" xmlns:a16="http://schemas.microsoft.com/office/drawing/2014/main" id="{BB0EB85C-D9CE-08DC-1131-77C9DD1A002D}"/>
              </a:ext>
            </a:extLst>
          </p:cNvPr>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p>
          <a:p>
            <a:pPr algn="ctr"/>
            <a:r>
              <a:rPr lang="en-US" sz="3600" b="1" dirty="0">
                <a:latin typeface="Cambria" panose="02040503050406030204" pitchFamily="18" charset="0"/>
                <a:ea typeface="Cambria" panose="02040503050406030204" pitchFamily="18" charset="0"/>
              </a:rPr>
              <a:t>School of Computing </a:t>
            </a: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a:extLst>
              <a:ext uri="{FF2B5EF4-FFF2-40B4-BE49-F238E27FC236}">
                <a16:creationId xmlns="" xmlns:a16="http://schemas.microsoft.com/office/drawing/2014/main" id="{55785AF5-58C8-2624-E1FD-4723B0683DE6}"/>
              </a:ext>
            </a:extLst>
          </p:cNvPr>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(JAVA)</a:t>
            </a:r>
            <a:endParaRPr lang="en-IN" sz="2800" b="1" dirty="0">
              <a:solidFill>
                <a:srgbClr val="0033CC"/>
              </a:solidFill>
              <a:latin typeface="Bookman Old Style" panose="02050604050505020204" pitchFamily="18" charset="0"/>
            </a:endParaRPr>
          </a:p>
        </p:txBody>
      </p:sp>
      <p:sp>
        <p:nvSpPr>
          <p:cNvPr id="27" name="TextBox 26">
            <a:extLst>
              <a:ext uri="{FF2B5EF4-FFF2-40B4-BE49-F238E27FC236}">
                <a16:creationId xmlns="" xmlns:a16="http://schemas.microsoft.com/office/drawing/2014/main" id="{AC6C53BF-3850-6683-E07F-D595EC8B02B2}"/>
              </a:ext>
            </a:extLst>
          </p:cNvPr>
          <p:cNvSpPr txBox="1"/>
          <p:nvPr/>
        </p:nvSpPr>
        <p:spPr>
          <a:xfrm>
            <a:off x="3727757" y="3897940"/>
            <a:ext cx="11190289" cy="1754326"/>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PROJECT REVIEW : MILESTONE PROJECT – 1</a:t>
            </a: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 23-03-2026</a:t>
            </a:r>
          </a:p>
        </p:txBody>
      </p:sp>
      <p:sp>
        <p:nvSpPr>
          <p:cNvPr id="13" name="TextBox 12">
            <a:extLst>
              <a:ext uri="{FF2B5EF4-FFF2-40B4-BE49-F238E27FC236}">
                <a16:creationId xmlns="" xmlns:a16="http://schemas.microsoft.com/office/drawing/2014/main" id="{7FFE0DA2-4723-7C13-5FD7-FC99B0394DDD}"/>
              </a:ext>
            </a:extLst>
          </p:cNvPr>
          <p:cNvSpPr txBox="1"/>
          <p:nvPr/>
        </p:nvSpPr>
        <p:spPr>
          <a:xfrm>
            <a:off x="1501640" y="6057900"/>
            <a:ext cx="15784162" cy="584775"/>
          </a:xfrm>
          <a:prstGeom prst="rect">
            <a:avLst/>
          </a:prstGeom>
          <a:noFill/>
        </p:spPr>
        <p:txBody>
          <a:bodyPr wrap="square" rtlCol="0">
            <a:spAutoFit/>
          </a:bodyPr>
          <a:lstStyle/>
          <a:p>
            <a:pPr algn="ctr"/>
            <a:r>
              <a:rPr lang="en-IN" sz="3200" b="1" dirty="0">
                <a:solidFill>
                  <a:srgbClr val="0033CC"/>
                </a:solidFill>
                <a:latin typeface="Times New Roman" panose="02020603050405020304" pitchFamily="18" charset="0"/>
                <a:cs typeface="Times New Roman" panose="02020603050405020304" pitchFamily="18" charset="0"/>
              </a:rPr>
              <a:t>Subscription-Based Membership Engine with Tiered Logic</a:t>
            </a:r>
          </a:p>
        </p:txBody>
      </p:sp>
      <p:sp>
        <p:nvSpPr>
          <p:cNvPr id="14" name="TextBox 13">
            <a:extLst>
              <a:ext uri="{FF2B5EF4-FFF2-40B4-BE49-F238E27FC236}">
                <a16:creationId xmlns="" xmlns:a16="http://schemas.microsoft.com/office/drawing/2014/main" id="{EA8EEF4A-EB43-B7D9-87FC-7C7D752BCA78}"/>
              </a:ext>
            </a:extLst>
          </p:cNvPr>
          <p:cNvSpPr txBox="1"/>
          <p:nvPr/>
        </p:nvSpPr>
        <p:spPr>
          <a:xfrm>
            <a:off x="893870" y="7800539"/>
            <a:ext cx="9067800" cy="1477328"/>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Presented By:</a:t>
            </a:r>
          </a:p>
          <a:p>
            <a:pPr>
              <a:lnSpc>
                <a:spcPct val="150000"/>
              </a:lnSpc>
            </a:pPr>
            <a:r>
              <a:rPr lang="en-US" sz="3000" dirty="0" smtClean="0">
                <a:latin typeface="Cambria" panose="02040503050406030204" pitchFamily="18" charset="0"/>
                <a:ea typeface="Cambria" panose="02040503050406030204" pitchFamily="18" charset="0"/>
              </a:rPr>
              <a:t>INDLA.KEERTHI SREE </a:t>
            </a:r>
            <a:r>
              <a:rPr lang="en-US" sz="3000" dirty="0">
                <a:latin typeface="Cambria" panose="02040503050406030204" pitchFamily="18" charset="0"/>
                <a:ea typeface="Cambria" panose="02040503050406030204" pitchFamily="18" charset="0"/>
              </a:rPr>
              <a:t>– </a:t>
            </a:r>
            <a:r>
              <a:rPr lang="en-US" sz="3000" dirty="0" smtClean="0">
                <a:latin typeface="Cambria" panose="02040503050406030204" pitchFamily="18" charset="0"/>
                <a:ea typeface="Cambria" panose="02040503050406030204" pitchFamily="18" charset="0"/>
              </a:rPr>
              <a:t>VTU24645– 23UECS0215</a:t>
            </a:r>
            <a:endParaRPr lang="en-IN" sz="3000" dirty="0">
              <a:latin typeface="Cambria" panose="02040503050406030204" pitchFamily="18" charset="0"/>
              <a:ea typeface="Cambria" panose="02040503050406030204" pitchFamily="18" charset="0"/>
            </a:endParaRPr>
          </a:p>
        </p:txBody>
      </p:sp>
      <p:sp>
        <p:nvSpPr>
          <p:cNvPr id="15" name="TextBox 14">
            <a:extLst>
              <a:ext uri="{FF2B5EF4-FFF2-40B4-BE49-F238E27FC236}">
                <a16:creationId xmlns="" xmlns:a16="http://schemas.microsoft.com/office/drawing/2014/main" id="{6FF32D1A-2F9C-AC53-CCBD-ABF748DF236F}"/>
              </a:ext>
            </a:extLst>
          </p:cNvPr>
          <p:cNvSpPr txBox="1"/>
          <p:nvPr/>
        </p:nvSpPr>
        <p:spPr>
          <a:xfrm>
            <a:off x="10945035" y="7818586"/>
            <a:ext cx="6914603"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Courses Handling Faculty:</a:t>
            </a:r>
          </a:p>
          <a:p>
            <a:pPr>
              <a:lnSpc>
                <a:spcPct val="150000"/>
              </a:lnSpc>
            </a:pPr>
            <a:r>
              <a:rPr lang="en-US" sz="3000" dirty="0">
                <a:latin typeface="Cambria" panose="02040503050406030204" pitchFamily="18" charset="0"/>
                <a:ea typeface="Cambria" panose="02040503050406030204" pitchFamily="18" charset="0"/>
              </a:rPr>
              <a:t>Dr. S . HEMAMALINI – M.E., Ph.D.,</a:t>
            </a:r>
            <a:endParaRPr lang="en-IN" sz="3000" dirty="0">
              <a:latin typeface="Cambria" panose="02040503050406030204" pitchFamily="18" charset="0"/>
              <a:ea typeface="Cambria" panose="02040503050406030204" pitchFamily="18" charset="0"/>
            </a:endParaRPr>
          </a:p>
        </p:txBody>
      </p:sp>
      <p:sp>
        <p:nvSpPr>
          <p:cNvPr id="16" name="TextBox 15">
            <a:extLst>
              <a:ext uri="{FF2B5EF4-FFF2-40B4-BE49-F238E27FC236}">
                <a16:creationId xmlns="" xmlns:a16="http://schemas.microsoft.com/office/drawing/2014/main" id="{A7AA51DE-E8D7-A1B4-BC0D-B25C8A0C467A}"/>
              </a:ext>
            </a:extLst>
          </p:cNvPr>
          <p:cNvSpPr txBox="1"/>
          <p:nvPr/>
        </p:nvSpPr>
        <p:spPr>
          <a:xfrm>
            <a:off x="2209800" y="6972300"/>
            <a:ext cx="14743170" cy="400110"/>
          </a:xfrm>
          <a:prstGeom prst="rect">
            <a:avLst/>
          </a:prstGeom>
          <a:noFill/>
        </p:spPr>
        <p:txBody>
          <a:bodyPr wrap="square" rtlCol="0">
            <a:spAutoFit/>
          </a:bodyPr>
          <a:lstStyle/>
          <a:p>
            <a:r>
              <a:rPr lang="en-US" sz="2000" b="1" dirty="0">
                <a:latin typeface="Cambria" panose="02040503050406030204" pitchFamily="18" charset="0"/>
                <a:ea typeface="Cambria" panose="02040503050406030204" pitchFamily="18" charset="0"/>
              </a:rPr>
              <a:t>SDG: SDG 4 – Quality Education</a:t>
            </a:r>
            <a:endParaRPr lang="en-IN" sz="2000" b="1" dirty="0">
              <a:latin typeface="Cambria" panose="02040503050406030204" pitchFamily="18" charset="0"/>
              <a:ea typeface="Cambria" panose="020405030504060302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8"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txBody>
          <a:bodyPr/>
          <a:lstStyle/>
          <a:p>
            <a:endParaRPr lang="en-IN"/>
          </a:p>
        </p:txBody>
      </p:sp>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1</a:t>
              </a: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2" name="TextBox 1">
            <a:extLst>
              <a:ext uri="{FF2B5EF4-FFF2-40B4-BE49-F238E27FC236}">
                <a16:creationId xmlns="" xmlns:a16="http://schemas.microsoft.com/office/drawing/2014/main" id="{DE796552-E8BF-2718-F921-20F9BAE7EE98}"/>
              </a:ext>
            </a:extLst>
          </p:cNvPr>
          <p:cNvSpPr txBox="1"/>
          <p:nvPr/>
        </p:nvSpPr>
        <p:spPr>
          <a:xfrm>
            <a:off x="152400" y="342900"/>
            <a:ext cx="18135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 xmlns:a16="http://schemas.microsoft.com/office/drawing/2014/main" id="{837E9E58-77B6-079D-9D0D-E380CADAD23D}"/>
              </a:ext>
            </a:extLst>
          </p:cNvPr>
          <p:cNvSpPr txBox="1"/>
          <p:nvPr/>
        </p:nvSpPr>
        <p:spPr>
          <a:xfrm>
            <a:off x="1704035" y="1304519"/>
            <a:ext cx="15082325" cy="12588061"/>
          </a:xfrm>
          <a:prstGeom prst="rect">
            <a:avLst/>
          </a:prstGeom>
          <a:noFill/>
        </p:spPr>
        <p:txBody>
          <a:bodyPr wrap="square" rtlCol="0">
            <a:spAutoFit/>
          </a:bodyPr>
          <a:lstStyle/>
          <a:p>
            <a:r>
              <a:rPr lang="en-US" sz="2800" b="1" dirty="0">
                <a:solidFill>
                  <a:srgbClr val="0033CC"/>
                </a:solidFill>
              </a:rPr>
              <a:t>Background of the problem:</a:t>
            </a:r>
          </a:p>
          <a:p>
            <a:endParaRPr lang="en-US" sz="2800" dirty="0"/>
          </a:p>
          <a:p>
            <a:r>
              <a:rPr lang="en-US" sz="2800" dirty="0"/>
              <a:t>Many platforms do not provide proper subscription control and secure user access to content.</a:t>
            </a:r>
            <a:endParaRPr lang="en-IN" sz="2800" dirty="0"/>
          </a:p>
          <a:p>
            <a:endParaRPr lang="en-US" sz="2800" dirty="0"/>
          </a:p>
          <a:p>
            <a:r>
              <a:rPr lang="en-US" sz="2800" b="1" dirty="0">
                <a:solidFill>
                  <a:srgbClr val="0033CC"/>
                </a:solidFill>
              </a:rPr>
              <a:t>Why this project is important:</a:t>
            </a:r>
          </a:p>
          <a:p>
            <a:endParaRPr lang="en-US" sz="2800" dirty="0"/>
          </a:p>
          <a:p>
            <a:r>
              <a:rPr lang="en-US" sz="2800" dirty="0"/>
              <a:t>It  allows users to register, log in, select plans, and access content based on their subscription.</a:t>
            </a:r>
          </a:p>
          <a:p>
            <a:endParaRPr lang="en-US" sz="2800" b="1" dirty="0"/>
          </a:p>
          <a:p>
            <a:r>
              <a:rPr lang="en-US" sz="2800" b="1" dirty="0">
                <a:solidFill>
                  <a:srgbClr val="0033CC"/>
                </a:solidFill>
              </a:rPr>
              <a:t>Real-world relevance:</a:t>
            </a:r>
          </a:p>
          <a:p>
            <a:endParaRPr lang="en-US" sz="2800" dirty="0"/>
          </a:p>
          <a:p>
            <a:r>
              <a:rPr lang="en-US" sz="2800" dirty="0"/>
              <a:t>Useful for OTT platforms, online learning systems, and membership-based applications.</a:t>
            </a:r>
          </a:p>
          <a:p>
            <a:endParaRPr lang="en-US" sz="2800" dirty="0"/>
          </a:p>
          <a:p>
            <a:r>
              <a:rPr lang="en-US" sz="2800" b="1" dirty="0">
                <a:solidFill>
                  <a:srgbClr val="0033CC"/>
                </a:solidFill>
              </a:rPr>
              <a:t>Brief overview of the system:</a:t>
            </a:r>
          </a:p>
          <a:p>
            <a:endParaRPr lang="en-US" sz="2800" dirty="0"/>
          </a:p>
          <a:p>
            <a:r>
              <a:rPr lang="en-US" sz="2800" dirty="0"/>
              <a:t>mantra.com is a subscription-based web application that provides tier-based content access with authentication and deployment using Netlify.</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10"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txBody>
          <a:bodyPr/>
          <a:lstStyle/>
          <a:p>
            <a:endParaRPr lang="en-IN"/>
          </a:p>
        </p:txBody>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2</a:t>
              </a: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a:extLst>
              <a:ext uri="{FF2B5EF4-FFF2-40B4-BE49-F238E27FC236}">
                <a16:creationId xmlns="" xmlns:a16="http://schemas.microsoft.com/office/drawing/2014/main" id="{A8A7B8E9-D90B-1CF8-14D3-8D2483CAFC5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 xmlns:a16="http://schemas.microsoft.com/office/drawing/2014/main" id="{BDE2941C-1504-53F9-99B2-48002CA9A345}"/>
              </a:ext>
            </a:extLst>
          </p:cNvPr>
          <p:cNvSpPr txBox="1"/>
          <p:nvPr/>
        </p:nvSpPr>
        <p:spPr>
          <a:xfrm>
            <a:off x="2209800" y="1638300"/>
            <a:ext cx="15082325" cy="9140964"/>
          </a:xfrm>
          <a:prstGeom prst="rect">
            <a:avLst/>
          </a:prstGeom>
          <a:noFill/>
        </p:spPr>
        <p:txBody>
          <a:bodyPr wrap="square" rtlCol="0">
            <a:spAutoFit/>
          </a:bodyPr>
          <a:lstStyle/>
          <a:p>
            <a:endParaRPr lang="en-US" sz="2800" dirty="0"/>
          </a:p>
          <a:p>
            <a:endParaRPr lang="en-US" sz="2800" dirty="0"/>
          </a:p>
          <a:p>
            <a:endParaRPr lang="en-US" sz="2800" dirty="0"/>
          </a:p>
          <a:p>
            <a:endParaRPr lang="en-US" sz="2800" dirty="0"/>
          </a:p>
          <a:p>
            <a:endParaRPr lang="en-US" sz="2800" dirty="0"/>
          </a:p>
          <a:p>
            <a:pPr algn="just"/>
            <a:r>
              <a:rPr lang="en-US" sz="2800" dirty="0"/>
              <a:t>Many digital content platforms do not provide an efficient system for user authentication, subscription management, and controlled access to premium content. This makes it difficult to manage users, restrict content based on membership levels, and provide a smooth user experience. There is a need for a simple, secure, and automated subscription-based web application that allows users to register, log in, choose suitable plans, and access content according to their subscription.</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3</a:t>
              </a: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a:extLst>
              <a:ext uri="{FF2B5EF4-FFF2-40B4-BE49-F238E27FC236}">
                <a16:creationId xmlns="" xmlns:a16="http://schemas.microsoft.com/office/drawing/2014/main" id="{5B915D36-EE4F-CB45-6DD3-E1B9C803EB40}"/>
              </a:ext>
            </a:extLst>
          </p:cNvPr>
          <p:cNvSpPr txBox="1"/>
          <p:nvPr/>
        </p:nvSpPr>
        <p:spPr>
          <a:xfrm>
            <a:off x="76200" y="436947"/>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a:extLst>
              <a:ext uri="{FF2B5EF4-FFF2-40B4-BE49-F238E27FC236}">
                <a16:creationId xmlns="" xmlns:a16="http://schemas.microsoft.com/office/drawing/2014/main" id="{CC7EEF9B-9155-23B5-AEE9-85067B6C258B}"/>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txBody>
          <a:bodyPr/>
          <a:lstStyle/>
          <a:p>
            <a:endParaRPr lang="en-IN"/>
          </a:p>
        </p:txBody>
      </p:sp>
      <p:sp>
        <p:nvSpPr>
          <p:cNvPr id="52" name="TextBox 51">
            <a:extLst>
              <a:ext uri="{FF2B5EF4-FFF2-40B4-BE49-F238E27FC236}">
                <a16:creationId xmlns="" xmlns:a16="http://schemas.microsoft.com/office/drawing/2014/main" id="{056A0A3A-1541-5EC0-5370-02DA282ABDDE}"/>
              </a:ext>
            </a:extLst>
          </p:cNvPr>
          <p:cNvSpPr txBox="1"/>
          <p:nvPr/>
        </p:nvSpPr>
        <p:spPr>
          <a:xfrm>
            <a:off x="2209800" y="1638300"/>
            <a:ext cx="15082325" cy="7848302"/>
          </a:xfrm>
          <a:prstGeom prst="rect">
            <a:avLst/>
          </a:prstGeom>
          <a:noFill/>
        </p:spPr>
        <p:txBody>
          <a:bodyPr wrap="square" rtlCol="0">
            <a:spAutoFit/>
          </a:bodyPr>
          <a:lstStyle/>
          <a:p>
            <a:pPr marL="457200" indent="-457200">
              <a:buFontTx/>
              <a:buChar char="-"/>
            </a:pPr>
            <a:endParaRPr lang="en-US" sz="2800" dirty="0"/>
          </a:p>
          <a:p>
            <a:pPr algn="just"/>
            <a:r>
              <a:rPr lang="en-US" sz="2800" dirty="0"/>
              <a:t> </a:t>
            </a:r>
          </a:p>
          <a:p>
            <a:pPr algn="just"/>
            <a:endParaRPr lang="en-US" sz="2800" dirty="0"/>
          </a:p>
          <a:p>
            <a:pPr algn="just"/>
            <a:endParaRPr lang="en-US" sz="2800" dirty="0"/>
          </a:p>
          <a:p>
            <a:pPr algn="just"/>
            <a:endParaRPr lang="en-US" sz="2800" dirty="0"/>
          </a:p>
          <a:p>
            <a:pPr marL="514350" indent="-514350" algn="just">
              <a:buAutoNum type="arabicPeriod"/>
            </a:pPr>
            <a:r>
              <a:rPr lang="en-US" sz="2800" dirty="0"/>
              <a:t>To design and develop a web-based subscription platform that allows users to register, log In securely, and manage their accounts.</a:t>
            </a:r>
          </a:p>
          <a:p>
            <a:pPr algn="just"/>
            <a:endParaRPr lang="en-US" sz="2800" dirty="0"/>
          </a:p>
          <a:p>
            <a:pPr algn="just"/>
            <a:r>
              <a:rPr lang="en-US" sz="2800" dirty="0"/>
              <a:t>2. To implement tier-based subscription plans (Basic, Gold, and Premium) that control access to         content based on user membership.</a:t>
            </a:r>
          </a:p>
          <a:p>
            <a:pPr algn="just"/>
            <a:endParaRPr lang="en-US" sz="2800" dirty="0"/>
          </a:p>
          <a:p>
            <a:pPr algn="just"/>
            <a:r>
              <a:rPr lang="en-US" sz="2800" dirty="0"/>
              <a:t>3. To provide a responsive and user-friendly interface for accessing images and videos across different devices.</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4</a:t>
              </a: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5" name="Freeform 10">
            <a:extLst>
              <a:ext uri="{FF2B5EF4-FFF2-40B4-BE49-F238E27FC236}">
                <a16:creationId xmlns="" xmlns:a16="http://schemas.microsoft.com/office/drawing/2014/main" id="{D5D1FD99-C9A7-927E-AD67-E70F11DBAAA2}"/>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txBody>
          <a:bodyPr/>
          <a:lstStyle/>
          <a:p>
            <a:endParaRPr lang="en-IN"/>
          </a:p>
        </p:txBody>
      </p:sp>
      <p:sp>
        <p:nvSpPr>
          <p:cNvPr id="46" name="TextBox 45">
            <a:extLst>
              <a:ext uri="{FF2B5EF4-FFF2-40B4-BE49-F238E27FC236}">
                <a16:creationId xmlns="" xmlns:a16="http://schemas.microsoft.com/office/drawing/2014/main" id="{E7218D14-8F44-8040-8BFD-49A59591F527}"/>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 xmlns:a16="http://schemas.microsoft.com/office/drawing/2014/main" id="{E8F19716-1653-9AE0-442E-B3829A585B46}"/>
              </a:ext>
            </a:extLst>
          </p:cNvPr>
          <p:cNvSpPr txBox="1"/>
          <p:nvPr/>
        </p:nvSpPr>
        <p:spPr>
          <a:xfrm>
            <a:off x="1570676" y="1501974"/>
            <a:ext cx="16292949" cy="12157174"/>
          </a:xfrm>
          <a:prstGeom prst="rect">
            <a:avLst/>
          </a:prstGeom>
          <a:noFill/>
        </p:spPr>
        <p:txBody>
          <a:bodyPr wrap="square" rtlCol="0">
            <a:spAutoFit/>
          </a:bodyPr>
          <a:lstStyle/>
          <a:p>
            <a:pPr marL="971550" lvl="1" indent="-514350">
              <a:buAutoNum type="arabicPeriod"/>
            </a:pPr>
            <a:r>
              <a:rPr lang="en-US" sz="2800" dirty="0"/>
              <a:t>The proposed system is a web-based subscription platform that manages user registration, login, subscription plans, and content access in one application.</a:t>
            </a:r>
          </a:p>
          <a:p>
            <a:pPr lvl="1"/>
            <a:endParaRPr lang="en-US" sz="2800" dirty="0"/>
          </a:p>
          <a:p>
            <a:pPr lvl="1"/>
            <a:r>
              <a:rPr lang="en-US" sz="2800" dirty="0"/>
              <a:t>2. It allows users to create an account, log in securely, and choose a suitable subscription plan (Basic, Gold, or Premium).</a:t>
            </a:r>
          </a:p>
          <a:p>
            <a:pPr lvl="1"/>
            <a:endParaRPr lang="en-US" sz="2800" dirty="0"/>
          </a:p>
          <a:p>
            <a:pPr lvl="1"/>
            <a:r>
              <a:rPr lang="en-US" sz="2800" dirty="0"/>
              <a:t>3. The system provides controlled access to images and videos based on the selected membership level.</a:t>
            </a:r>
          </a:p>
          <a:p>
            <a:pPr lvl="1"/>
            <a:endParaRPr lang="en-US" sz="2800" dirty="0"/>
          </a:p>
          <a:p>
            <a:pPr lvl="1"/>
            <a:r>
              <a:rPr lang="en-US" sz="2800" dirty="0"/>
              <a:t>4. Content is displayed in a responsive and organized grid layout for better user experience.</a:t>
            </a:r>
          </a:p>
          <a:p>
            <a:pPr lvl="1"/>
            <a:endParaRPr lang="en-US" sz="2800" dirty="0"/>
          </a:p>
          <a:p>
            <a:pPr lvl="1"/>
            <a:r>
              <a:rPr lang="en-US" sz="2800" dirty="0"/>
              <a:t>5. The application includes features like likes, search, and smooth navigation to enhance user interaction.</a:t>
            </a:r>
          </a:p>
          <a:p>
            <a:pPr lvl="1"/>
            <a:endParaRPr lang="en-US" sz="2800" dirty="0"/>
          </a:p>
          <a:p>
            <a:pPr lvl="1"/>
            <a:r>
              <a:rPr lang="en-US" sz="2800" dirty="0"/>
              <a:t>6.The system is fully automated and reduces manual effort in managing users and content.</a:t>
            </a:r>
          </a:p>
          <a:p>
            <a:pPr lvl="1"/>
            <a:endParaRPr lang="en-US" sz="2800" dirty="0"/>
          </a:p>
          <a:p>
            <a:pPr lvl="1"/>
            <a:r>
              <a:rPr lang="en-US" sz="2800" dirty="0"/>
              <a:t>7.It ensures secure and accurate handling of user data and subscription logic.</a:t>
            </a:r>
          </a:p>
          <a:p>
            <a:pPr lvl="1"/>
            <a:endParaRPr lang="en-US" sz="2800" dirty="0"/>
          </a:p>
          <a:p>
            <a:pPr lvl="1"/>
            <a:r>
              <a:rPr lang="en-US" sz="2800" dirty="0"/>
              <a:t>8.The application is deployed on a cloud platform, making it accessible anytime on mobile and desktop devices.</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5</a:t>
              </a: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7" name="Group 37"/>
          <p:cNvGrpSpPr/>
          <p:nvPr/>
        </p:nvGrpSpPr>
        <p:grpSpPr>
          <a:xfrm>
            <a:off x="11762088" y="-9632634"/>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1" name="Freeform 10">
            <a:extLst>
              <a:ext uri="{FF2B5EF4-FFF2-40B4-BE49-F238E27FC236}">
                <a16:creationId xmlns="" xmlns:a16="http://schemas.microsoft.com/office/drawing/2014/main" id="{01BC0C31-7FCD-94EE-8B85-19FBC227565C}"/>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txBody>
          <a:bodyPr/>
          <a:lstStyle/>
          <a:p>
            <a:endParaRPr lang="en-IN"/>
          </a:p>
        </p:txBody>
      </p:sp>
      <p:sp>
        <p:nvSpPr>
          <p:cNvPr id="42" name="TextBox 41">
            <a:extLst>
              <a:ext uri="{FF2B5EF4-FFF2-40B4-BE49-F238E27FC236}">
                <a16:creationId xmlns="" xmlns:a16="http://schemas.microsoft.com/office/drawing/2014/main" id="{A4B3B85F-0C7B-16B9-6D50-94A4DFD2D192}"/>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3" name="TextBox 42">
            <a:extLst>
              <a:ext uri="{FF2B5EF4-FFF2-40B4-BE49-F238E27FC236}">
                <a16:creationId xmlns="" xmlns:a16="http://schemas.microsoft.com/office/drawing/2014/main" id="{25F9D4B0-38FE-DBA4-164D-1745B68379A5}"/>
              </a:ext>
            </a:extLst>
          </p:cNvPr>
          <p:cNvSpPr txBox="1"/>
          <p:nvPr/>
        </p:nvSpPr>
        <p:spPr>
          <a:xfrm>
            <a:off x="2374972" y="2117811"/>
            <a:ext cx="15082325" cy="5262979"/>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3" name="Picture 32">
            <a:extLst>
              <a:ext uri="{FF2B5EF4-FFF2-40B4-BE49-F238E27FC236}">
                <a16:creationId xmlns="" xmlns:a16="http://schemas.microsoft.com/office/drawing/2014/main" id="{56FC1511-CF79-7A15-C5ED-16D533F064A3}"/>
              </a:ext>
            </a:extLst>
          </p:cNvPr>
          <p:cNvPicPr>
            <a:picLocks noChangeAspect="1"/>
          </p:cNvPicPr>
          <p:nvPr/>
        </p:nvPicPr>
        <p:blipFill>
          <a:blip r:embed="rId4"/>
          <a:stretch>
            <a:fillRect/>
          </a:stretch>
        </p:blipFill>
        <p:spPr>
          <a:xfrm>
            <a:off x="1828800" y="266700"/>
            <a:ext cx="14630400" cy="9753600"/>
          </a:xfrm>
          <a:prstGeom prst="rect">
            <a:avLst/>
          </a:prstGeo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6</a:t>
              </a: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 xmlns:a16="http://schemas.microsoft.com/office/drawing/2014/main" id="{3663A130-069F-2D83-78E7-4DA0FE7AAC6E}"/>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txBody>
          <a:bodyPr/>
          <a:lstStyle/>
          <a:p>
            <a:endParaRPr lang="en-IN"/>
          </a:p>
        </p:txBody>
      </p:sp>
      <p:sp>
        <p:nvSpPr>
          <p:cNvPr id="47" name="TextBox 46">
            <a:extLst>
              <a:ext uri="{FF2B5EF4-FFF2-40B4-BE49-F238E27FC236}">
                <a16:creationId xmlns="" xmlns:a16="http://schemas.microsoft.com/office/drawing/2014/main" id="{1B156733-A733-69AA-7523-59650E125994}"/>
              </a:ext>
            </a:extLst>
          </p:cNvPr>
          <p:cNvSpPr txBox="1"/>
          <p:nvPr/>
        </p:nvSpPr>
        <p:spPr>
          <a:xfrm>
            <a:off x="190500" y="315938"/>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0" name="TextBox 49">
            <a:extLst>
              <a:ext uri="{FF2B5EF4-FFF2-40B4-BE49-F238E27FC236}">
                <a16:creationId xmlns="" xmlns:a16="http://schemas.microsoft.com/office/drawing/2014/main" id="{D04F3B99-A5D2-54DC-51CD-4E86A99D3EA2}"/>
              </a:ext>
            </a:extLst>
          </p:cNvPr>
          <p:cNvSpPr txBox="1"/>
          <p:nvPr/>
        </p:nvSpPr>
        <p:spPr>
          <a:xfrm>
            <a:off x="2209800" y="1638300"/>
            <a:ext cx="15082325" cy="4832092"/>
          </a:xfrm>
          <a:prstGeom prst="rect">
            <a:avLst/>
          </a:prstGeom>
          <a:noFill/>
        </p:spPr>
        <p:txBody>
          <a:bodyPr wrap="square" rtlCol="0">
            <a:spAutoFit/>
          </a:bodyPr>
          <a:lstStyle/>
          <a:p>
            <a:r>
              <a:rPr lang="en-US" sz="2800" dirty="0"/>
              <a:t>(Add dataflow diagram)</a:t>
            </a:r>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6" name="Picture 5">
            <a:extLst>
              <a:ext uri="{FF2B5EF4-FFF2-40B4-BE49-F238E27FC236}">
                <a16:creationId xmlns="" xmlns:a16="http://schemas.microsoft.com/office/drawing/2014/main" id="{0CFC5353-3891-62C9-3474-1AACBC29EAE3}"/>
              </a:ext>
            </a:extLst>
          </p:cNvPr>
          <p:cNvPicPr>
            <a:picLocks noChangeAspect="1"/>
          </p:cNvPicPr>
          <p:nvPr/>
        </p:nvPicPr>
        <p:blipFill>
          <a:blip r:embed="rId4"/>
          <a:stretch>
            <a:fillRect/>
          </a:stretch>
        </p:blipFill>
        <p:spPr>
          <a:xfrm>
            <a:off x="1828800" y="266700"/>
            <a:ext cx="14630400" cy="9753600"/>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show="0">
  <p:cSld>
    <p:bg>
      <p:bgPr>
        <a:solidFill>
          <a:srgbClr val="FFFFFE"/>
        </a:solidFill>
        <a:effectLst/>
      </p:bgPr>
    </p:bg>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7</a:t>
              </a: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 xmlns:a16="http://schemas.microsoft.com/office/drawing/2014/main" id="{307389F6-23D0-83F6-DD02-F20D61DADE76}"/>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txBody>
          <a:bodyPr/>
          <a:lstStyle/>
          <a:p>
            <a:endParaRPr lang="en-IN"/>
          </a:p>
        </p:txBody>
      </p:sp>
      <p:sp>
        <p:nvSpPr>
          <p:cNvPr id="47" name="TextBox 46">
            <a:extLst>
              <a:ext uri="{FF2B5EF4-FFF2-40B4-BE49-F238E27FC236}">
                <a16:creationId xmlns="" xmlns:a16="http://schemas.microsoft.com/office/drawing/2014/main" id="{E4ED097B-FECF-66E6-2A98-0F8B4D948FC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 xmlns:a16="http://schemas.microsoft.com/office/drawing/2014/main" id="{26E9F5F9-CCF8-6F05-4C01-034C88D7529E}"/>
              </a:ext>
            </a:extLst>
          </p:cNvPr>
          <p:cNvSpPr txBox="1"/>
          <p:nvPr/>
        </p:nvSpPr>
        <p:spPr>
          <a:xfrm>
            <a:off x="2057400" y="1028700"/>
            <a:ext cx="15082325" cy="16035159"/>
          </a:xfrm>
          <a:prstGeom prst="rect">
            <a:avLst/>
          </a:prstGeom>
          <a:noFill/>
        </p:spPr>
        <p:txBody>
          <a:bodyPr wrap="square" rtlCol="0">
            <a:spAutoFit/>
          </a:bodyPr>
          <a:lstStyle/>
          <a:p>
            <a:r>
              <a:rPr lang="en-US" sz="2800" dirty="0">
                <a:solidFill>
                  <a:srgbClr val="0033CC"/>
                </a:solidFill>
              </a:rPr>
              <a:t>Frontend:</a:t>
            </a:r>
          </a:p>
          <a:p>
            <a:r>
              <a:rPr lang="en-US" sz="2800" dirty="0"/>
              <a:t>1.HTML5</a:t>
            </a:r>
          </a:p>
          <a:p>
            <a:r>
              <a:rPr lang="en-US" sz="2800" dirty="0"/>
              <a:t>2.CSS3</a:t>
            </a:r>
          </a:p>
          <a:p>
            <a:r>
              <a:rPr lang="en-US" sz="2800" dirty="0"/>
              <a:t>3.Javascript</a:t>
            </a:r>
          </a:p>
          <a:p>
            <a:endParaRPr lang="en-US" sz="2800" dirty="0"/>
          </a:p>
          <a:p>
            <a:r>
              <a:rPr lang="en-US" sz="2800" dirty="0">
                <a:solidFill>
                  <a:srgbClr val="0033CC"/>
                </a:solidFill>
              </a:rPr>
              <a:t>Backend:</a:t>
            </a:r>
          </a:p>
          <a:p>
            <a:r>
              <a:rPr lang="en-US" sz="2800" dirty="0"/>
              <a:t>1.Java Spring Boot</a:t>
            </a:r>
          </a:p>
          <a:p>
            <a:endParaRPr lang="en-US" sz="2800" dirty="0"/>
          </a:p>
          <a:p>
            <a:r>
              <a:rPr lang="en-US" sz="2800" dirty="0">
                <a:solidFill>
                  <a:srgbClr val="0033CC"/>
                </a:solidFill>
              </a:rPr>
              <a:t>Database:</a:t>
            </a:r>
          </a:p>
          <a:p>
            <a:r>
              <a:rPr lang="en-US" sz="2800" dirty="0"/>
              <a:t>1.XAMPP(</a:t>
            </a:r>
            <a:r>
              <a:rPr lang="en-US" sz="2800" dirty="0" err="1"/>
              <a:t>apache+MySQL</a:t>
            </a:r>
            <a:r>
              <a:rPr lang="en-US" sz="2800" dirty="0"/>
              <a:t>)</a:t>
            </a:r>
          </a:p>
          <a:p>
            <a:endParaRPr lang="en-US" sz="2800" dirty="0"/>
          </a:p>
          <a:p>
            <a:r>
              <a:rPr lang="en-US" sz="2800" dirty="0">
                <a:solidFill>
                  <a:srgbClr val="0033CC"/>
                </a:solidFill>
              </a:rPr>
              <a:t>Software Requirements</a:t>
            </a:r>
            <a:r>
              <a:rPr lang="en-US" sz="2800" dirty="0"/>
              <a:t>:</a:t>
            </a:r>
          </a:p>
          <a:p>
            <a:r>
              <a:rPr lang="en-US" sz="2800" dirty="0"/>
              <a:t>1.Operating System </a:t>
            </a:r>
          </a:p>
          <a:p>
            <a:r>
              <a:rPr lang="en-US" sz="2800" dirty="0"/>
              <a:t>2. Web Browser</a:t>
            </a:r>
          </a:p>
          <a:p>
            <a:r>
              <a:rPr lang="en-US" sz="2800" smtClean="0"/>
              <a:t>3.Internet </a:t>
            </a:r>
            <a:r>
              <a:rPr lang="en-US" sz="2800" dirty="0"/>
              <a:t>Connection</a:t>
            </a:r>
          </a:p>
          <a:p>
            <a:endParaRPr lang="en-US" sz="2800" dirty="0"/>
          </a:p>
          <a:p>
            <a:r>
              <a:rPr lang="en-US" sz="2800" dirty="0">
                <a:solidFill>
                  <a:srgbClr val="0033CC"/>
                </a:solidFill>
              </a:rPr>
              <a:t>Tools:</a:t>
            </a:r>
          </a:p>
          <a:p>
            <a:r>
              <a:rPr lang="en-US" sz="2800" dirty="0"/>
              <a:t> 1.visual Studio code</a:t>
            </a:r>
          </a:p>
          <a:p>
            <a:r>
              <a:rPr lang="en-US" sz="2800" dirty="0"/>
              <a:t> 2.Web Browser</a:t>
            </a:r>
          </a:p>
          <a:p>
            <a:endParaRPr lang="en-US" sz="2800" dirty="0">
              <a:solidFill>
                <a:srgbClr val="0033CC"/>
              </a:solidFill>
            </a:endParaRPr>
          </a:p>
          <a:p>
            <a:endParaRPr lang="en-US" sz="2800" dirty="0">
              <a:solidFill>
                <a:srgbClr val="0033CC"/>
              </a:solidFill>
            </a:endParaRPr>
          </a:p>
          <a:p>
            <a:endParaRPr lang="en-US" sz="2800" dirty="0"/>
          </a:p>
          <a:p>
            <a:endParaRPr lang="en-US" sz="2800" dirty="0"/>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txBody>
          <a:bodyPr/>
          <a:lstStyle/>
          <a:p>
            <a:endParaRPr lang="en-IN"/>
          </a:p>
        </p:txBody>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 xmlns:a16="http://schemas.microsoft.com/office/drawing/2014/main" id="{9A1BCE7C-890E-A01E-691E-1D3D07CF6333}"/>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 xmlns:a16="http://schemas.microsoft.com/office/drawing/2014/main" id="{9304C197-EAC7-7A26-FAED-ED7302DBEC6E}"/>
              </a:ext>
            </a:extLst>
          </p:cNvPr>
          <p:cNvSpPr txBox="1"/>
          <p:nvPr/>
        </p:nvSpPr>
        <p:spPr>
          <a:xfrm>
            <a:off x="2209800" y="1638300"/>
            <a:ext cx="15082325" cy="10002738"/>
          </a:xfrm>
          <a:prstGeom prst="rect">
            <a:avLst/>
          </a:prstGeom>
          <a:noFill/>
        </p:spPr>
        <p:txBody>
          <a:bodyPr wrap="square" rtlCol="0">
            <a:spAutoFit/>
          </a:bodyPr>
          <a:lstStyle/>
          <a:p>
            <a:endParaRPr lang="en-IN" sz="2800" b="1" dirty="0"/>
          </a:p>
          <a:p>
            <a:r>
              <a:rPr lang="en-IN" sz="2800" b="1" dirty="0"/>
              <a:t>Module 1: User Management</a:t>
            </a:r>
          </a:p>
          <a:p>
            <a:r>
              <a:rPr lang="en-US" sz="2800" dirty="0"/>
              <a:t>Handles user registration, login authentication, and user session management. Displays the user name after successful login and ensures secure access</a:t>
            </a:r>
            <a:r>
              <a:rPr lang="en-IN" sz="2800" dirty="0"/>
              <a:t>.</a:t>
            </a:r>
          </a:p>
          <a:p>
            <a:endParaRPr lang="en-IN" sz="2800" dirty="0"/>
          </a:p>
          <a:p>
            <a:r>
              <a:rPr lang="en-IN" sz="2800" b="1" dirty="0"/>
              <a:t>Module 2: Subscription Management</a:t>
            </a:r>
          </a:p>
          <a:p>
            <a:r>
              <a:rPr lang="en-US" sz="2800" dirty="0"/>
              <a:t> Allows users to select subscription plans such as Basic, Gold, and Premium. Stores subscription details and controls user access based on the selected plan.</a:t>
            </a:r>
            <a:endParaRPr lang="en-IN" sz="2800" b="1" dirty="0"/>
          </a:p>
          <a:p>
            <a:endParaRPr lang="en-IN" sz="2800" b="1" dirty="0"/>
          </a:p>
          <a:p>
            <a:r>
              <a:rPr lang="en-IN" sz="2800" b="1" dirty="0"/>
              <a:t>Module 3: Content Management</a:t>
            </a:r>
          </a:p>
          <a:p>
            <a:r>
              <a:rPr lang="en-US" sz="2800" dirty="0"/>
              <a:t> Manages the display of images and videos in a responsive grid layout. Provides features like search and likes for better user interaction.</a:t>
            </a:r>
            <a:endParaRPr lang="en-IN" sz="2800" dirty="0"/>
          </a:p>
          <a:p>
            <a:endParaRPr lang="en-IN" sz="2800" dirty="0"/>
          </a:p>
          <a:p>
            <a:r>
              <a:rPr lang="en-IN" sz="2800" b="1" dirty="0"/>
              <a:t>Module 4: Access control &amp; Session Handling</a:t>
            </a:r>
          </a:p>
          <a:p>
            <a:r>
              <a:rPr lang="en-US" sz="2800" dirty="0"/>
              <a:t>Validates subscription plans and restricts or allows content access accordingly. Handles logout and session termination securely.</a:t>
            </a:r>
            <a:endParaRPr lang="en-IN" sz="2800" dirty="0"/>
          </a:p>
          <a:p>
            <a:endParaRPr lang="en-IN" sz="2800" dirty="0"/>
          </a:p>
          <a:p>
            <a:endParaRPr lang="en-IN" sz="2800" dirty="0"/>
          </a:p>
          <a:p>
            <a:endParaRPr lang="en-IN" sz="2800" dirty="0"/>
          </a:p>
          <a:p>
            <a:endParaRPr lang="en-IN" sz="2800" dirty="0"/>
          </a:p>
          <a:p>
            <a:endParaRPr lang="en-IN" sz="2800" dirty="0"/>
          </a:p>
          <a:p>
            <a:endParaRPr lang="en-IN" sz="2800" dirty="0"/>
          </a:p>
          <a:p>
            <a:endParaRPr lang="en-IN" sz="280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 xmlns:a16="http://schemas.microsoft.com/office/drawing/2014/main" id="{E0BFBA1B-7EE7-47B6-41F3-C4B61A979F6F}"/>
            </a:ext>
          </a:extLst>
        </p:cNvPr>
        <p:cNvGrpSpPr/>
        <p:nvPr/>
      </p:nvGrpSpPr>
      <p:grpSpPr>
        <a:xfrm>
          <a:off x="0" y="0"/>
          <a:ext cx="0" cy="0"/>
          <a:chOff x="0" y="0"/>
          <a:chExt cx="0" cy="0"/>
        </a:xfrm>
      </p:grpSpPr>
      <p:grpSp>
        <p:nvGrpSpPr>
          <p:cNvPr id="7" name="Group 7">
            <a:extLst>
              <a:ext uri="{FF2B5EF4-FFF2-40B4-BE49-F238E27FC236}">
                <a16:creationId xmlns="" xmlns:a16="http://schemas.microsoft.com/office/drawing/2014/main" id="{D8CD5C70-566B-9213-9F31-546BB621CCAF}"/>
              </a:ext>
            </a:extLst>
          </p:cNvPr>
          <p:cNvGrpSpPr/>
          <p:nvPr/>
        </p:nvGrpSpPr>
        <p:grpSpPr>
          <a:xfrm>
            <a:off x="735588" y="6653894"/>
            <a:ext cx="992463" cy="992463"/>
            <a:chOff x="0" y="0"/>
            <a:chExt cx="812800" cy="812800"/>
          </a:xfrm>
        </p:grpSpPr>
        <p:sp>
          <p:nvSpPr>
            <p:cNvPr id="8" name="Freeform 8">
              <a:extLst>
                <a:ext uri="{FF2B5EF4-FFF2-40B4-BE49-F238E27FC236}">
                  <a16:creationId xmlns="" xmlns:a16="http://schemas.microsoft.com/office/drawing/2014/main" id="{7EBAE7EB-82E8-3AF5-3C43-EA7688F732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 xmlns:a16="http://schemas.microsoft.com/office/drawing/2014/main" id="{5294143A-C171-B89D-02DF-136CB32B43C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 xmlns:a16="http://schemas.microsoft.com/office/drawing/2014/main" id="{811A371D-2A07-AABC-E66C-143D37E0F12C}"/>
              </a:ext>
            </a:extLst>
          </p:cNvPr>
          <p:cNvGrpSpPr/>
          <p:nvPr/>
        </p:nvGrpSpPr>
        <p:grpSpPr>
          <a:xfrm>
            <a:off x="977741" y="3315742"/>
            <a:ext cx="508158" cy="543805"/>
            <a:chOff x="0" y="0"/>
            <a:chExt cx="812800" cy="869819"/>
          </a:xfrm>
        </p:grpSpPr>
        <p:sp>
          <p:nvSpPr>
            <p:cNvPr id="11" name="Freeform 11">
              <a:extLst>
                <a:ext uri="{FF2B5EF4-FFF2-40B4-BE49-F238E27FC236}">
                  <a16:creationId xmlns="" xmlns:a16="http://schemas.microsoft.com/office/drawing/2014/main" id="{2F7BDC7D-6911-7D85-E73A-2061DE3244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 xmlns:a16="http://schemas.microsoft.com/office/drawing/2014/main" id="{6DEA2241-E6A3-8051-F424-21070A5DF2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 xmlns:a16="http://schemas.microsoft.com/office/drawing/2014/main" id="{4DD3D6A9-1C97-9943-C984-B50356BAE3FF}"/>
              </a:ext>
            </a:extLst>
          </p:cNvPr>
          <p:cNvGrpSpPr/>
          <p:nvPr/>
        </p:nvGrpSpPr>
        <p:grpSpPr>
          <a:xfrm>
            <a:off x="977741" y="1982349"/>
            <a:ext cx="508158" cy="543805"/>
            <a:chOff x="0" y="0"/>
            <a:chExt cx="812800" cy="869819"/>
          </a:xfrm>
        </p:grpSpPr>
        <p:sp>
          <p:nvSpPr>
            <p:cNvPr id="14" name="Freeform 14">
              <a:extLst>
                <a:ext uri="{FF2B5EF4-FFF2-40B4-BE49-F238E27FC236}">
                  <a16:creationId xmlns="" xmlns:a16="http://schemas.microsoft.com/office/drawing/2014/main" id="{6BB1489C-F4F8-D62E-3AD9-3CAA028A42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 xmlns:a16="http://schemas.microsoft.com/office/drawing/2014/main" id="{A4A64A6E-EA7C-DFF0-C280-5041CD8B135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 xmlns:a16="http://schemas.microsoft.com/office/drawing/2014/main" id="{BE5FF856-5043-C428-B45A-4C00BF9D3418}"/>
              </a:ext>
            </a:extLst>
          </p:cNvPr>
          <p:cNvGrpSpPr/>
          <p:nvPr/>
        </p:nvGrpSpPr>
        <p:grpSpPr>
          <a:xfrm>
            <a:off x="977741" y="3983373"/>
            <a:ext cx="508158" cy="543805"/>
            <a:chOff x="0" y="0"/>
            <a:chExt cx="812800" cy="869819"/>
          </a:xfrm>
        </p:grpSpPr>
        <p:sp>
          <p:nvSpPr>
            <p:cNvPr id="17" name="Freeform 17">
              <a:extLst>
                <a:ext uri="{FF2B5EF4-FFF2-40B4-BE49-F238E27FC236}">
                  <a16:creationId xmlns="" xmlns:a16="http://schemas.microsoft.com/office/drawing/2014/main" id="{CFC7AF72-B76A-8AD8-7E70-BDE8837D662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 xmlns:a16="http://schemas.microsoft.com/office/drawing/2014/main" id="{F6C277EF-EDEF-0F79-B4B2-AB1B3E58301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 xmlns:a16="http://schemas.microsoft.com/office/drawing/2014/main" id="{A32CD2C6-1D06-729E-1157-B2EAAEA172A4}"/>
              </a:ext>
            </a:extLst>
          </p:cNvPr>
          <p:cNvGrpSpPr/>
          <p:nvPr/>
        </p:nvGrpSpPr>
        <p:grpSpPr>
          <a:xfrm>
            <a:off x="977741" y="2648112"/>
            <a:ext cx="508158" cy="543805"/>
            <a:chOff x="0" y="0"/>
            <a:chExt cx="812800" cy="869819"/>
          </a:xfrm>
        </p:grpSpPr>
        <p:sp>
          <p:nvSpPr>
            <p:cNvPr id="20" name="Freeform 20">
              <a:extLst>
                <a:ext uri="{FF2B5EF4-FFF2-40B4-BE49-F238E27FC236}">
                  <a16:creationId xmlns="" xmlns:a16="http://schemas.microsoft.com/office/drawing/2014/main" id="{A222D7EA-F7CE-B4F5-4D06-02860C5AC3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 xmlns:a16="http://schemas.microsoft.com/office/drawing/2014/main" id="{17F695A3-7B3D-00FE-26D6-E53B473BCF1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 xmlns:a16="http://schemas.microsoft.com/office/drawing/2014/main" id="{5A8D3527-DD17-232E-3ECB-BDBFC0FF3DE7}"/>
              </a:ext>
            </a:extLst>
          </p:cNvPr>
          <p:cNvGrpSpPr/>
          <p:nvPr/>
        </p:nvGrpSpPr>
        <p:grpSpPr>
          <a:xfrm>
            <a:off x="977741" y="5318634"/>
            <a:ext cx="508158" cy="543805"/>
            <a:chOff x="0" y="0"/>
            <a:chExt cx="812800" cy="869819"/>
          </a:xfrm>
        </p:grpSpPr>
        <p:sp>
          <p:nvSpPr>
            <p:cNvPr id="23" name="Freeform 23">
              <a:extLst>
                <a:ext uri="{FF2B5EF4-FFF2-40B4-BE49-F238E27FC236}">
                  <a16:creationId xmlns="" xmlns:a16="http://schemas.microsoft.com/office/drawing/2014/main" id="{1C3EBC87-5F86-657B-5C0D-7DFFB3C428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 xmlns:a16="http://schemas.microsoft.com/office/drawing/2014/main" id="{5638183B-03CC-91E5-1C67-EAD126FB6D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 xmlns:a16="http://schemas.microsoft.com/office/drawing/2014/main" id="{8C4C8B82-0B52-9912-DBAF-71546B2F401E}"/>
              </a:ext>
            </a:extLst>
          </p:cNvPr>
          <p:cNvGrpSpPr/>
          <p:nvPr/>
        </p:nvGrpSpPr>
        <p:grpSpPr>
          <a:xfrm>
            <a:off x="977741" y="4651003"/>
            <a:ext cx="508158" cy="543805"/>
            <a:chOff x="0" y="0"/>
            <a:chExt cx="812800" cy="869819"/>
          </a:xfrm>
        </p:grpSpPr>
        <p:sp>
          <p:nvSpPr>
            <p:cNvPr id="26" name="Freeform 26">
              <a:extLst>
                <a:ext uri="{FF2B5EF4-FFF2-40B4-BE49-F238E27FC236}">
                  <a16:creationId xmlns="" xmlns:a16="http://schemas.microsoft.com/office/drawing/2014/main" id="{371F41C0-C399-6E94-B393-623F6ED78C3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 xmlns:a16="http://schemas.microsoft.com/office/drawing/2014/main" id="{05375A05-CD15-FECF-CF37-72BD8B495C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 xmlns:a16="http://schemas.microsoft.com/office/drawing/2014/main" id="{FFA9D0CA-D989-1DF0-9CD9-7BB1BF37D00D}"/>
              </a:ext>
            </a:extLst>
          </p:cNvPr>
          <p:cNvGrpSpPr/>
          <p:nvPr/>
        </p:nvGrpSpPr>
        <p:grpSpPr>
          <a:xfrm>
            <a:off x="977741" y="5986264"/>
            <a:ext cx="508158" cy="543805"/>
            <a:chOff x="0" y="0"/>
            <a:chExt cx="812800" cy="869819"/>
          </a:xfrm>
        </p:grpSpPr>
        <p:sp>
          <p:nvSpPr>
            <p:cNvPr id="29" name="Freeform 29">
              <a:extLst>
                <a:ext uri="{FF2B5EF4-FFF2-40B4-BE49-F238E27FC236}">
                  <a16:creationId xmlns="" xmlns:a16="http://schemas.microsoft.com/office/drawing/2014/main" id="{6D72D40E-C3C8-1774-56F7-396EA1F546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 xmlns:a16="http://schemas.microsoft.com/office/drawing/2014/main" id="{2A94558C-EEEF-6159-C648-7ED1F2545B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 xmlns:a16="http://schemas.microsoft.com/office/drawing/2014/main" id="{A8A0868D-7450-B2DC-5A6A-A607E39122E3}"/>
              </a:ext>
            </a:extLst>
          </p:cNvPr>
          <p:cNvGrpSpPr/>
          <p:nvPr/>
        </p:nvGrpSpPr>
        <p:grpSpPr>
          <a:xfrm>
            <a:off x="977741" y="7760846"/>
            <a:ext cx="508158" cy="543805"/>
            <a:chOff x="0" y="0"/>
            <a:chExt cx="812800" cy="869819"/>
          </a:xfrm>
        </p:grpSpPr>
        <p:sp>
          <p:nvSpPr>
            <p:cNvPr id="32" name="Freeform 32">
              <a:extLst>
                <a:ext uri="{FF2B5EF4-FFF2-40B4-BE49-F238E27FC236}">
                  <a16:creationId xmlns="" xmlns:a16="http://schemas.microsoft.com/office/drawing/2014/main" id="{227C0AD0-E7DC-50B1-90B8-A6B2DA72DDA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 xmlns:a16="http://schemas.microsoft.com/office/drawing/2014/main" id="{9B60539C-7696-ACA6-9070-BC481578187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 xmlns:a16="http://schemas.microsoft.com/office/drawing/2014/main" id="{90A2A8C1-A254-99B6-B7B0-C5A8A5BB008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txBody>
          <a:bodyPr/>
          <a:lstStyle/>
          <a:p>
            <a:endParaRPr lang="en-IN"/>
          </a:p>
        </p:txBody>
      </p:sp>
      <p:grpSp>
        <p:nvGrpSpPr>
          <p:cNvPr id="35" name="Group 35">
            <a:extLst>
              <a:ext uri="{FF2B5EF4-FFF2-40B4-BE49-F238E27FC236}">
                <a16:creationId xmlns="" xmlns:a16="http://schemas.microsoft.com/office/drawing/2014/main" id="{B814A5FC-F17C-8D1A-04C8-1ED6A2AE0E65}"/>
              </a:ext>
            </a:extLst>
          </p:cNvPr>
          <p:cNvGrpSpPr/>
          <p:nvPr/>
        </p:nvGrpSpPr>
        <p:grpSpPr>
          <a:xfrm>
            <a:off x="17170670" y="-178579"/>
            <a:ext cx="10994424" cy="10994424"/>
            <a:chOff x="0" y="0"/>
            <a:chExt cx="812800" cy="812800"/>
          </a:xfrm>
        </p:grpSpPr>
        <p:sp>
          <p:nvSpPr>
            <p:cNvPr id="36" name="Freeform 36">
              <a:extLst>
                <a:ext uri="{FF2B5EF4-FFF2-40B4-BE49-F238E27FC236}">
                  <a16:creationId xmlns="" xmlns:a16="http://schemas.microsoft.com/office/drawing/2014/main" id="{2EC11913-1FC3-79C0-FB94-72486D9673F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a:extLst>
                <a:ext uri="{FF2B5EF4-FFF2-40B4-BE49-F238E27FC236}">
                  <a16:creationId xmlns="" xmlns:a16="http://schemas.microsoft.com/office/drawing/2014/main" id="{6CB89B22-25E1-321C-5A74-15CF8EBC7CA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 xmlns:a16="http://schemas.microsoft.com/office/drawing/2014/main" id="{35C6402D-9C63-51C1-99A9-4206C05377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 xmlns:a16="http://schemas.microsoft.com/office/drawing/2014/main" id="{9EC6A4DA-6D4B-3E6A-CF92-E543DD7AFBF5}"/>
              </a:ext>
            </a:extLst>
          </p:cNvPr>
          <p:cNvSpPr txBox="1"/>
          <p:nvPr/>
        </p:nvSpPr>
        <p:spPr>
          <a:xfrm>
            <a:off x="2209800" y="1638300"/>
            <a:ext cx="15082325" cy="6124754"/>
          </a:xfrm>
          <a:prstGeom prst="rect">
            <a:avLst/>
          </a:prstGeom>
          <a:noFill/>
        </p:spPr>
        <p:txBody>
          <a:bodyPr wrap="square" rtlCol="0">
            <a:spAutoFit/>
          </a:bodyPr>
          <a:lstStyle/>
          <a:p>
            <a:r>
              <a:rPr lang="en-US" sz="2800" dirty="0">
                <a:solidFill>
                  <a:srgbClr val="0033CC"/>
                </a:solidFill>
              </a:rPr>
              <a:t>Register/sign in:</a:t>
            </a:r>
          </a:p>
          <a:p>
            <a:endParaRPr lang="en-US" sz="2800" dirty="0">
              <a:solidFill>
                <a:srgbClr val="0033CC"/>
              </a:solidFill>
            </a:endParaRP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1026" name="Picture 2"/>
          <p:cNvPicPr>
            <a:picLocks noChangeAspect="1" noChangeArrowheads="1"/>
          </p:cNvPicPr>
          <p:nvPr/>
        </p:nvPicPr>
        <p:blipFill>
          <a:blip r:embed="rId4"/>
          <a:srcRect/>
          <a:stretch>
            <a:fillRect/>
          </a:stretch>
        </p:blipFill>
        <p:spPr bwMode="auto">
          <a:xfrm>
            <a:off x="6143604" y="1714476"/>
            <a:ext cx="8897810" cy="3000396"/>
          </a:xfrm>
          <a:prstGeom prst="rect">
            <a:avLst/>
          </a:prstGeom>
          <a:noFill/>
          <a:ln w="9525">
            <a:noFill/>
            <a:miter lim="800000"/>
            <a:headEnd/>
            <a:tailEnd/>
          </a:ln>
          <a:effectLst/>
        </p:spPr>
      </p:pic>
      <p:pic>
        <p:nvPicPr>
          <p:cNvPr id="1027" name="Picture 3"/>
          <p:cNvPicPr>
            <a:picLocks noChangeAspect="1" noChangeArrowheads="1"/>
          </p:cNvPicPr>
          <p:nvPr/>
        </p:nvPicPr>
        <p:blipFill>
          <a:blip r:embed="rId5"/>
          <a:srcRect/>
          <a:stretch>
            <a:fillRect/>
          </a:stretch>
        </p:blipFill>
        <p:spPr bwMode="auto">
          <a:xfrm>
            <a:off x="4500530" y="6143632"/>
            <a:ext cx="9215502" cy="2786082"/>
          </a:xfrm>
          <a:prstGeom prst="rect">
            <a:avLst/>
          </a:prstGeom>
          <a:noFill/>
          <a:ln w="9525">
            <a:noFill/>
            <a:miter lim="800000"/>
            <a:headEnd/>
            <a:tailEnd/>
          </a:ln>
          <a:effectLst/>
        </p:spPr>
      </p:pic>
    </p:spTree>
    <p:extLst>
      <p:ext uri="{BB962C8B-B14F-4D97-AF65-F5344CB8AC3E}">
        <p14:creationId xmlns="" xmlns:p14="http://schemas.microsoft.com/office/powerpoint/2010/main" val="199810114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 xmlns:a16="http://schemas.microsoft.com/office/drawing/2014/main" id="{B7CF319D-58F2-DF9E-632A-90472F50FA3A}"/>
            </a:ext>
          </a:extLst>
        </p:cNvPr>
        <p:cNvGrpSpPr/>
        <p:nvPr/>
      </p:nvGrpSpPr>
      <p:grpSpPr>
        <a:xfrm>
          <a:off x="0" y="0"/>
          <a:ext cx="0" cy="0"/>
          <a:chOff x="0" y="0"/>
          <a:chExt cx="0" cy="0"/>
        </a:xfrm>
      </p:grpSpPr>
      <p:grpSp>
        <p:nvGrpSpPr>
          <p:cNvPr id="7" name="Group 7">
            <a:extLst>
              <a:ext uri="{FF2B5EF4-FFF2-40B4-BE49-F238E27FC236}">
                <a16:creationId xmlns="" xmlns:a16="http://schemas.microsoft.com/office/drawing/2014/main" id="{ADE101F0-A2BF-16E8-7BEC-541911EA9510}"/>
              </a:ext>
            </a:extLst>
          </p:cNvPr>
          <p:cNvGrpSpPr/>
          <p:nvPr/>
        </p:nvGrpSpPr>
        <p:grpSpPr>
          <a:xfrm>
            <a:off x="735588" y="6653894"/>
            <a:ext cx="992463" cy="992463"/>
            <a:chOff x="0" y="0"/>
            <a:chExt cx="812800" cy="812800"/>
          </a:xfrm>
        </p:grpSpPr>
        <p:sp>
          <p:nvSpPr>
            <p:cNvPr id="8" name="Freeform 8">
              <a:extLst>
                <a:ext uri="{FF2B5EF4-FFF2-40B4-BE49-F238E27FC236}">
                  <a16:creationId xmlns="" xmlns:a16="http://schemas.microsoft.com/office/drawing/2014/main" id="{C43B1E5B-104E-DCD5-F042-8DABFE8225A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 xmlns:a16="http://schemas.microsoft.com/office/drawing/2014/main" id="{846A8601-B4CB-7C78-2833-947EEC356CD7}"/>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a:t>
              </a:r>
            </a:p>
          </p:txBody>
        </p:sp>
      </p:grpSp>
      <p:grpSp>
        <p:nvGrpSpPr>
          <p:cNvPr id="10" name="Group 10">
            <a:extLst>
              <a:ext uri="{FF2B5EF4-FFF2-40B4-BE49-F238E27FC236}">
                <a16:creationId xmlns="" xmlns:a16="http://schemas.microsoft.com/office/drawing/2014/main" id="{1C63788E-DB35-987D-1A89-4C3F169DF70E}"/>
              </a:ext>
            </a:extLst>
          </p:cNvPr>
          <p:cNvGrpSpPr/>
          <p:nvPr/>
        </p:nvGrpSpPr>
        <p:grpSpPr>
          <a:xfrm>
            <a:off x="977741" y="3315742"/>
            <a:ext cx="508158" cy="543805"/>
            <a:chOff x="0" y="0"/>
            <a:chExt cx="812800" cy="869819"/>
          </a:xfrm>
        </p:grpSpPr>
        <p:sp>
          <p:nvSpPr>
            <p:cNvPr id="11" name="Freeform 11">
              <a:extLst>
                <a:ext uri="{FF2B5EF4-FFF2-40B4-BE49-F238E27FC236}">
                  <a16:creationId xmlns="" xmlns:a16="http://schemas.microsoft.com/office/drawing/2014/main" id="{676646B6-C6D6-F677-3CA9-56BE5CE444A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 xmlns:a16="http://schemas.microsoft.com/office/drawing/2014/main" id="{3CDDAA79-D530-F622-0CC8-ECE3E95F952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 xmlns:a16="http://schemas.microsoft.com/office/drawing/2014/main" id="{8227745F-FD1B-7135-E88E-D6B924C5CB24}"/>
              </a:ext>
            </a:extLst>
          </p:cNvPr>
          <p:cNvGrpSpPr/>
          <p:nvPr/>
        </p:nvGrpSpPr>
        <p:grpSpPr>
          <a:xfrm>
            <a:off x="977741" y="1982349"/>
            <a:ext cx="508158" cy="543805"/>
            <a:chOff x="0" y="0"/>
            <a:chExt cx="812800" cy="869819"/>
          </a:xfrm>
        </p:grpSpPr>
        <p:sp>
          <p:nvSpPr>
            <p:cNvPr id="14" name="Freeform 14">
              <a:extLst>
                <a:ext uri="{FF2B5EF4-FFF2-40B4-BE49-F238E27FC236}">
                  <a16:creationId xmlns="" xmlns:a16="http://schemas.microsoft.com/office/drawing/2014/main" id="{79292FA3-A80E-1540-0024-754AADCDB01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 xmlns:a16="http://schemas.microsoft.com/office/drawing/2014/main" id="{5A8C7117-591A-F089-5F54-0229077FDEA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 xmlns:a16="http://schemas.microsoft.com/office/drawing/2014/main" id="{29278237-7990-A997-2285-EB2F5BB4EF44}"/>
              </a:ext>
            </a:extLst>
          </p:cNvPr>
          <p:cNvGrpSpPr/>
          <p:nvPr/>
        </p:nvGrpSpPr>
        <p:grpSpPr>
          <a:xfrm>
            <a:off x="977741" y="3983373"/>
            <a:ext cx="508158" cy="543805"/>
            <a:chOff x="0" y="0"/>
            <a:chExt cx="812800" cy="869819"/>
          </a:xfrm>
        </p:grpSpPr>
        <p:sp>
          <p:nvSpPr>
            <p:cNvPr id="17" name="Freeform 17">
              <a:extLst>
                <a:ext uri="{FF2B5EF4-FFF2-40B4-BE49-F238E27FC236}">
                  <a16:creationId xmlns="" xmlns:a16="http://schemas.microsoft.com/office/drawing/2014/main" id="{F37C1434-DB0E-53EF-4140-56A0F3CD6EA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 xmlns:a16="http://schemas.microsoft.com/office/drawing/2014/main" id="{4FC388C1-59EC-CA17-BA41-9AF3AAD42D8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 xmlns:a16="http://schemas.microsoft.com/office/drawing/2014/main" id="{90F65A21-E49B-9858-6EAD-EBC3142E6239}"/>
              </a:ext>
            </a:extLst>
          </p:cNvPr>
          <p:cNvGrpSpPr/>
          <p:nvPr/>
        </p:nvGrpSpPr>
        <p:grpSpPr>
          <a:xfrm>
            <a:off x="977741" y="2648112"/>
            <a:ext cx="508158" cy="543805"/>
            <a:chOff x="0" y="0"/>
            <a:chExt cx="812800" cy="869819"/>
          </a:xfrm>
        </p:grpSpPr>
        <p:sp>
          <p:nvSpPr>
            <p:cNvPr id="20" name="Freeform 20">
              <a:extLst>
                <a:ext uri="{FF2B5EF4-FFF2-40B4-BE49-F238E27FC236}">
                  <a16:creationId xmlns="" xmlns:a16="http://schemas.microsoft.com/office/drawing/2014/main" id="{EFDE14F0-9F59-E35F-B5B7-45C77C56354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 xmlns:a16="http://schemas.microsoft.com/office/drawing/2014/main" id="{E1181869-B448-2B7A-67F5-160B09C76D9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 xmlns:a16="http://schemas.microsoft.com/office/drawing/2014/main" id="{8B27AB66-420C-E7D0-5891-910B564CA2C2}"/>
              </a:ext>
            </a:extLst>
          </p:cNvPr>
          <p:cNvGrpSpPr/>
          <p:nvPr/>
        </p:nvGrpSpPr>
        <p:grpSpPr>
          <a:xfrm>
            <a:off x="977741" y="5318634"/>
            <a:ext cx="508158" cy="543805"/>
            <a:chOff x="0" y="0"/>
            <a:chExt cx="812800" cy="869819"/>
          </a:xfrm>
        </p:grpSpPr>
        <p:sp>
          <p:nvSpPr>
            <p:cNvPr id="23" name="Freeform 23">
              <a:extLst>
                <a:ext uri="{FF2B5EF4-FFF2-40B4-BE49-F238E27FC236}">
                  <a16:creationId xmlns="" xmlns:a16="http://schemas.microsoft.com/office/drawing/2014/main" id="{F0605CE2-624E-D2DA-6357-65C5FA138C6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 xmlns:a16="http://schemas.microsoft.com/office/drawing/2014/main" id="{DA9B1286-A8A4-091B-5AF9-F0B275F703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 xmlns:a16="http://schemas.microsoft.com/office/drawing/2014/main" id="{127DF020-AEA7-8D57-9411-90D58D65D05B}"/>
              </a:ext>
            </a:extLst>
          </p:cNvPr>
          <p:cNvGrpSpPr/>
          <p:nvPr/>
        </p:nvGrpSpPr>
        <p:grpSpPr>
          <a:xfrm>
            <a:off x="977741" y="4651003"/>
            <a:ext cx="508158" cy="543805"/>
            <a:chOff x="0" y="0"/>
            <a:chExt cx="812800" cy="869819"/>
          </a:xfrm>
        </p:grpSpPr>
        <p:sp>
          <p:nvSpPr>
            <p:cNvPr id="26" name="Freeform 26">
              <a:extLst>
                <a:ext uri="{FF2B5EF4-FFF2-40B4-BE49-F238E27FC236}">
                  <a16:creationId xmlns="" xmlns:a16="http://schemas.microsoft.com/office/drawing/2014/main" id="{00BA2729-D580-CF8D-87CD-EE786F2E40E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 xmlns:a16="http://schemas.microsoft.com/office/drawing/2014/main" id="{F0B6F8BA-7047-AE2A-DB03-E6846F9FAEA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 xmlns:a16="http://schemas.microsoft.com/office/drawing/2014/main" id="{B5DE7324-71F9-1D79-AB1E-F97481653389}"/>
              </a:ext>
            </a:extLst>
          </p:cNvPr>
          <p:cNvGrpSpPr/>
          <p:nvPr/>
        </p:nvGrpSpPr>
        <p:grpSpPr>
          <a:xfrm>
            <a:off x="977741" y="5986264"/>
            <a:ext cx="508158" cy="543805"/>
            <a:chOff x="0" y="0"/>
            <a:chExt cx="812800" cy="869819"/>
          </a:xfrm>
        </p:grpSpPr>
        <p:sp>
          <p:nvSpPr>
            <p:cNvPr id="29" name="Freeform 29">
              <a:extLst>
                <a:ext uri="{FF2B5EF4-FFF2-40B4-BE49-F238E27FC236}">
                  <a16:creationId xmlns="" xmlns:a16="http://schemas.microsoft.com/office/drawing/2014/main" id="{E780ED4E-44DF-E344-CCEA-834D1374F6A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 xmlns:a16="http://schemas.microsoft.com/office/drawing/2014/main" id="{AC7D9CD8-E54E-AD67-D59B-5D4A37A1B41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 xmlns:a16="http://schemas.microsoft.com/office/drawing/2014/main" id="{E3560347-DE50-10F7-9905-7228E593D280}"/>
              </a:ext>
            </a:extLst>
          </p:cNvPr>
          <p:cNvGrpSpPr/>
          <p:nvPr/>
        </p:nvGrpSpPr>
        <p:grpSpPr>
          <a:xfrm>
            <a:off x="977741" y="7760846"/>
            <a:ext cx="508158" cy="543805"/>
            <a:chOff x="0" y="0"/>
            <a:chExt cx="812800" cy="869819"/>
          </a:xfrm>
        </p:grpSpPr>
        <p:sp>
          <p:nvSpPr>
            <p:cNvPr id="32" name="Freeform 32">
              <a:extLst>
                <a:ext uri="{FF2B5EF4-FFF2-40B4-BE49-F238E27FC236}">
                  <a16:creationId xmlns="" xmlns:a16="http://schemas.microsoft.com/office/drawing/2014/main" id="{1B9E463A-B010-8D72-6350-7242CB0AAF56}"/>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 xmlns:a16="http://schemas.microsoft.com/office/drawing/2014/main" id="{C15BE220-858E-1446-5B56-D3329A06A997}"/>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 xmlns:a16="http://schemas.microsoft.com/office/drawing/2014/main" id="{98F156A3-70B1-1344-389E-4B3C64CA921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txBody>
          <a:bodyPr/>
          <a:lstStyle/>
          <a:p>
            <a:endParaRPr lang="en-IN"/>
          </a:p>
        </p:txBody>
      </p:sp>
      <p:grpSp>
        <p:nvGrpSpPr>
          <p:cNvPr id="35" name="Group 35">
            <a:extLst>
              <a:ext uri="{FF2B5EF4-FFF2-40B4-BE49-F238E27FC236}">
                <a16:creationId xmlns="" xmlns:a16="http://schemas.microsoft.com/office/drawing/2014/main" id="{A36A5C58-00A3-2FE9-36E4-D92AAF44A0F5}"/>
              </a:ext>
            </a:extLst>
          </p:cNvPr>
          <p:cNvGrpSpPr/>
          <p:nvPr/>
        </p:nvGrpSpPr>
        <p:grpSpPr>
          <a:xfrm>
            <a:off x="17170670" y="-178579"/>
            <a:ext cx="10994424" cy="10994424"/>
            <a:chOff x="0" y="0"/>
            <a:chExt cx="812800" cy="812800"/>
          </a:xfrm>
        </p:grpSpPr>
        <p:sp>
          <p:nvSpPr>
            <p:cNvPr id="36" name="Freeform 36">
              <a:extLst>
                <a:ext uri="{FF2B5EF4-FFF2-40B4-BE49-F238E27FC236}">
                  <a16:creationId xmlns="" xmlns:a16="http://schemas.microsoft.com/office/drawing/2014/main" id="{BADF0EED-F663-F70E-9BB3-C0F576114D0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a:extLst>
                <a:ext uri="{FF2B5EF4-FFF2-40B4-BE49-F238E27FC236}">
                  <a16:creationId xmlns="" xmlns:a16="http://schemas.microsoft.com/office/drawing/2014/main" id="{54542349-F329-7DA6-DBD4-7EFA939B9892}"/>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 xmlns:a16="http://schemas.microsoft.com/office/drawing/2014/main" id="{B6CAD810-8433-9B89-E144-29986E25063F}"/>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 xmlns:a16="http://schemas.microsoft.com/office/drawing/2014/main" id="{746F2C30-13B1-3754-C147-D58A899BC459}"/>
              </a:ext>
            </a:extLst>
          </p:cNvPr>
          <p:cNvSpPr txBox="1"/>
          <p:nvPr/>
        </p:nvSpPr>
        <p:spPr>
          <a:xfrm>
            <a:off x="2209800" y="1638300"/>
            <a:ext cx="15082325" cy="6124754"/>
          </a:xfrm>
          <a:prstGeom prst="rect">
            <a:avLst/>
          </a:prstGeom>
          <a:noFill/>
        </p:spPr>
        <p:txBody>
          <a:bodyPr wrap="square" rtlCol="0">
            <a:spAutoFit/>
          </a:bodyPr>
          <a:lstStyle/>
          <a:p>
            <a:r>
              <a:rPr lang="en-US" sz="2800" dirty="0">
                <a:solidFill>
                  <a:srgbClr val="0033CC"/>
                </a:solidFill>
              </a:rPr>
              <a:t>Admin page :</a:t>
            </a:r>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2050" name="Picture 2"/>
          <p:cNvPicPr>
            <a:picLocks noChangeAspect="1" noChangeArrowheads="1"/>
          </p:cNvPicPr>
          <p:nvPr/>
        </p:nvPicPr>
        <p:blipFill>
          <a:blip r:embed="rId4"/>
          <a:srcRect/>
          <a:stretch>
            <a:fillRect/>
          </a:stretch>
        </p:blipFill>
        <p:spPr bwMode="auto">
          <a:xfrm>
            <a:off x="2071638" y="1785914"/>
            <a:ext cx="14865393" cy="3487748"/>
          </a:xfrm>
          <a:prstGeom prst="rect">
            <a:avLst/>
          </a:prstGeom>
          <a:noFill/>
          <a:ln w="9525">
            <a:noFill/>
            <a:miter lim="800000"/>
            <a:headEnd/>
            <a:tailEnd/>
          </a:ln>
          <a:effectLst/>
        </p:spPr>
      </p:pic>
      <p:pic>
        <p:nvPicPr>
          <p:cNvPr id="2051" name="Picture 3"/>
          <p:cNvPicPr>
            <a:picLocks noChangeAspect="1" noChangeArrowheads="1"/>
          </p:cNvPicPr>
          <p:nvPr/>
        </p:nvPicPr>
        <p:blipFill>
          <a:blip r:embed="rId5"/>
          <a:srcRect/>
          <a:stretch>
            <a:fillRect/>
          </a:stretch>
        </p:blipFill>
        <p:spPr bwMode="auto">
          <a:xfrm>
            <a:off x="2071638" y="5929318"/>
            <a:ext cx="15513098" cy="3121033"/>
          </a:xfrm>
          <a:prstGeom prst="rect">
            <a:avLst/>
          </a:prstGeom>
          <a:noFill/>
          <a:ln w="9525">
            <a:noFill/>
            <a:miter lim="800000"/>
            <a:headEnd/>
            <a:tailEnd/>
          </a:ln>
          <a:effectLst/>
        </p:spPr>
      </p:pic>
    </p:spTree>
    <p:extLst>
      <p:ext uri="{BB962C8B-B14F-4D97-AF65-F5344CB8AC3E}">
        <p14:creationId xmlns="" xmlns:p14="http://schemas.microsoft.com/office/powerpoint/2010/main" val="39811873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 xmlns:a16="http://schemas.microsoft.com/office/drawing/2014/main" id="{C0F4F051-5473-4E78-FEB2-59A87A5FBB9B}"/>
            </a:ext>
          </a:extLst>
        </p:cNvPr>
        <p:cNvGrpSpPr/>
        <p:nvPr/>
      </p:nvGrpSpPr>
      <p:grpSpPr>
        <a:xfrm>
          <a:off x="0" y="0"/>
          <a:ext cx="0" cy="0"/>
          <a:chOff x="0" y="0"/>
          <a:chExt cx="0" cy="0"/>
        </a:xfrm>
      </p:grpSpPr>
      <p:grpSp>
        <p:nvGrpSpPr>
          <p:cNvPr id="7" name="Group 7">
            <a:extLst>
              <a:ext uri="{FF2B5EF4-FFF2-40B4-BE49-F238E27FC236}">
                <a16:creationId xmlns="" xmlns:a16="http://schemas.microsoft.com/office/drawing/2014/main" id="{66BE183E-F015-FFD4-5C84-C25B4DCE490A}"/>
              </a:ext>
            </a:extLst>
          </p:cNvPr>
          <p:cNvGrpSpPr/>
          <p:nvPr/>
        </p:nvGrpSpPr>
        <p:grpSpPr>
          <a:xfrm>
            <a:off x="735588" y="6653894"/>
            <a:ext cx="992463" cy="992463"/>
            <a:chOff x="0" y="0"/>
            <a:chExt cx="812800" cy="812800"/>
          </a:xfrm>
        </p:grpSpPr>
        <p:sp>
          <p:nvSpPr>
            <p:cNvPr id="8" name="Freeform 8">
              <a:extLst>
                <a:ext uri="{FF2B5EF4-FFF2-40B4-BE49-F238E27FC236}">
                  <a16:creationId xmlns="" xmlns:a16="http://schemas.microsoft.com/office/drawing/2014/main" id="{3AEC1772-D597-ACC7-7EF1-FF0460F37AA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 xmlns:a16="http://schemas.microsoft.com/office/drawing/2014/main" id="{46839344-8B05-5C56-F0B1-64E24F458991}"/>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8(B)</a:t>
              </a:r>
            </a:p>
          </p:txBody>
        </p:sp>
      </p:grpSp>
      <p:grpSp>
        <p:nvGrpSpPr>
          <p:cNvPr id="10" name="Group 10">
            <a:extLst>
              <a:ext uri="{FF2B5EF4-FFF2-40B4-BE49-F238E27FC236}">
                <a16:creationId xmlns="" xmlns:a16="http://schemas.microsoft.com/office/drawing/2014/main" id="{23B54700-9ABF-8EDD-8B21-24A9248C534D}"/>
              </a:ext>
            </a:extLst>
          </p:cNvPr>
          <p:cNvGrpSpPr/>
          <p:nvPr/>
        </p:nvGrpSpPr>
        <p:grpSpPr>
          <a:xfrm>
            <a:off x="977741" y="3315742"/>
            <a:ext cx="508158" cy="543805"/>
            <a:chOff x="0" y="0"/>
            <a:chExt cx="812800" cy="869819"/>
          </a:xfrm>
        </p:grpSpPr>
        <p:sp>
          <p:nvSpPr>
            <p:cNvPr id="11" name="Freeform 11">
              <a:extLst>
                <a:ext uri="{FF2B5EF4-FFF2-40B4-BE49-F238E27FC236}">
                  <a16:creationId xmlns="" xmlns:a16="http://schemas.microsoft.com/office/drawing/2014/main" id="{B99246F8-F6B5-2F2E-2FB4-FAE1DD41DCC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 xmlns:a16="http://schemas.microsoft.com/office/drawing/2014/main" id="{B7CDDD7B-8A9B-223F-951A-473D0C9404F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 xmlns:a16="http://schemas.microsoft.com/office/drawing/2014/main" id="{B3E1A8FC-D0F1-BD05-9C14-C10EAE95E57E}"/>
              </a:ext>
            </a:extLst>
          </p:cNvPr>
          <p:cNvGrpSpPr/>
          <p:nvPr/>
        </p:nvGrpSpPr>
        <p:grpSpPr>
          <a:xfrm>
            <a:off x="977741" y="1982349"/>
            <a:ext cx="508158" cy="543805"/>
            <a:chOff x="0" y="0"/>
            <a:chExt cx="812800" cy="869819"/>
          </a:xfrm>
        </p:grpSpPr>
        <p:sp>
          <p:nvSpPr>
            <p:cNvPr id="14" name="Freeform 14">
              <a:extLst>
                <a:ext uri="{FF2B5EF4-FFF2-40B4-BE49-F238E27FC236}">
                  <a16:creationId xmlns="" xmlns:a16="http://schemas.microsoft.com/office/drawing/2014/main" id="{CEB5FB4E-3BF3-BC6A-6692-FE375141E45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 xmlns:a16="http://schemas.microsoft.com/office/drawing/2014/main" id="{38F8F103-F0A5-8F95-A139-8DBEBEF19C2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 xmlns:a16="http://schemas.microsoft.com/office/drawing/2014/main" id="{8C558648-2D59-16EB-3098-EAF5DE978B1F}"/>
              </a:ext>
            </a:extLst>
          </p:cNvPr>
          <p:cNvGrpSpPr/>
          <p:nvPr/>
        </p:nvGrpSpPr>
        <p:grpSpPr>
          <a:xfrm>
            <a:off x="977741" y="3983373"/>
            <a:ext cx="508158" cy="543805"/>
            <a:chOff x="0" y="0"/>
            <a:chExt cx="812800" cy="869819"/>
          </a:xfrm>
        </p:grpSpPr>
        <p:sp>
          <p:nvSpPr>
            <p:cNvPr id="17" name="Freeform 17">
              <a:extLst>
                <a:ext uri="{FF2B5EF4-FFF2-40B4-BE49-F238E27FC236}">
                  <a16:creationId xmlns="" xmlns:a16="http://schemas.microsoft.com/office/drawing/2014/main" id="{B168779D-5467-4E78-AD1E-36B5A75A347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 xmlns:a16="http://schemas.microsoft.com/office/drawing/2014/main" id="{8AFC0BB4-20A4-849D-A1E4-FA90A8DDCC7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 xmlns:a16="http://schemas.microsoft.com/office/drawing/2014/main" id="{700D33AC-D53D-0E96-8752-E5DA06AE57A5}"/>
              </a:ext>
            </a:extLst>
          </p:cNvPr>
          <p:cNvGrpSpPr/>
          <p:nvPr/>
        </p:nvGrpSpPr>
        <p:grpSpPr>
          <a:xfrm>
            <a:off x="977741" y="2648112"/>
            <a:ext cx="508158" cy="543805"/>
            <a:chOff x="0" y="0"/>
            <a:chExt cx="812800" cy="869819"/>
          </a:xfrm>
        </p:grpSpPr>
        <p:sp>
          <p:nvSpPr>
            <p:cNvPr id="20" name="Freeform 20">
              <a:extLst>
                <a:ext uri="{FF2B5EF4-FFF2-40B4-BE49-F238E27FC236}">
                  <a16:creationId xmlns="" xmlns:a16="http://schemas.microsoft.com/office/drawing/2014/main" id="{14DABAFB-38B3-CE49-B21D-A496D7EC2A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 xmlns:a16="http://schemas.microsoft.com/office/drawing/2014/main" id="{BE27A610-3BC0-BFBC-2A61-4C157B024EF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 xmlns:a16="http://schemas.microsoft.com/office/drawing/2014/main" id="{6C0E28B4-531C-D2E1-F3C9-B5A98A28B69D}"/>
              </a:ext>
            </a:extLst>
          </p:cNvPr>
          <p:cNvGrpSpPr/>
          <p:nvPr/>
        </p:nvGrpSpPr>
        <p:grpSpPr>
          <a:xfrm>
            <a:off x="977741" y="5318634"/>
            <a:ext cx="508158" cy="543805"/>
            <a:chOff x="0" y="0"/>
            <a:chExt cx="812800" cy="869819"/>
          </a:xfrm>
        </p:grpSpPr>
        <p:sp>
          <p:nvSpPr>
            <p:cNvPr id="23" name="Freeform 23">
              <a:extLst>
                <a:ext uri="{FF2B5EF4-FFF2-40B4-BE49-F238E27FC236}">
                  <a16:creationId xmlns="" xmlns:a16="http://schemas.microsoft.com/office/drawing/2014/main" id="{6C193347-3923-7F1F-A580-A7462B158EC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 xmlns:a16="http://schemas.microsoft.com/office/drawing/2014/main" id="{C5DDC20D-7BD0-E255-26F1-86A88AF67CF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 xmlns:a16="http://schemas.microsoft.com/office/drawing/2014/main" id="{9DBB21A1-CAFF-686E-D181-980219283F79}"/>
              </a:ext>
            </a:extLst>
          </p:cNvPr>
          <p:cNvGrpSpPr/>
          <p:nvPr/>
        </p:nvGrpSpPr>
        <p:grpSpPr>
          <a:xfrm>
            <a:off x="977741" y="4651003"/>
            <a:ext cx="508158" cy="543805"/>
            <a:chOff x="0" y="0"/>
            <a:chExt cx="812800" cy="869819"/>
          </a:xfrm>
        </p:grpSpPr>
        <p:sp>
          <p:nvSpPr>
            <p:cNvPr id="26" name="Freeform 26">
              <a:extLst>
                <a:ext uri="{FF2B5EF4-FFF2-40B4-BE49-F238E27FC236}">
                  <a16:creationId xmlns="" xmlns:a16="http://schemas.microsoft.com/office/drawing/2014/main" id="{5531A9C5-B561-53EA-BF9A-3BE6A607C1B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 xmlns:a16="http://schemas.microsoft.com/office/drawing/2014/main" id="{D8870C21-3327-4D63-FD34-36BC479967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 xmlns:a16="http://schemas.microsoft.com/office/drawing/2014/main" id="{4D7C3EBE-FA20-7E4C-13DD-84F1A98618F6}"/>
              </a:ext>
            </a:extLst>
          </p:cNvPr>
          <p:cNvGrpSpPr/>
          <p:nvPr/>
        </p:nvGrpSpPr>
        <p:grpSpPr>
          <a:xfrm>
            <a:off x="977741" y="5986264"/>
            <a:ext cx="508158" cy="543805"/>
            <a:chOff x="0" y="0"/>
            <a:chExt cx="812800" cy="869819"/>
          </a:xfrm>
        </p:grpSpPr>
        <p:sp>
          <p:nvSpPr>
            <p:cNvPr id="29" name="Freeform 29">
              <a:extLst>
                <a:ext uri="{FF2B5EF4-FFF2-40B4-BE49-F238E27FC236}">
                  <a16:creationId xmlns="" xmlns:a16="http://schemas.microsoft.com/office/drawing/2014/main" id="{C1E3AE62-1B2B-FE1E-010C-A26C4F613A6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 xmlns:a16="http://schemas.microsoft.com/office/drawing/2014/main" id="{CDA04BD5-C99C-980C-6593-EDEA378D6C3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 xmlns:a16="http://schemas.microsoft.com/office/drawing/2014/main" id="{E77207A6-9552-432B-0793-EB6A88EE3C10}"/>
              </a:ext>
            </a:extLst>
          </p:cNvPr>
          <p:cNvGrpSpPr/>
          <p:nvPr/>
        </p:nvGrpSpPr>
        <p:grpSpPr>
          <a:xfrm>
            <a:off x="977741" y="7760846"/>
            <a:ext cx="508158" cy="543805"/>
            <a:chOff x="0" y="0"/>
            <a:chExt cx="812800" cy="869819"/>
          </a:xfrm>
        </p:grpSpPr>
        <p:sp>
          <p:nvSpPr>
            <p:cNvPr id="32" name="Freeform 32">
              <a:extLst>
                <a:ext uri="{FF2B5EF4-FFF2-40B4-BE49-F238E27FC236}">
                  <a16:creationId xmlns="" xmlns:a16="http://schemas.microsoft.com/office/drawing/2014/main" id="{27447A1E-BA0C-26C0-C743-E590A55A653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 xmlns:a16="http://schemas.microsoft.com/office/drawing/2014/main" id="{8D425BCC-6A0F-30CB-18E7-D1E21E871D9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 xmlns:a16="http://schemas.microsoft.com/office/drawing/2014/main" id="{35F87FC1-4854-F9D4-8104-40945AD6A772}"/>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txBody>
          <a:bodyPr/>
          <a:lstStyle/>
          <a:p>
            <a:endParaRPr lang="en-IN"/>
          </a:p>
        </p:txBody>
      </p:sp>
      <p:grpSp>
        <p:nvGrpSpPr>
          <p:cNvPr id="35" name="Group 35">
            <a:extLst>
              <a:ext uri="{FF2B5EF4-FFF2-40B4-BE49-F238E27FC236}">
                <a16:creationId xmlns="" xmlns:a16="http://schemas.microsoft.com/office/drawing/2014/main" id="{C7CF20EF-980A-2D88-E968-DCB5B8BC6CF8}"/>
              </a:ext>
            </a:extLst>
          </p:cNvPr>
          <p:cNvGrpSpPr/>
          <p:nvPr/>
        </p:nvGrpSpPr>
        <p:grpSpPr>
          <a:xfrm>
            <a:off x="17170670" y="-178579"/>
            <a:ext cx="10994424" cy="10994424"/>
            <a:chOff x="0" y="0"/>
            <a:chExt cx="812800" cy="812800"/>
          </a:xfrm>
        </p:grpSpPr>
        <p:sp>
          <p:nvSpPr>
            <p:cNvPr id="36" name="Freeform 36">
              <a:extLst>
                <a:ext uri="{FF2B5EF4-FFF2-40B4-BE49-F238E27FC236}">
                  <a16:creationId xmlns="" xmlns:a16="http://schemas.microsoft.com/office/drawing/2014/main" id="{A7A686B7-4E4C-A5FA-60CD-A6EFF9DEAD8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a:extLst>
                <a:ext uri="{FF2B5EF4-FFF2-40B4-BE49-F238E27FC236}">
                  <a16:creationId xmlns="" xmlns:a16="http://schemas.microsoft.com/office/drawing/2014/main" id="{3ECD8D52-6368-578C-BEB2-0B1BA37FD45D}"/>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 xmlns:a16="http://schemas.microsoft.com/office/drawing/2014/main" id="{638323CF-7DCB-075F-B739-0F88472F060D}"/>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 xmlns:a16="http://schemas.microsoft.com/office/drawing/2014/main" id="{6C0EA81E-D408-1A06-6895-1BF3CA09E497}"/>
              </a:ext>
            </a:extLst>
          </p:cNvPr>
          <p:cNvSpPr txBox="1"/>
          <p:nvPr/>
        </p:nvSpPr>
        <p:spPr>
          <a:xfrm>
            <a:off x="2209800" y="1638300"/>
            <a:ext cx="15082325" cy="4832092"/>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074" name="Picture 2"/>
          <p:cNvPicPr>
            <a:picLocks noChangeAspect="1" noChangeArrowheads="1"/>
          </p:cNvPicPr>
          <p:nvPr/>
        </p:nvPicPr>
        <p:blipFill>
          <a:blip r:embed="rId4"/>
          <a:srcRect/>
          <a:stretch>
            <a:fillRect/>
          </a:stretch>
        </p:blipFill>
        <p:spPr bwMode="auto">
          <a:xfrm>
            <a:off x="2000200" y="1428724"/>
            <a:ext cx="13858972" cy="4214843"/>
          </a:xfrm>
          <a:prstGeom prst="rect">
            <a:avLst/>
          </a:prstGeom>
          <a:noFill/>
          <a:ln w="9525">
            <a:noFill/>
            <a:miter lim="800000"/>
            <a:headEnd/>
            <a:tailEnd/>
          </a:ln>
          <a:effectLst/>
        </p:spPr>
      </p:pic>
      <p:pic>
        <p:nvPicPr>
          <p:cNvPr id="3075" name="Picture 3"/>
          <p:cNvPicPr>
            <a:picLocks noChangeAspect="1" noChangeArrowheads="1"/>
          </p:cNvPicPr>
          <p:nvPr/>
        </p:nvPicPr>
        <p:blipFill>
          <a:blip r:embed="rId5"/>
          <a:srcRect/>
          <a:stretch>
            <a:fillRect/>
          </a:stretch>
        </p:blipFill>
        <p:spPr bwMode="auto">
          <a:xfrm>
            <a:off x="2643142" y="5715004"/>
            <a:ext cx="14846340" cy="4024306"/>
          </a:xfrm>
          <a:prstGeom prst="rect">
            <a:avLst/>
          </a:prstGeom>
          <a:noFill/>
          <a:ln w="9525">
            <a:noFill/>
            <a:miter lim="800000"/>
            <a:headEnd/>
            <a:tailEnd/>
          </a:ln>
          <a:effectLst/>
        </p:spPr>
      </p:pic>
    </p:spTree>
    <p:extLst>
      <p:ext uri="{BB962C8B-B14F-4D97-AF65-F5344CB8AC3E}">
        <p14:creationId xmlns="" xmlns:p14="http://schemas.microsoft.com/office/powerpoint/2010/main" val="475448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 xmlns:a16="http://schemas.microsoft.com/office/drawing/2014/main" id="{0152AA6E-1A8C-A42D-344E-C811AB58A618}"/>
            </a:ext>
          </a:extLst>
        </p:cNvPr>
        <p:cNvGrpSpPr/>
        <p:nvPr/>
      </p:nvGrpSpPr>
      <p:grpSpPr>
        <a:xfrm>
          <a:off x="0" y="0"/>
          <a:ext cx="0" cy="0"/>
          <a:chOff x="0" y="0"/>
          <a:chExt cx="0" cy="0"/>
        </a:xfrm>
      </p:grpSpPr>
      <p:grpSp>
        <p:nvGrpSpPr>
          <p:cNvPr id="7" name="Group 7">
            <a:extLst>
              <a:ext uri="{FF2B5EF4-FFF2-40B4-BE49-F238E27FC236}">
                <a16:creationId xmlns="" xmlns:a16="http://schemas.microsoft.com/office/drawing/2014/main" id="{EB7F1E1F-336A-607D-2868-6C57FF54EB44}"/>
              </a:ext>
            </a:extLst>
          </p:cNvPr>
          <p:cNvGrpSpPr/>
          <p:nvPr/>
        </p:nvGrpSpPr>
        <p:grpSpPr>
          <a:xfrm>
            <a:off x="735588" y="6653894"/>
            <a:ext cx="992463" cy="992463"/>
            <a:chOff x="0" y="0"/>
            <a:chExt cx="812800" cy="812800"/>
          </a:xfrm>
        </p:grpSpPr>
        <p:sp>
          <p:nvSpPr>
            <p:cNvPr id="8" name="Freeform 8">
              <a:extLst>
                <a:ext uri="{FF2B5EF4-FFF2-40B4-BE49-F238E27FC236}">
                  <a16:creationId xmlns="" xmlns:a16="http://schemas.microsoft.com/office/drawing/2014/main" id="{63528BA9-EE0E-A6F8-4A8C-6DFC964B206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 xmlns:a16="http://schemas.microsoft.com/office/drawing/2014/main" id="{6E25C449-B344-E643-12F7-C89DEE4255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8(C)</a:t>
              </a:r>
            </a:p>
          </p:txBody>
        </p:sp>
      </p:grpSp>
      <p:grpSp>
        <p:nvGrpSpPr>
          <p:cNvPr id="10" name="Group 10">
            <a:extLst>
              <a:ext uri="{FF2B5EF4-FFF2-40B4-BE49-F238E27FC236}">
                <a16:creationId xmlns="" xmlns:a16="http://schemas.microsoft.com/office/drawing/2014/main" id="{4C22D2BC-F5CA-423B-6FD6-94172693045D}"/>
              </a:ext>
            </a:extLst>
          </p:cNvPr>
          <p:cNvGrpSpPr/>
          <p:nvPr/>
        </p:nvGrpSpPr>
        <p:grpSpPr>
          <a:xfrm>
            <a:off x="977741" y="3315742"/>
            <a:ext cx="508158" cy="543805"/>
            <a:chOff x="0" y="0"/>
            <a:chExt cx="812800" cy="869819"/>
          </a:xfrm>
        </p:grpSpPr>
        <p:sp>
          <p:nvSpPr>
            <p:cNvPr id="11" name="Freeform 11">
              <a:extLst>
                <a:ext uri="{FF2B5EF4-FFF2-40B4-BE49-F238E27FC236}">
                  <a16:creationId xmlns="" xmlns:a16="http://schemas.microsoft.com/office/drawing/2014/main" id="{F6670B32-1168-757A-3D40-FDD55687DCF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 xmlns:a16="http://schemas.microsoft.com/office/drawing/2014/main" id="{0D3BB7FD-57C6-C09A-D875-135D505A8E1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 xmlns:a16="http://schemas.microsoft.com/office/drawing/2014/main" id="{067A86AC-A2D1-3F33-5857-9F69983F71BB}"/>
              </a:ext>
            </a:extLst>
          </p:cNvPr>
          <p:cNvGrpSpPr/>
          <p:nvPr/>
        </p:nvGrpSpPr>
        <p:grpSpPr>
          <a:xfrm>
            <a:off x="977741" y="1982349"/>
            <a:ext cx="508158" cy="543805"/>
            <a:chOff x="0" y="0"/>
            <a:chExt cx="812800" cy="869819"/>
          </a:xfrm>
        </p:grpSpPr>
        <p:sp>
          <p:nvSpPr>
            <p:cNvPr id="14" name="Freeform 14">
              <a:extLst>
                <a:ext uri="{FF2B5EF4-FFF2-40B4-BE49-F238E27FC236}">
                  <a16:creationId xmlns="" xmlns:a16="http://schemas.microsoft.com/office/drawing/2014/main" id="{D9EADC3C-D136-0700-9300-4D8E867EC53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 xmlns:a16="http://schemas.microsoft.com/office/drawing/2014/main" id="{A8EAD5F3-3FC4-819A-6ECD-0BC55C92A2B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 xmlns:a16="http://schemas.microsoft.com/office/drawing/2014/main" id="{1671F77B-B3A5-F8B6-AC67-6EF88CA95877}"/>
              </a:ext>
            </a:extLst>
          </p:cNvPr>
          <p:cNvGrpSpPr/>
          <p:nvPr/>
        </p:nvGrpSpPr>
        <p:grpSpPr>
          <a:xfrm>
            <a:off x="977741" y="3983373"/>
            <a:ext cx="508158" cy="543805"/>
            <a:chOff x="0" y="0"/>
            <a:chExt cx="812800" cy="869819"/>
          </a:xfrm>
        </p:grpSpPr>
        <p:sp>
          <p:nvSpPr>
            <p:cNvPr id="17" name="Freeform 17">
              <a:extLst>
                <a:ext uri="{FF2B5EF4-FFF2-40B4-BE49-F238E27FC236}">
                  <a16:creationId xmlns="" xmlns:a16="http://schemas.microsoft.com/office/drawing/2014/main" id="{1303025A-EF3E-710E-2DBD-D89F29B8499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 xmlns:a16="http://schemas.microsoft.com/office/drawing/2014/main" id="{76E7D281-CC96-92C2-C2F7-583674F0609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 xmlns:a16="http://schemas.microsoft.com/office/drawing/2014/main" id="{E0D02FED-C5F4-9CC7-F1F5-E75E542840A9}"/>
              </a:ext>
            </a:extLst>
          </p:cNvPr>
          <p:cNvGrpSpPr/>
          <p:nvPr/>
        </p:nvGrpSpPr>
        <p:grpSpPr>
          <a:xfrm>
            <a:off x="977741" y="2648112"/>
            <a:ext cx="508158" cy="543805"/>
            <a:chOff x="0" y="0"/>
            <a:chExt cx="812800" cy="869819"/>
          </a:xfrm>
        </p:grpSpPr>
        <p:sp>
          <p:nvSpPr>
            <p:cNvPr id="20" name="Freeform 20">
              <a:extLst>
                <a:ext uri="{FF2B5EF4-FFF2-40B4-BE49-F238E27FC236}">
                  <a16:creationId xmlns="" xmlns:a16="http://schemas.microsoft.com/office/drawing/2014/main" id="{384D1E33-434F-2FA0-56CC-F24058D8639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 xmlns:a16="http://schemas.microsoft.com/office/drawing/2014/main" id="{F2FC0DCA-FB2A-610C-A8DB-76CE251A57D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 xmlns:a16="http://schemas.microsoft.com/office/drawing/2014/main" id="{4CA1DB61-05A2-042F-9815-00DBC40D0556}"/>
              </a:ext>
            </a:extLst>
          </p:cNvPr>
          <p:cNvGrpSpPr/>
          <p:nvPr/>
        </p:nvGrpSpPr>
        <p:grpSpPr>
          <a:xfrm>
            <a:off x="977741" y="5318634"/>
            <a:ext cx="508158" cy="543805"/>
            <a:chOff x="0" y="0"/>
            <a:chExt cx="812800" cy="869819"/>
          </a:xfrm>
        </p:grpSpPr>
        <p:sp>
          <p:nvSpPr>
            <p:cNvPr id="23" name="Freeform 23">
              <a:extLst>
                <a:ext uri="{FF2B5EF4-FFF2-40B4-BE49-F238E27FC236}">
                  <a16:creationId xmlns="" xmlns:a16="http://schemas.microsoft.com/office/drawing/2014/main" id="{67E4E958-360B-28EF-052B-EDDBDD5F40F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 xmlns:a16="http://schemas.microsoft.com/office/drawing/2014/main" id="{BEDBF5CC-2720-E821-001C-11BCB7273E2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 xmlns:a16="http://schemas.microsoft.com/office/drawing/2014/main" id="{6B96629A-6996-B0D7-13D6-0FA011422666}"/>
              </a:ext>
            </a:extLst>
          </p:cNvPr>
          <p:cNvGrpSpPr/>
          <p:nvPr/>
        </p:nvGrpSpPr>
        <p:grpSpPr>
          <a:xfrm>
            <a:off x="977741" y="4651003"/>
            <a:ext cx="508158" cy="543805"/>
            <a:chOff x="0" y="0"/>
            <a:chExt cx="812800" cy="869819"/>
          </a:xfrm>
        </p:grpSpPr>
        <p:sp>
          <p:nvSpPr>
            <p:cNvPr id="26" name="Freeform 26">
              <a:extLst>
                <a:ext uri="{FF2B5EF4-FFF2-40B4-BE49-F238E27FC236}">
                  <a16:creationId xmlns="" xmlns:a16="http://schemas.microsoft.com/office/drawing/2014/main" id="{912F1ED8-E3AD-E90A-10CE-D50A8F7D91A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 xmlns:a16="http://schemas.microsoft.com/office/drawing/2014/main" id="{00E45F23-6E8F-F601-2EB3-537A898E704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 xmlns:a16="http://schemas.microsoft.com/office/drawing/2014/main" id="{A40D6715-3580-0B1B-2305-C7ED6083AE85}"/>
              </a:ext>
            </a:extLst>
          </p:cNvPr>
          <p:cNvGrpSpPr/>
          <p:nvPr/>
        </p:nvGrpSpPr>
        <p:grpSpPr>
          <a:xfrm>
            <a:off x="977741" y="5986264"/>
            <a:ext cx="508158" cy="543805"/>
            <a:chOff x="0" y="0"/>
            <a:chExt cx="812800" cy="869819"/>
          </a:xfrm>
        </p:grpSpPr>
        <p:sp>
          <p:nvSpPr>
            <p:cNvPr id="29" name="Freeform 29">
              <a:extLst>
                <a:ext uri="{FF2B5EF4-FFF2-40B4-BE49-F238E27FC236}">
                  <a16:creationId xmlns="" xmlns:a16="http://schemas.microsoft.com/office/drawing/2014/main" id="{11A59530-4B7F-6C6B-290E-578EA30200D0}"/>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 xmlns:a16="http://schemas.microsoft.com/office/drawing/2014/main" id="{9BDCE736-251A-5B70-853E-A0A9A174F36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 xmlns:a16="http://schemas.microsoft.com/office/drawing/2014/main" id="{8249BDCF-E07B-269B-D039-A4360C0FE2B4}"/>
              </a:ext>
            </a:extLst>
          </p:cNvPr>
          <p:cNvGrpSpPr/>
          <p:nvPr/>
        </p:nvGrpSpPr>
        <p:grpSpPr>
          <a:xfrm>
            <a:off x="977741" y="7760846"/>
            <a:ext cx="508158" cy="543805"/>
            <a:chOff x="0" y="0"/>
            <a:chExt cx="812800" cy="869819"/>
          </a:xfrm>
        </p:grpSpPr>
        <p:sp>
          <p:nvSpPr>
            <p:cNvPr id="32" name="Freeform 32">
              <a:extLst>
                <a:ext uri="{FF2B5EF4-FFF2-40B4-BE49-F238E27FC236}">
                  <a16:creationId xmlns="" xmlns:a16="http://schemas.microsoft.com/office/drawing/2014/main" id="{6F6B04FD-3FAC-90A2-4C1A-D809D058C0A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 xmlns:a16="http://schemas.microsoft.com/office/drawing/2014/main" id="{BEE5C092-697C-26F6-D6E0-477F151E7CAE}"/>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 xmlns:a16="http://schemas.microsoft.com/office/drawing/2014/main" id="{FF80FEAE-01A3-1956-FB30-BED14CA86273}"/>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txBody>
          <a:bodyPr/>
          <a:lstStyle/>
          <a:p>
            <a:endParaRPr lang="en-IN"/>
          </a:p>
        </p:txBody>
      </p:sp>
      <p:grpSp>
        <p:nvGrpSpPr>
          <p:cNvPr id="35" name="Group 35">
            <a:extLst>
              <a:ext uri="{FF2B5EF4-FFF2-40B4-BE49-F238E27FC236}">
                <a16:creationId xmlns="" xmlns:a16="http://schemas.microsoft.com/office/drawing/2014/main" id="{2E8D2AB5-8B00-D9B4-469D-07CAE4ECF9C8}"/>
              </a:ext>
            </a:extLst>
          </p:cNvPr>
          <p:cNvGrpSpPr/>
          <p:nvPr/>
        </p:nvGrpSpPr>
        <p:grpSpPr>
          <a:xfrm>
            <a:off x="17170670" y="-178579"/>
            <a:ext cx="10994424" cy="10994424"/>
            <a:chOff x="0" y="0"/>
            <a:chExt cx="812800" cy="812800"/>
          </a:xfrm>
        </p:grpSpPr>
        <p:sp>
          <p:nvSpPr>
            <p:cNvPr id="36" name="Freeform 36">
              <a:extLst>
                <a:ext uri="{FF2B5EF4-FFF2-40B4-BE49-F238E27FC236}">
                  <a16:creationId xmlns="" xmlns:a16="http://schemas.microsoft.com/office/drawing/2014/main" id="{F9F17E25-114F-438B-701A-7788D333F33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a:extLst>
                <a:ext uri="{FF2B5EF4-FFF2-40B4-BE49-F238E27FC236}">
                  <a16:creationId xmlns="" xmlns:a16="http://schemas.microsoft.com/office/drawing/2014/main" id="{1C4B6667-B2EE-BA32-402F-04368D88D5C4}"/>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 xmlns:a16="http://schemas.microsoft.com/office/drawing/2014/main" id="{9B953180-DB27-F046-86E3-E3508247B406}"/>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4098" name="Picture 2"/>
          <p:cNvPicPr>
            <a:picLocks noChangeAspect="1" noChangeArrowheads="1"/>
          </p:cNvPicPr>
          <p:nvPr/>
        </p:nvPicPr>
        <p:blipFill>
          <a:blip r:embed="rId4"/>
          <a:srcRect/>
          <a:stretch>
            <a:fillRect/>
          </a:stretch>
        </p:blipFill>
        <p:spPr bwMode="auto">
          <a:xfrm>
            <a:off x="1857324" y="2000228"/>
            <a:ext cx="14782844" cy="6035691"/>
          </a:xfrm>
          <a:prstGeom prst="rect">
            <a:avLst/>
          </a:prstGeom>
          <a:noFill/>
          <a:ln w="9525">
            <a:noFill/>
            <a:miter lim="800000"/>
            <a:headEnd/>
            <a:tailEnd/>
          </a:ln>
          <a:effectLst/>
        </p:spPr>
      </p:pic>
    </p:spTree>
    <p:extLst>
      <p:ext uri="{BB962C8B-B14F-4D97-AF65-F5344CB8AC3E}">
        <p14:creationId xmlns="" xmlns:p14="http://schemas.microsoft.com/office/powerpoint/2010/main" val="848899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 xmlns:a16="http://schemas.microsoft.com/office/drawing/2014/main" id="{93EBAB55-7601-3C41-6F10-EE0F67F7766F}"/>
            </a:ext>
          </a:extLst>
        </p:cNvPr>
        <p:cNvGrpSpPr/>
        <p:nvPr/>
      </p:nvGrpSpPr>
      <p:grpSpPr>
        <a:xfrm>
          <a:off x="0" y="0"/>
          <a:ext cx="0" cy="0"/>
          <a:chOff x="0" y="0"/>
          <a:chExt cx="0" cy="0"/>
        </a:xfrm>
      </p:grpSpPr>
      <p:grpSp>
        <p:nvGrpSpPr>
          <p:cNvPr id="5" name="Group 5">
            <a:extLst>
              <a:ext uri="{FF2B5EF4-FFF2-40B4-BE49-F238E27FC236}">
                <a16:creationId xmlns="" xmlns:a16="http://schemas.microsoft.com/office/drawing/2014/main" id="{B9E2C662-B058-485B-BFC3-199F93F6D154}"/>
              </a:ext>
            </a:extLst>
          </p:cNvPr>
          <p:cNvGrpSpPr/>
          <p:nvPr/>
        </p:nvGrpSpPr>
        <p:grpSpPr>
          <a:xfrm>
            <a:off x="735588" y="7321525"/>
            <a:ext cx="992463" cy="992463"/>
            <a:chOff x="0" y="0"/>
            <a:chExt cx="812800" cy="812800"/>
          </a:xfrm>
        </p:grpSpPr>
        <p:sp>
          <p:nvSpPr>
            <p:cNvPr id="6" name="Freeform 6">
              <a:extLst>
                <a:ext uri="{FF2B5EF4-FFF2-40B4-BE49-F238E27FC236}">
                  <a16:creationId xmlns="" xmlns:a16="http://schemas.microsoft.com/office/drawing/2014/main" id="{F125CA7A-BCD4-5B7F-7069-AE7F5BD10A9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7" name="TextBox 7">
              <a:extLst>
                <a:ext uri="{FF2B5EF4-FFF2-40B4-BE49-F238E27FC236}">
                  <a16:creationId xmlns="" xmlns:a16="http://schemas.microsoft.com/office/drawing/2014/main" id="{07E08158-57E2-530C-A7FD-5AF72088CF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9</a:t>
              </a:r>
            </a:p>
          </p:txBody>
        </p:sp>
      </p:grpSp>
      <p:grpSp>
        <p:nvGrpSpPr>
          <p:cNvPr id="8" name="Group 8">
            <a:extLst>
              <a:ext uri="{FF2B5EF4-FFF2-40B4-BE49-F238E27FC236}">
                <a16:creationId xmlns="" xmlns:a16="http://schemas.microsoft.com/office/drawing/2014/main" id="{CB09EB64-B1EE-DA7A-E7DC-97163FE53167}"/>
              </a:ext>
            </a:extLst>
          </p:cNvPr>
          <p:cNvGrpSpPr/>
          <p:nvPr/>
        </p:nvGrpSpPr>
        <p:grpSpPr>
          <a:xfrm>
            <a:off x="977741" y="3315742"/>
            <a:ext cx="508158" cy="543805"/>
            <a:chOff x="0" y="0"/>
            <a:chExt cx="812800" cy="869819"/>
          </a:xfrm>
        </p:grpSpPr>
        <p:sp>
          <p:nvSpPr>
            <p:cNvPr id="9" name="Freeform 9">
              <a:extLst>
                <a:ext uri="{FF2B5EF4-FFF2-40B4-BE49-F238E27FC236}">
                  <a16:creationId xmlns="" xmlns:a16="http://schemas.microsoft.com/office/drawing/2014/main" id="{4B04A57D-53E9-134E-70C7-51485932A21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 name="TextBox 10">
              <a:extLst>
                <a:ext uri="{FF2B5EF4-FFF2-40B4-BE49-F238E27FC236}">
                  <a16:creationId xmlns="" xmlns:a16="http://schemas.microsoft.com/office/drawing/2014/main" id="{AC0A25AD-0459-BAEA-2E7B-0D9279AE1BC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a:extLst>
              <a:ext uri="{FF2B5EF4-FFF2-40B4-BE49-F238E27FC236}">
                <a16:creationId xmlns="" xmlns:a16="http://schemas.microsoft.com/office/drawing/2014/main" id="{E0EBC171-BEE8-2D5E-8755-EE50B2570259}"/>
              </a:ext>
            </a:extLst>
          </p:cNvPr>
          <p:cNvGrpSpPr/>
          <p:nvPr/>
        </p:nvGrpSpPr>
        <p:grpSpPr>
          <a:xfrm>
            <a:off x="977741" y="1982349"/>
            <a:ext cx="508158" cy="543805"/>
            <a:chOff x="0" y="0"/>
            <a:chExt cx="812800" cy="869819"/>
          </a:xfrm>
        </p:grpSpPr>
        <p:sp>
          <p:nvSpPr>
            <p:cNvPr id="12" name="Freeform 12">
              <a:extLst>
                <a:ext uri="{FF2B5EF4-FFF2-40B4-BE49-F238E27FC236}">
                  <a16:creationId xmlns="" xmlns:a16="http://schemas.microsoft.com/office/drawing/2014/main" id="{E4000A93-AB8F-B573-E218-7434988FD58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3" name="TextBox 13">
              <a:extLst>
                <a:ext uri="{FF2B5EF4-FFF2-40B4-BE49-F238E27FC236}">
                  <a16:creationId xmlns="" xmlns:a16="http://schemas.microsoft.com/office/drawing/2014/main" id="{1228826C-BC2E-0DA0-107F-341F9D1A494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a:extLst>
              <a:ext uri="{FF2B5EF4-FFF2-40B4-BE49-F238E27FC236}">
                <a16:creationId xmlns="" xmlns:a16="http://schemas.microsoft.com/office/drawing/2014/main" id="{7FD594E4-E181-FD3B-1C72-DE2D718C274A}"/>
              </a:ext>
            </a:extLst>
          </p:cNvPr>
          <p:cNvGrpSpPr/>
          <p:nvPr/>
        </p:nvGrpSpPr>
        <p:grpSpPr>
          <a:xfrm>
            <a:off x="977741" y="3983373"/>
            <a:ext cx="508158" cy="543805"/>
            <a:chOff x="0" y="0"/>
            <a:chExt cx="812800" cy="869819"/>
          </a:xfrm>
        </p:grpSpPr>
        <p:sp>
          <p:nvSpPr>
            <p:cNvPr id="15" name="Freeform 15">
              <a:extLst>
                <a:ext uri="{FF2B5EF4-FFF2-40B4-BE49-F238E27FC236}">
                  <a16:creationId xmlns="" xmlns:a16="http://schemas.microsoft.com/office/drawing/2014/main" id="{C16DA90C-521A-EFE9-8EE9-CB3967A5095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6" name="TextBox 16">
              <a:extLst>
                <a:ext uri="{FF2B5EF4-FFF2-40B4-BE49-F238E27FC236}">
                  <a16:creationId xmlns="" xmlns:a16="http://schemas.microsoft.com/office/drawing/2014/main" id="{5A678428-7466-DB88-0126-41232DE4A0D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a:extLst>
              <a:ext uri="{FF2B5EF4-FFF2-40B4-BE49-F238E27FC236}">
                <a16:creationId xmlns="" xmlns:a16="http://schemas.microsoft.com/office/drawing/2014/main" id="{91D279A8-BDAA-B12E-DD4B-9978E9D5005C}"/>
              </a:ext>
            </a:extLst>
          </p:cNvPr>
          <p:cNvGrpSpPr/>
          <p:nvPr/>
        </p:nvGrpSpPr>
        <p:grpSpPr>
          <a:xfrm>
            <a:off x="977741" y="2648112"/>
            <a:ext cx="508158" cy="543805"/>
            <a:chOff x="0" y="0"/>
            <a:chExt cx="812800" cy="869819"/>
          </a:xfrm>
        </p:grpSpPr>
        <p:sp>
          <p:nvSpPr>
            <p:cNvPr id="18" name="Freeform 18">
              <a:extLst>
                <a:ext uri="{FF2B5EF4-FFF2-40B4-BE49-F238E27FC236}">
                  <a16:creationId xmlns="" xmlns:a16="http://schemas.microsoft.com/office/drawing/2014/main" id="{308F1BB3-7F58-DE0C-71F1-9782E09061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a:extLst>
                <a:ext uri="{FF2B5EF4-FFF2-40B4-BE49-F238E27FC236}">
                  <a16:creationId xmlns="" xmlns:a16="http://schemas.microsoft.com/office/drawing/2014/main" id="{35F43F9B-B904-0414-7AA7-1E7959C4C9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a:extLst>
              <a:ext uri="{FF2B5EF4-FFF2-40B4-BE49-F238E27FC236}">
                <a16:creationId xmlns="" xmlns:a16="http://schemas.microsoft.com/office/drawing/2014/main" id="{311E9EBB-A9CE-A64F-FF44-F82C0D52AC32}"/>
              </a:ext>
            </a:extLst>
          </p:cNvPr>
          <p:cNvGrpSpPr/>
          <p:nvPr/>
        </p:nvGrpSpPr>
        <p:grpSpPr>
          <a:xfrm>
            <a:off x="977741" y="5318634"/>
            <a:ext cx="508158" cy="543805"/>
            <a:chOff x="0" y="0"/>
            <a:chExt cx="812800" cy="869819"/>
          </a:xfrm>
        </p:grpSpPr>
        <p:sp>
          <p:nvSpPr>
            <p:cNvPr id="21" name="Freeform 21">
              <a:extLst>
                <a:ext uri="{FF2B5EF4-FFF2-40B4-BE49-F238E27FC236}">
                  <a16:creationId xmlns="" xmlns:a16="http://schemas.microsoft.com/office/drawing/2014/main" id="{DED3A9EA-E50F-553B-EDAA-87F95FD2280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a:extLst>
                <a:ext uri="{FF2B5EF4-FFF2-40B4-BE49-F238E27FC236}">
                  <a16:creationId xmlns="" xmlns:a16="http://schemas.microsoft.com/office/drawing/2014/main" id="{7E9C7CEA-D993-4107-0776-54AC90E2062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3" name="Group 23">
            <a:extLst>
              <a:ext uri="{FF2B5EF4-FFF2-40B4-BE49-F238E27FC236}">
                <a16:creationId xmlns="" xmlns:a16="http://schemas.microsoft.com/office/drawing/2014/main" id="{7B397A27-1CC9-9661-DA24-10B3E1042399}"/>
              </a:ext>
            </a:extLst>
          </p:cNvPr>
          <p:cNvGrpSpPr/>
          <p:nvPr/>
        </p:nvGrpSpPr>
        <p:grpSpPr>
          <a:xfrm>
            <a:off x="977741" y="4651003"/>
            <a:ext cx="508158" cy="543805"/>
            <a:chOff x="0" y="0"/>
            <a:chExt cx="812800" cy="869819"/>
          </a:xfrm>
        </p:grpSpPr>
        <p:sp>
          <p:nvSpPr>
            <p:cNvPr id="24" name="Freeform 24">
              <a:extLst>
                <a:ext uri="{FF2B5EF4-FFF2-40B4-BE49-F238E27FC236}">
                  <a16:creationId xmlns="" xmlns:a16="http://schemas.microsoft.com/office/drawing/2014/main" id="{2A8CD899-9C63-11A3-805F-4CA0E12C7CB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a:extLst>
                <a:ext uri="{FF2B5EF4-FFF2-40B4-BE49-F238E27FC236}">
                  <a16:creationId xmlns="" xmlns:a16="http://schemas.microsoft.com/office/drawing/2014/main" id="{1976C224-9A36-532E-5E8B-B738C9FBC3F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6" name="Group 26">
            <a:extLst>
              <a:ext uri="{FF2B5EF4-FFF2-40B4-BE49-F238E27FC236}">
                <a16:creationId xmlns="" xmlns:a16="http://schemas.microsoft.com/office/drawing/2014/main" id="{E8CFE39F-6666-6E69-8980-5B55F6D56478}"/>
              </a:ext>
            </a:extLst>
          </p:cNvPr>
          <p:cNvGrpSpPr/>
          <p:nvPr/>
        </p:nvGrpSpPr>
        <p:grpSpPr>
          <a:xfrm>
            <a:off x="977741" y="5986264"/>
            <a:ext cx="508158" cy="543805"/>
            <a:chOff x="0" y="0"/>
            <a:chExt cx="812800" cy="869819"/>
          </a:xfrm>
        </p:grpSpPr>
        <p:sp>
          <p:nvSpPr>
            <p:cNvPr id="27" name="Freeform 27">
              <a:extLst>
                <a:ext uri="{FF2B5EF4-FFF2-40B4-BE49-F238E27FC236}">
                  <a16:creationId xmlns="" xmlns:a16="http://schemas.microsoft.com/office/drawing/2014/main" id="{F859737D-AFDF-BDFC-6651-3B954F2DD4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a:extLst>
                <a:ext uri="{FF2B5EF4-FFF2-40B4-BE49-F238E27FC236}">
                  <a16:creationId xmlns="" xmlns:a16="http://schemas.microsoft.com/office/drawing/2014/main" id="{B7B59B44-AD68-1549-9F86-A09D82459B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a:extLst>
              <a:ext uri="{FF2B5EF4-FFF2-40B4-BE49-F238E27FC236}">
                <a16:creationId xmlns="" xmlns:a16="http://schemas.microsoft.com/office/drawing/2014/main" id="{3FACABC2-D51C-1EF5-0D1B-34B410283F2E}"/>
              </a:ext>
            </a:extLst>
          </p:cNvPr>
          <p:cNvGrpSpPr/>
          <p:nvPr/>
        </p:nvGrpSpPr>
        <p:grpSpPr>
          <a:xfrm>
            <a:off x="977741" y="6653894"/>
            <a:ext cx="508158" cy="543805"/>
            <a:chOff x="0" y="0"/>
            <a:chExt cx="812800" cy="869819"/>
          </a:xfrm>
        </p:grpSpPr>
        <p:sp>
          <p:nvSpPr>
            <p:cNvPr id="30" name="Freeform 30">
              <a:extLst>
                <a:ext uri="{FF2B5EF4-FFF2-40B4-BE49-F238E27FC236}">
                  <a16:creationId xmlns="" xmlns:a16="http://schemas.microsoft.com/office/drawing/2014/main" id="{6DD43112-BD1E-86D9-D9C6-3C97559FC56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a:extLst>
                <a:ext uri="{FF2B5EF4-FFF2-40B4-BE49-F238E27FC236}">
                  <a16:creationId xmlns="" xmlns:a16="http://schemas.microsoft.com/office/drawing/2014/main" id="{C34845E4-4A4B-0A81-5A55-14004816579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sp>
        <p:nvSpPr>
          <p:cNvPr id="32" name="Freeform 32">
            <a:extLst>
              <a:ext uri="{FF2B5EF4-FFF2-40B4-BE49-F238E27FC236}">
                <a16:creationId xmlns="" xmlns:a16="http://schemas.microsoft.com/office/drawing/2014/main" id="{05CB8E9D-B497-44FF-DB18-7D166BD2DA61}"/>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txBody>
          <a:bodyPr/>
          <a:lstStyle/>
          <a:p>
            <a:endParaRPr lang="en-IN"/>
          </a:p>
        </p:txBody>
      </p:sp>
      <p:grpSp>
        <p:nvGrpSpPr>
          <p:cNvPr id="44" name="Group 44">
            <a:extLst>
              <a:ext uri="{FF2B5EF4-FFF2-40B4-BE49-F238E27FC236}">
                <a16:creationId xmlns="" xmlns:a16="http://schemas.microsoft.com/office/drawing/2014/main" id="{FBD0A79F-CA0B-2560-37ED-E07624B11027}"/>
              </a:ext>
            </a:extLst>
          </p:cNvPr>
          <p:cNvGrpSpPr/>
          <p:nvPr/>
        </p:nvGrpSpPr>
        <p:grpSpPr>
          <a:xfrm>
            <a:off x="16786360" y="-353712"/>
            <a:ext cx="10994424" cy="10994424"/>
            <a:chOff x="0" y="0"/>
            <a:chExt cx="812800" cy="812800"/>
          </a:xfrm>
        </p:grpSpPr>
        <p:sp>
          <p:nvSpPr>
            <p:cNvPr id="45" name="Freeform 45">
              <a:extLst>
                <a:ext uri="{FF2B5EF4-FFF2-40B4-BE49-F238E27FC236}">
                  <a16:creationId xmlns="" xmlns:a16="http://schemas.microsoft.com/office/drawing/2014/main" id="{25583CD3-FA12-1B53-043B-9FE4E18BA02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txBody>
            <a:bodyPr/>
            <a:lstStyle/>
            <a:p>
              <a:endParaRPr lang="en-IN"/>
            </a:p>
          </p:txBody>
        </p:sp>
        <p:sp>
          <p:nvSpPr>
            <p:cNvPr id="46" name="TextBox 46">
              <a:extLst>
                <a:ext uri="{FF2B5EF4-FFF2-40B4-BE49-F238E27FC236}">
                  <a16:creationId xmlns="" xmlns:a16="http://schemas.microsoft.com/office/drawing/2014/main" id="{FA405478-0BA8-4A85-A81A-B9346174FE6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2" name="TextBox 1">
            <a:extLst>
              <a:ext uri="{FF2B5EF4-FFF2-40B4-BE49-F238E27FC236}">
                <a16:creationId xmlns="" xmlns:a16="http://schemas.microsoft.com/office/drawing/2014/main" id="{BC926643-39EA-932E-6755-230476B3078D}"/>
              </a:ext>
            </a:extLst>
          </p:cNvPr>
          <p:cNvSpPr txBox="1"/>
          <p:nvPr/>
        </p:nvSpPr>
        <p:spPr>
          <a:xfrm>
            <a:off x="190500" y="290493"/>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 xmlns:a16="http://schemas.microsoft.com/office/drawing/2014/main" id="{C9F67AE5-ECE1-F1EA-A904-8B0B018D3538}"/>
              </a:ext>
            </a:extLst>
          </p:cNvPr>
          <p:cNvSpPr txBox="1"/>
          <p:nvPr/>
        </p:nvSpPr>
        <p:spPr>
          <a:xfrm>
            <a:off x="2358908" y="1664341"/>
            <a:ext cx="14576560" cy="7848302"/>
          </a:xfrm>
          <a:prstGeom prst="rect">
            <a:avLst/>
          </a:prstGeom>
          <a:noFill/>
          <a:ln>
            <a:noFill/>
          </a:ln>
        </p:spPr>
        <p:txBody>
          <a:bodyPr wrap="square" rtlCol="0">
            <a:spAutoFit/>
          </a:bodyPr>
          <a:lstStyle/>
          <a:p>
            <a:pPr marL="457200" indent="-457200">
              <a:buFontTx/>
              <a:buChar char="-"/>
            </a:pPr>
            <a:endParaRPr lang="en-US" sz="2800" dirty="0"/>
          </a:p>
          <a:p>
            <a:r>
              <a:rPr lang="en-US" sz="2800" b="1" dirty="0">
                <a:solidFill>
                  <a:srgbClr val="0033CC"/>
                </a:solidFill>
              </a:rPr>
              <a:t>Advantages:</a:t>
            </a:r>
          </a:p>
          <a:p>
            <a:endParaRPr lang="en-US" sz="2800" dirty="0"/>
          </a:p>
          <a:p>
            <a:r>
              <a:rPr lang="en-US" sz="2800" dirty="0"/>
              <a:t>1. Simple and user-friendly registration and login system.</a:t>
            </a:r>
          </a:p>
          <a:p>
            <a:r>
              <a:rPr lang="en-US" sz="2800" dirty="0"/>
              <a:t>2. Subscription-based content access (Basic, Gold, Premium).</a:t>
            </a:r>
          </a:p>
          <a:p>
            <a:r>
              <a:rPr lang="en-US" sz="2800" dirty="0"/>
              <a:t>3. Responsive design that works on mobile and laptop devices.</a:t>
            </a:r>
          </a:p>
          <a:p>
            <a:r>
              <a:rPr lang="en-US" sz="2800" dirty="0"/>
              <a:t>4. Cloud deployment using Netlify provides easy global access.</a:t>
            </a:r>
          </a:p>
          <a:p>
            <a:endParaRPr lang="en-US" sz="2800" dirty="0"/>
          </a:p>
          <a:p>
            <a:r>
              <a:rPr lang="en-US" sz="2800" b="1" dirty="0">
                <a:solidFill>
                  <a:srgbClr val="0033CC"/>
                </a:solidFill>
              </a:rPr>
              <a:t>Limitations:</a:t>
            </a:r>
          </a:p>
          <a:p>
            <a:r>
              <a:rPr lang="en-US" sz="2800" b="1" dirty="0"/>
              <a:t> </a:t>
            </a:r>
          </a:p>
          <a:p>
            <a:r>
              <a:rPr lang="en-US" sz="2800" dirty="0"/>
              <a:t>1. Uses client-side storage, so data is limited to the browser.</a:t>
            </a:r>
          </a:p>
          <a:p>
            <a:r>
              <a:rPr lang="en-US" sz="2800" dirty="0"/>
              <a:t>2. No real payment </a:t>
            </a:r>
            <a:r>
              <a:rPr lang="en-US" sz="2800" dirty="0" smtClean="0"/>
              <a:t>gateway.(free)</a:t>
            </a:r>
            <a:endParaRPr lang="en-US" sz="2800" dirty="0"/>
          </a:p>
          <a:p>
            <a:r>
              <a:rPr lang="en-US" sz="2800" dirty="0"/>
              <a:t>3. Requires internet connection to access hosted content.</a:t>
            </a:r>
          </a:p>
          <a:p>
            <a:r>
              <a:rPr lang="en-US" sz="2800" dirty="0"/>
              <a:t>4. Limited security compared to full backend-based systems.</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p:txBody>
      </p:sp>
    </p:spTree>
    <p:extLst>
      <p:ext uri="{BB962C8B-B14F-4D97-AF65-F5344CB8AC3E}">
        <p14:creationId xmlns="" xmlns:p14="http://schemas.microsoft.com/office/powerpoint/2010/main" val="18389767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txBody>
          <a:bodyPr/>
          <a:lstStyle/>
          <a:p>
            <a:endParaRPr lang="en-IN"/>
          </a:p>
        </p:txBody>
      </p:sp>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49"/>
              </a:lnSpc>
            </a:pPr>
            <a:r>
              <a:rPr lang="en-US" sz="11153" b="1" i="1" dirty="0">
                <a:solidFill>
                  <a:srgbClr val="191919"/>
                </a:solidFill>
                <a:latin typeface="Gotham Bold Italics"/>
                <a:ea typeface="Gotham Bold Italics"/>
                <a:cs typeface="Gotham Bold Italics"/>
                <a:sym typeface="Gotham Bold Italics"/>
              </a:rPr>
              <a:t>Thank you</a:t>
            </a:r>
          </a:p>
        </p:txBody>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txBody>
            <a:bodyPr/>
            <a:lstStyle/>
            <a:p>
              <a:endParaRPr lang="en-IN"/>
            </a:p>
          </p:txBody>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402</TotalTime>
  <Words>869</Words>
  <Application>Microsoft Office PowerPoint</Application>
  <PresentationFormat>Custom</PresentationFormat>
  <Paragraphs>341</Paragraphs>
  <Slides>15</Slides>
  <Notes>0</Notes>
  <HiddenSlides>1</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Arial</vt:lpstr>
      <vt:lpstr>Calibri</vt:lpstr>
      <vt:lpstr>Cambria</vt:lpstr>
      <vt:lpstr>Bookman Old Style</vt:lpstr>
      <vt:lpstr>Times New Roman</vt:lpstr>
      <vt:lpstr>Gotham</vt:lpstr>
      <vt:lpstr>Gotham Bold Italics</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dc:creator>dell</dc:creator>
  <cp:lastModifiedBy>dell</cp:lastModifiedBy>
  <cp:revision>16</cp:revision>
  <dcterms:created xsi:type="dcterms:W3CDTF">2006-08-16T00:00:00Z</dcterms:created>
  <dcterms:modified xsi:type="dcterms:W3CDTF">2026-03-23T04:18:23Z</dcterms:modified>
  <dc:identifier>DAHCaYqJ9OU</dc:identifier>
</cp:coreProperties>
</file>